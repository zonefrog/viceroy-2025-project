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Evolution of Acting Techniques: From Ancient Greece to Stanislavski and Meisner</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Origins of Greek Theater</a:t>
            </a:r>
          </a:p>
        </p:txBody>
      </p:sp>
      <p:sp>
        <p:nvSpPr>
          <p:cNvPr id="3" name="Content Placeholder 2"/>
          <p:cNvSpPr>
            <a:spLocks noGrp="1"/>
          </p:cNvSpPr>
          <p:nvPr>
            <p:ph idx="1"/>
          </p:nvPr>
        </p:nvSpPr>
        <p:spPr/>
        <p:txBody>
          <a:bodyPr/>
          <a:lstStyle/>
          <a:p>
            <a:pPr>
              <a:defRPr sz="1200"/>
            </a:pPr>
            <a:r>
              <a:t>- Greek drama included tragedy and comedy genres, with famous playwrights like Aeschylus, Sophocles, and Euripides.</a:t>
            </a:r>
            <a:br/>
            <a:r>
              <a:t>- The festivals of Dionysus were a religious and cultural celebration in honor of the god of wine and fertility, where theatrical performances played a significant role in the festivities.</a:t>
            </a:r>
            <a:br/>
            <a:r>
              <a:t>- The use of masks in Ancient Greek theater served multiple purposes, including amplifying the actors' voices, aiding in character recognition, and allowing for quick changes between roles.</a:t>
            </a:r>
            <a:br/>
            <a:r>
              <a:t>- The skene building in Greek theaters functioned as a backdrop for scenes, providing a space for actors to enter and exit, change costumes, and interact with props, enhancing the visual storytelling of the performances.</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Ancient Greek Outdoor Theaters and Circular Orchestra</a:t>
            </a:r>
          </a:p>
        </p:txBody>
      </p:sp>
      <p:sp>
        <p:nvSpPr>
          <p:cNvPr id="3" name="Content Placeholder 2"/>
          <p:cNvSpPr>
            <a:spLocks noGrp="1"/>
          </p:cNvSpPr>
          <p:nvPr>
            <p:ph idx="1"/>
          </p:nvPr>
        </p:nvSpPr>
        <p:spPr/>
        <p:txBody>
          <a:bodyPr/>
          <a:lstStyle/>
          <a:p>
            <a:pPr>
              <a:defRPr sz="1200"/>
            </a:pPr>
            <a:r>
              <a:t>- Stage lighting is crucial for creating ambiance, guiding audience focus, and enhancing visual elements in live performances.</a:t>
            </a:r>
            <a:br/>
            <a:r>
              <a:t>- Lighting designers utilize spotlights, floodlights, color filters, and carefully planned placements to achieve different lighting effects.</a:t>
            </a:r>
            <a:br/>
            <a:r>
              <a:t>- The intensity, color, and movement of lights are key factors in enhancing the overall production quality and engaging the audience.</a:t>
            </a:r>
            <a:br/>
            <a:r>
              <a:t>- Effective stage lighting can significantly impact the mood, atmosphere, and visual impact of theatrical performances.</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Ancient Greek Masks and Skene Building</a:t>
            </a:r>
          </a:p>
        </p:txBody>
      </p:sp>
      <p:sp>
        <p:nvSpPr>
          <p:cNvPr id="3" name="Content Placeholder 2"/>
          <p:cNvSpPr>
            <a:spLocks noGrp="1"/>
          </p:cNvSpPr>
          <p:nvPr>
            <p:ph idx="1"/>
          </p:nvPr>
        </p:nvSpPr>
        <p:spPr/>
        <p:txBody>
          <a:bodyPr/>
          <a:lstStyle/>
          <a:p>
            <a:pPr>
              <a:defRPr sz="1200"/>
            </a:pPr>
            <a:r>
              <a:t>- Masks were crafted from materials like linen, cork, or wood, with exaggerated features to amplify facial expressions and aid in character identification.</a:t>
            </a:r>
            <a:br/>
            <a:r>
              <a:t>- Skene building evolved from simple wooden structures to elaborate stone facades with multiple entrances and levels, providing a versatile backdrop for various scenes and settings.</a:t>
            </a:r>
            <a:br/>
            <a:r>
              <a:t>- The use of masks allowed actors to project their voices effectively in large outdoor theaters, enhancing vocal clarity and projection for the audience.</a:t>
            </a:r>
            <a:br/>
            <a:r>
              <a:t>- Skene buildings often featured painted scenery and architectural elements to create immersive environments for performances, adding depth and visual interest to the stage.</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Stanislavski Method: Principles and Development</a:t>
            </a:r>
          </a:p>
        </p:txBody>
      </p:sp>
      <p:sp>
        <p:nvSpPr>
          <p:cNvPr id="3" name="Content Placeholder 2"/>
          <p:cNvSpPr>
            <a:spLocks noGrp="1"/>
          </p:cNvSpPr>
          <p:nvPr>
            <p:ph idx="1"/>
          </p:nvPr>
        </p:nvSpPr>
        <p:spPr/>
        <p:txBody>
          <a:bodyPr/>
          <a:lstStyle/>
          <a:p>
            <a:pPr>
              <a:defRPr sz="1200"/>
            </a:pPr>
            <a:r>
              <a:t>- Stanislavski Method emphasizes the importance of physical actions and objectives in portraying authentic emotions and creating believable characters on stage.</a:t>
            </a:r>
            <a:br/>
            <a:r>
              <a:t>- The method encourages actors to delve deep into the psychological and emotional motivations of their characters, fostering a sense of truth and sincerity in their performances.</a:t>
            </a:r>
            <a:br/>
            <a:r>
              <a:t>- Stanislavski's techniques focus on the actor's inner life and personal experiences, guiding them to draw from their own emotions and memories to enrich their portrayal of characters.</a:t>
            </a:r>
            <a:br/>
            <a:r>
              <a:t>- By incorporating sensory and affective memory exercises, actors can access their emotions more effectively and connect with the emotional core of their characters in a genuine and compelling manner.</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Emotional Truth and Character Analysis: Stanislavski's Techniques</a:t>
            </a:r>
          </a:p>
        </p:txBody>
      </p:sp>
      <p:sp>
        <p:nvSpPr>
          <p:cNvPr id="3" name="Content Placeholder 2"/>
          <p:cNvSpPr>
            <a:spLocks noGrp="1"/>
          </p:cNvSpPr>
          <p:nvPr>
            <p:ph idx="1"/>
          </p:nvPr>
        </p:nvSpPr>
        <p:spPr/>
        <p:txBody>
          <a:bodyPr/>
          <a:lstStyle/>
          <a:p>
            <a:pPr>
              <a:defRPr sz="1200"/>
            </a:pPr>
            <a:r>
              <a:t>- Stanislavski's method aims to cultivate a sense of emotional truth by encouraging actors to tap into their own experiences and memories to authentically portray characters.</a:t>
            </a:r>
            <a:br/>
            <a:r>
              <a:t>- The method involves detailed character analysis, where actors explore the motivations, desires, and inner life of their characters to create multi-dimensional and realistic portrayals on stage.</a:t>
            </a:r>
            <a:br/>
            <a:r>
              <a:t>- Stanislavski's techniques include the use of affective memory exercises, sensory work, and emotional recall to deepen the actor's connection to the character's emotional world and enhance the authenticity of their performance.</a:t>
            </a:r>
            <a:br/>
            <a:r>
              <a:t>- Actors employing the Stanislavski Method often engage in extensive research and preparation to fully embody the psychological and emotional complexities of their characters, resulting in compelling and nuanced performances.</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Practical Application of Stanislavski Method</a:t>
            </a:r>
          </a:p>
        </p:txBody>
      </p:sp>
      <p:sp>
        <p:nvSpPr>
          <p:cNvPr id="3" name="Content Placeholder 2"/>
          <p:cNvSpPr>
            <a:spLocks noGrp="1"/>
          </p:cNvSpPr>
          <p:nvPr>
            <p:ph idx="1"/>
          </p:nvPr>
        </p:nvSpPr>
        <p:spPr/>
        <p:txBody>
          <a:bodyPr/>
          <a:lstStyle/>
          <a:p>
            <a:pPr>
              <a:defRPr sz="1200"/>
            </a:pPr>
            <a:r>
              <a:t>- Common types of stage lighting instruments include Fresnel lights, Ellipsoidal reflector spotlights (ERS), PAR cans, and LED fixtures, each serving specific lighting purposes in theatrical productions.</a:t>
            </a:r>
            <a:br/>
            <a:r>
              <a:t>- Fresnel lights produce a soft-edged beam of light, ideal for creating gentle washes of light and diffused illumination on stage.</a:t>
            </a:r>
            <a:br/>
            <a:r>
              <a:t>- Ellipsoidal reflector spotlights (ERS) can be focused to produce a sharp, well-defined beam of light, often used for highlighting specific actors or set elements with precision.</a:t>
            </a:r>
            <a:br/>
            <a:r>
              <a:t>- PAR cans generate a bright, concentrated beam of light, suitable for adding bold colors and intense illumination to specific areas of the stage.</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"Meisner Technique: Importance of Listening and Reacting"</a:t>
            </a:r>
          </a:p>
        </p:txBody>
      </p:sp>
      <p:sp>
        <p:nvSpPr>
          <p:cNvPr id="3" name="Content Placeholder 2"/>
          <p:cNvSpPr>
            <a:spLocks noGrp="1"/>
          </p:cNvSpPr>
          <p:nvPr>
            <p:ph idx="1"/>
          </p:nvPr>
        </p:nvSpPr>
        <p:spPr/>
        <p:txBody>
          <a:bodyPr/>
          <a:lstStyle/>
          <a:p>
            <a:pPr>
              <a:defRPr sz="1200"/>
            </a:pPr>
            <a:r>
              <a:t>- The Meisner Technique was developed by Sanford Meisner and focuses on truthful acting through the importance of listening and reacting in the moment.</a:t>
            </a:r>
            <a:br/>
            <a:r>
              <a:t>- The repetition exercise in the Meisner Technique involves actors repeating phrases to each other while closely observing their partner's behavior.</a:t>
            </a:r>
            <a:br/>
            <a:r>
              <a:t>- Meisner Technique emphasizes the significance of honest and spontaneous reactions in acting, aiming for authentic and truthful performances.</a:t>
            </a:r>
            <a:br/>
            <a:r>
              <a:t>- Active listening and responsive acting are key components of the Meisner Technique, helping actors develop skills in building genuine and emotionally engaging portrayals.</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"Repetition Exercise for Truthful Acting: Meisner Technique"</a:t>
            </a:r>
          </a:p>
        </p:txBody>
      </p:sp>
      <p:sp>
        <p:nvSpPr>
          <p:cNvPr id="3" name="Content Placeholder 2"/>
          <p:cNvSpPr>
            <a:spLocks noGrp="1"/>
          </p:cNvSpPr>
          <p:nvPr>
            <p:ph idx="1"/>
          </p:nvPr>
        </p:nvSpPr>
        <p:spPr/>
        <p:txBody>
          <a:bodyPr/>
          <a:lstStyle/>
          <a:p>
            <a:pPr>
              <a:defRPr sz="1200"/>
            </a:pPr>
            <a:r>
              <a:t>- Meisner Technique emphasizes the importance of truthful acting through listening and reacting in the moment, fostering authentic and spontaneous performances.</a:t>
            </a:r>
            <a:br/>
            <a:r>
              <a:t>- The repetition exercise in the Meisner Technique involves actors repeating phrases to each other while closely observing their partner's behavior, enhancing their ability to connect and respond truthfully in the moment.</a:t>
            </a:r>
            <a:br/>
            <a:r>
              <a:t>- Sanford Meisner developed this technique to prioritize emotional truth and genuine reactions in acting, aiming to cultivate depth and authenticity in performances.</a:t>
            </a:r>
            <a:br/>
            <a:r>
              <a:t>- The Meisner Technique is known for its focus on building truthful responses and developing a strong sense of presence and connection with scene partners.</a:t>
            </a:r>
            <a:br/>
            <a:br/>
            <a:r>
              <a:t>Sources: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Ancient Greek Theater History - https://www.britannica.com/art/Western-theatre/Ancient-Greek-theatre</a:t>
            </a:r>
            <a:br/>
            <a:r>
              <a:t>[41] Stage Lighting Basics - https://www.masterclass.com/articles/a-guide-to-the-basics-of-stage-lighting-in-theater</a:t>
            </a:r>
            <a:br/>
            <a:r>
              <a:t>[42] Directing in Theater - https://www.backstage.com/magazine/article/what-does-a-director-do-in-theater-65723/</a:t>
            </a:r>
            <a:br/>
            <a:r>
              <a:t>[43] Stanislavski Method - https://en.wikipedia.org/wiki/Stanislavski%27s_system</a:t>
            </a:r>
            <a:br/>
            <a:r>
              <a:t>[44] Musical Theater - https://en.wikipedia.org/wiki/Musical_theatre</a:t>
            </a:r>
            <a:br/>
            <a:r>
              <a:t>[45] Types of Stage Lighting Instruments - https://www.stagelightingstore.com/types-of-stage-lighting-instruments/</a:t>
            </a:r>
            <a:br/>
            <a:r>
              <a:t>[46] Meisner Technique - https://en.wikipedia.org/wiki/Meisner_technique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