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Navigating the Intersection of Immigration Policies and Cultural Integration: A Comprehensive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Global Variances in Immigration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 shows that multicultural education helps students develop critical thinking skills and a global perspective by exposing them to diverse viewpoints and experiences.</a:t>
            </a:r>
            <a:br/>
            <a:r>
              <a:t>- Inclusive curriculum design encourages students to engage in meaningful discussions about cultural differences and similarities, fostering a sense of empathy and cultural awareness.</a:t>
            </a:r>
            <a:br/>
            <a:r>
              <a:t>- By incorporating multicultural education, schools can create a more inclusive and welcoming environment for students from diverse backgrounds, promoting social cohesion and mutual respect.</a:t>
            </a:r>
            <a:br/>
            <a:r>
              <a:t>- Exposure to multicultural education can also enhance students' communication skills and ability to collaborate effectively with individuals from different cultural backgrounds.</a:t>
            </a:r>
            <a:br/>
            <a:br/>
            <a:r>
              <a:t>Sources: [71]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Impact of Immigration Policies on Labor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Immigration policies that restrict entry may result in labor shortages in specific industries, impacting overall economic growth and productivity.</a:t>
            </a:r>
            <a:br/>
            <a:r>
              <a:t>- Skilled immigration programs can address gaps in the labor force by providing specialized expertise and knowledge, contributing to innovation and competitiveness in various sectors.</a:t>
            </a:r>
            <a:br/>
            <a:r>
              <a:t>- The influx of low-skilled immigrants can sometimes lead to wage pressures for native workers, especially in industries where these immigrants are heavily concentrated.</a:t>
            </a:r>
            <a:br/>
            <a:r>
              <a:t>- Policymakers must carefully consider the balance between meeting labor demands and protecting the interests of native workers when designing and implementing immigration policies.</a:t>
            </a:r>
            <a:br/>
            <a:br/>
            <a:r>
              <a:t>Sources: [72]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Effects of Cultural Assimilation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exchange programs facilitate cross-cultural communication, empathy, and respect among participants from diverse backgrounds.</a:t>
            </a:r>
            <a:br/>
            <a:r>
              <a:t>- Participants in cultural exchange programs gain insights into different customs, traditions, and values, enhancing their intercultural communication skills.</a:t>
            </a:r>
            <a:br/>
            <a:r>
              <a:t>- These programs contribute to building stronger international relations and promoting global cooperation through meaningful interactions.</a:t>
            </a:r>
            <a:br/>
            <a:r>
              <a:t>- Cultural exchange programs play a crucial role in fostering understanding and appreciation for diverse cultures, ultimately promoting social cohesion and diversity in communities.</a:t>
            </a:r>
            <a:br/>
            <a:br/>
            <a:r>
              <a:t>Sources: [73]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Preserving Cultural Identity in Immigration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preservation can help newcomers maintain a sense of identity and belonging in a new environment, providing a source of comfort and connection to their heritage.</a:t>
            </a:r>
            <a:br/>
            <a:r>
              <a:t>- Immigrants who engage in cultural preservation activities, such as celebrating traditional holidays or participating in cultural festivals, can strengthen their ties to their community and preserve their cultural legacy.</a:t>
            </a:r>
            <a:br/>
            <a:r>
              <a:t>- Cultural preservation efforts can also serve as a bridge between different cultural groups, fostering mutual understanding and respect for diverse traditions and customs.</a:t>
            </a:r>
            <a:br/>
            <a:r>
              <a:t>- By actively preserving their cultural identity, immigrants contribute to the richness and diversity of the broader society, enriching the cultural tapestry of their new home.</a:t>
            </a:r>
            <a:br/>
            <a:br/>
            <a:r>
              <a:t>Sources: [74]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Overcoming Language Barriers in Immigrant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Incorporating multicultural education in school curricula exposes students to diverse perspectives, traditions, and histories, fostering empathy, respect, and appreciation for different cultures.</a:t>
            </a:r>
            <a:br/>
            <a:r>
              <a:t>- Educational programs help individuals develop intercultural communication skills and navigate cultural differences effectively, breaking down stereotypes and promoting inclusivity.</a:t>
            </a:r>
            <a:br/>
            <a:r>
              <a:t>- By promoting cultural understanding and acceptance, education serves as a powerful tool in building cohesive and harmonious communities.</a:t>
            </a:r>
            <a:br/>
            <a:r>
              <a:t>- Exposure to diverse cultures through education can contribute to the development of intercultural competence and mutual respect among individuals.</a:t>
            </a:r>
            <a:br/>
            <a:br/>
            <a:r>
              <a:t>Sources: [75]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Navigating Discrimination and Cultural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assimilation involves individuals adopting the customs, practices, and values of the dominant culture, potentially leading to the loss of their original cultural identity.</a:t>
            </a:r>
            <a:br/>
            <a:r>
              <a:t>- Cultural preservation focuses on maintaining and celebrating one's cultural heritage and traditions within a new environment.</a:t>
            </a:r>
            <a:br/>
            <a:r>
              <a:t>- Both cultural assimilation and preservation have advantages and challenges in the context of immigration and integration.</a:t>
            </a:r>
            <a:br/>
            <a:r>
              <a:t>- Understanding the implications of these approaches is crucial for promoting cultural diversity and inclusivity in communities.</a:t>
            </a:r>
            <a:br/>
            <a:br/>
            <a:r>
              <a:t>Sources: [76]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Economic Benefits Through Cultural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exchange programs facilitate interactions between individuals from diverse backgrounds, promoting cross-cultural communication and global understanding.</a:t>
            </a:r>
            <a:br/>
            <a:r>
              <a:t>- Participants in cultural exchange programs gain insights into different perspectives, traditions, and values, fostering empathy and mutual respect.</a:t>
            </a:r>
            <a:br/>
            <a:r>
              <a:t>- Engaging in cultural exchanges is essential for enhancing cooperation and building inclusive communities.</a:t>
            </a:r>
            <a:br/>
            <a:r>
              <a:t>- These programs play a vital role in breaking down stereotypes, promoting cultural diversity, and fostering a sense of interconnectedness among individuals.</a:t>
            </a:r>
            <a:br/>
            <a:br/>
            <a:r>
              <a:t>Sources: [77]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Fostering Cultural Understanding Through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Multicultural events and programs can create a platform for individuals to celebrate diverse cultures, fostering understanding, appreciation, and respect.</a:t>
            </a:r>
            <a:br/>
            <a:r>
              <a:t>- Providing language classes and resources can aid in effective communication among individuals from different cultural backgrounds.</a:t>
            </a:r>
            <a:br/>
            <a:r>
              <a:t>- Creating opportunities for cultural exchange and collaboration can help break down barriers and promote unity among diverse groups.</a:t>
            </a:r>
            <a:br/>
            <a:r>
              <a:t>- Implementing cultural exchange programs can play a crucial role in enhancing cooperation, breaking down stereotypes, promoting cultural diversity, and fostering a sense of interconnectedness among individuals.</a:t>
            </a:r>
            <a:br/>
            <a:br/>
            <a:r>
              <a:t>Sources: [78]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[71] The Importance of Education in Fostering Cultural Understanding and Acceptance - https://www.tolerance.org/magazine/summer-2016/the-importance-of-teaching-culture</a:t>
            </a:r>
            <a:br/>
            <a:r>
              <a:t>[72] The Effects of Immigration Policies on Labor Market Dynamics - https://www.brookings.edu/research/how-immigration-affects-u-s-workers/</a:t>
            </a:r>
            <a:br/>
            <a:r>
              <a:t>[73] The Impact of Cultural Exchange Programs on Cross-Cultural Communication - https://www.goabroad.com/articles/study-abroad/the-impact-of-cultural-exchange-programs-on-students</a:t>
            </a:r>
            <a:br/>
            <a:r>
              <a:t>[74] Cultural Assimilation vs Cultural Preservation in Immigration - https://www.migrationpolicy.org/article/immigrant-cultural-assimilation-and-transnationalism</a:t>
            </a:r>
            <a:br/>
            <a:r>
              <a:t>[75] The Role of Education in Fostering Cultural Understanding and Acceptance - https://www.tandfonline.com/doi/abs/10.1080/01411920701657039</a:t>
            </a:r>
            <a:br/>
            <a:r>
              <a:t>[76] Cultural Assimilation vs Cultural Preservation in Immigration - https://www.migrationpolicy.org/article/assimilation-and-integration-immigrants-united-states</a:t>
            </a:r>
            <a:br/>
            <a:r>
              <a:t>[77] The Significance of Cultural Exchange Programs in Promoting Cross-Cultural Communication - https://www.culturalvistas.org/blog/features-opinions/the-importance-of-cultural-exchange-programs/</a:t>
            </a:r>
            <a:br/>
            <a:r>
              <a:t>[78] Strategies for Promoting Cultural Integration in Diverse Communities - https://www.migrationpolicy.org/article/strategies-promoting-inclusion-culturally-diverse-societies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