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Title: Strategies for Effective Public Health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Early Detection in Pandemic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Early detection enables prompt identification and containment of infectious diseases to prevent further spread and mitigate the impact on public health</a:t>
            </a:r>
            <a:br/>
            <a:r>
              <a:t>- Rapid response mechanisms, such as deploying testing initiatives and contact tracing, facilitate swift implementation of containment measures to limit the spread of infectious diseases</a:t>
            </a:r>
            <a:br/>
            <a:r>
              <a:t>- Transparent communication plays a vital role in providing accurate information, addressing public concerns, and fostering trust in public health authorities during a global pandemic</a:t>
            </a:r>
            <a:br/>
            <a:r>
              <a:t>- Collaboration between countries enhances the sharing of resources, expertise, and information, leading to more effective global response capabilities and coordinated efforts in managing public health crises.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Transparent Communication in Public Health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Effective crisis management decision-making strategies involve quick and decisive actions based on accurate information and careful analysis of the situation</a:t>
            </a:r>
            <a:br/>
            <a:r>
              <a:t>- Clear communication channels, designated decision-makers, and a well-defined decision-making process are crucial components of crisis management</a:t>
            </a:r>
            <a:br/>
            <a:r>
              <a:t>- Considering various scenarios and potential outcomes can help in making informed decisions during a crisis</a:t>
            </a:r>
            <a:br/>
            <a:r>
              <a:t>- Having transparent communication channels, designated decision-makers, and a well-defined decision-making process in place is essential for effective crisis management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Global Pandemic Response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International collaboration in pandemic response facilitates the sharing of best practices, resources, and expertise among countries to strengthen global response capabilities</a:t>
            </a:r>
            <a:br/>
            <a:r>
              <a:t>- Coordination between countries allows for the timely sharing of critical data, surveillance information, and outbreak alerts to prevent the spread of infectious diseases across borders</a:t>
            </a:r>
            <a:br/>
            <a:r>
              <a:t>- Collaborative efforts in pandemic response enable a more efficient allocation of resources, such as medical supplies, vaccines, and healthcare personnel, to areas in need</a:t>
            </a:r>
            <a:br/>
            <a:r>
              <a:t>- Mutual support and solidarity between nations during public health crises foster a sense of unity and shared responsibility in combating global health threats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Healthcare System Preparedness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Transparent communication in a public health crisis involves sharing information openly, even if uncertain or incomplete, to maintain public trust and credibility</a:t>
            </a:r>
            <a:br/>
            <a:r>
              <a:t>- Timely updates during a crisis ensure that the public is informed promptly about developments and necessary actions to be taken</a:t>
            </a:r>
            <a:br/>
            <a:r>
              <a:t>- Consistent messaging helps to prevent confusion by delivering information in a clear and uniform manner across all communication channels</a:t>
            </a:r>
            <a:br/>
            <a:r>
              <a:t>- Showing empathy towards those affected by a public health crisis is essential for demonstrating compassion and understanding, fostering community resilience and support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Global Collaboration in Public Health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International collaboration includes establishing partnerships between countries to share best practices, resources, and expertise in public health crises management</a:t>
            </a:r>
            <a:br/>
            <a:r>
              <a:t>- Joint efforts in data sharing enable a more comprehensive understanding of the crisis situation and help in formulating effective response strategies</a:t>
            </a:r>
            <a:br/>
            <a:r>
              <a:t>- Coordinating response efforts among nations ensures a unified approach in addressing global health threats and minimizes duplication of resources</a:t>
            </a:r>
            <a:br/>
            <a:r>
              <a:t>- Mutual support during crises fosters a sense of solidarity and strengthens the global community's resilience in combating public health emergencies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Vaccination Distribution Optimization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cold chain management systems to ensure the safe storage and transportation of vaccines at the required temperature</a:t>
            </a:r>
            <a:br/>
            <a:r>
              <a:t>- Utilizing data analytics to forecast vaccine demand, optimize distribution routes, and prevent stockouts</a:t>
            </a:r>
            <a:br/>
            <a:r>
              <a:t>- Implementing community engagement strategies to increase vaccine acceptance and uptake among diverse populations</a:t>
            </a:r>
            <a:br/>
            <a:r>
              <a:t>- Leveraging technology such as mobile apps for appointment scheduling and tracking vaccine doses administered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Equitable COVID-19 Vaccine Distribution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community health workers and trusted local leaders to conduct door-to-door outreach and address vaccine hesitancy</a:t>
            </a:r>
            <a:br/>
            <a:r>
              <a:t>- Establishing pop-up vaccination clinics in areas with limited access to healthcare facilities to increase vaccination coverage</a:t>
            </a:r>
            <a:br/>
            <a:r>
              <a:t>- Collaborating with community organizations, faith-based groups, and social service agencies to reach vulnerable populations effectively</a:t>
            </a:r>
            <a:br/>
            <a:r>
              <a:t>- Implementing transportation support services to ensure individuals can easily access vaccination sites, especially in rural or remote areas.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Crisis Management Decision-Making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Incorporating data-driven decision-making tools and analytics to guide crisis management strategies effectively</a:t>
            </a:r>
            <a:br/>
            <a:r>
              <a:t>- Utilizing technology platforms for real-time information sharing and coordination among decision-makers</a:t>
            </a:r>
            <a:br/>
            <a:r>
              <a:t>- Implementing regular training and simulations to ensure preparedness and proficiency in crisis decision-making processes</a:t>
            </a:r>
            <a:br/>
            <a:r>
              <a:t>- Establishing clear protocols for escalation and delegation of decision-making authority in complex crisis scenarios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Effective Global Pandemic Response Strategies - https://www.who.int/emergencies/diseases/novel-coronavirus-2019/technical-guidance/pandemic-response-strategies</a:t>
            </a:r>
            <a:br/>
            <a:r>
              <a:t>[17] Effective Crisis Management Decision-Making Strategies - https://www.amanet.org/articles/effective-crisis-management-decision-making-strategies/</a:t>
            </a:r>
            <a:br/>
            <a:r>
              <a:t>[18] Global Pandemic Response Strategies - https://www.who.int/emergencies/diseases/novel-coronavirus-2019/global-research-on-novel-coronavirus-2019-ncov</a:t>
            </a:r>
            <a:br/>
            <a:r>
              <a:t>[19] Effective Public Health Crisis Communication Techniques - https://www.cdc.gov/crisiscommunication/index.html</a:t>
            </a:r>
            <a:br/>
            <a:r>
              <a:t>[20] International Collaboration Efforts in Public Health Crises Management - https://www.who.int/news-room/detail/16-07-2021-who-calls-for-international-collaboration-to-respond-to-the-covid-19-pandemic</a:t>
            </a:r>
            <a:br/>
            <a:r>
              <a:t>[21] Optimizing Vaccination Distribution Strategies - https://www.who.int/news-room/q-a-detail/vaccination-distribution-strategies</a:t>
            </a:r>
            <a:br/>
            <a:r>
              <a:t>[22] Strategies for Equitable COVID-19 Vaccine Distribution - https://www.who.int/news-room/feature-stories/detail/strategies-for-equitable-covid-19-vaccine-distribution</a:t>
            </a:r>
            <a:br/>
            <a:r>
              <a:t>[23] Best Practices for Public Health Crisis Communication - https://www.cdc.gov/crisiscommunication/index.html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