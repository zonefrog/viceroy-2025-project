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Breaking Barriers: Achieving Gender Equality in the Workplace</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Factors in Gender Pay Gap</a:t>
            </a:r>
          </a:p>
        </p:txBody>
      </p:sp>
      <p:sp>
        <p:nvSpPr>
          <p:cNvPr id="3" name="Content Placeholder 2"/>
          <p:cNvSpPr>
            <a:spLocks noGrp="1"/>
          </p:cNvSpPr>
          <p:nvPr>
            <p:ph idx="1"/>
          </p:nvPr>
        </p:nvSpPr>
        <p:spPr/>
        <p:txBody>
          <a:bodyPr/>
          <a:lstStyle/>
          <a:p>
            <a:pPr>
              <a:defRPr sz="1200"/>
            </a:pPr>
            <a:r>
              <a:t>- Occupational segregation can lead to disparities in pay when certain industries or roles are dominated by one gender.</a:t>
            </a:r>
            <a:br/>
            <a:r>
              <a:t>- Discrimination based on gender may result in women being paid less than men for the same work.</a:t>
            </a:r>
            <a:br/>
            <a:r>
              <a:t>- Solutions to address the gender pay gap include implementing pay transparency, promoting salary negotiation skills for women, and enforcing equal pay laws.</a:t>
            </a:r>
            <a:br/>
            <a:r>
              <a:t>- Caregiving responsibilities, such as maternity leave and childcare duties, can impact women's earning potential and contribute to the gender pay gap.</a:t>
            </a:r>
            <a:br/>
            <a:br/>
            <a:r>
              <a:t>Sources: [47]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Addressing the Gender Pay Gap: Effective Solutions</a:t>
            </a:r>
          </a:p>
        </p:txBody>
      </p:sp>
      <p:sp>
        <p:nvSpPr>
          <p:cNvPr id="3" name="Content Placeholder 2"/>
          <p:cNvSpPr>
            <a:spLocks noGrp="1"/>
          </p:cNvSpPr>
          <p:nvPr>
            <p:ph idx="1"/>
          </p:nvPr>
        </p:nvSpPr>
        <p:spPr/>
        <p:txBody>
          <a:bodyPr/>
          <a:lstStyle/>
          <a:p>
            <a:pPr>
              <a:defRPr sz="1200"/>
            </a:pPr>
            <a:r>
              <a:t>- Gender stereotypes in the workplace can lead to bias and discrimination in hiring decisions, promotions, and career advancement opportunities.</a:t>
            </a:r>
            <a:br/>
            <a:r>
              <a:t>- Preconceived ideas about the roles and characteristics that men and women are expected to fulfill can reinforce gender disparities in pay and leadership opportunities.</a:t>
            </a:r>
            <a:br/>
            <a:r>
              <a:t>- Challenging and addressing gender stereotypes is crucial for promoting inclusivity and gender equality in the workplace.</a:t>
            </a:r>
            <a:br/>
            <a:r>
              <a:t>- Research shows that awareness campaigns and educational programs can effectively challenge stereotypes and promote diversity in organizations.</a:t>
            </a:r>
            <a:br/>
            <a:br/>
            <a:r>
              <a:t>Sources: [48]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Unconscious Bias in Hiring Practices</a:t>
            </a:r>
          </a:p>
        </p:txBody>
      </p:sp>
      <p:sp>
        <p:nvSpPr>
          <p:cNvPr id="3" name="Content Placeholder 2"/>
          <p:cNvSpPr>
            <a:spLocks noGrp="1"/>
          </p:cNvSpPr>
          <p:nvPr>
            <p:ph idx="1"/>
          </p:nvPr>
        </p:nvSpPr>
        <p:spPr/>
        <p:txBody>
          <a:bodyPr/>
          <a:lstStyle/>
          <a:p>
            <a:pPr>
              <a:defRPr sz="1200"/>
            </a:pPr>
            <a:r>
              <a:t>- Unconscious bias in hiring practices refers to the unintentional preferences or prejudices that influence decision-making during the recruitment process.</a:t>
            </a:r>
            <a:br/>
            <a:r>
              <a:t>- These biases can lead to discriminatory outcomes, particularly in terms of gender equality in the workplace.</a:t>
            </a:r>
            <a:br/>
            <a:r>
              <a:t>- Research has shown that unconscious bias can result in women being overlooked for promotions or job opportunities, ultimately contributing to gender disparities in pay and seniority.</a:t>
            </a:r>
            <a:br/>
            <a:r>
              <a:t>- Addressing unconscious bias in hiring practices is essential to promoting fair and equitable opportunities for all individuals in the workplace.</a:t>
            </a:r>
            <a:br/>
            <a:br/>
            <a:r>
              <a:t>Sources: [49]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"Overcoming Unconscious Bias in Hiring"</a:t>
            </a:r>
          </a:p>
        </p:txBody>
      </p:sp>
      <p:sp>
        <p:nvSpPr>
          <p:cNvPr id="3" name="Content Placeholder 2"/>
          <p:cNvSpPr>
            <a:spLocks noGrp="1"/>
          </p:cNvSpPr>
          <p:nvPr>
            <p:ph idx="1"/>
          </p:nvPr>
        </p:nvSpPr>
        <p:spPr/>
        <p:txBody>
          <a:bodyPr/>
          <a:lstStyle/>
          <a:p>
            <a:pPr>
              <a:defRPr sz="1200"/>
            </a:pPr>
            <a:r>
              <a:t>- Implementing blind recruitment processes can help reduce unconscious bias in hiring decisions by focusing solely on candidate qualifications and skills, rather than personal characteristics.</a:t>
            </a:r>
            <a:br/>
            <a:r>
              <a:t>- Providing unconscious bias training for hiring managers is crucial in increasing awareness of biases that may influence recruitment decisions and promoting fair and equitable practices.</a:t>
            </a:r>
            <a:br/>
            <a:r>
              <a:t>- Ensuring diverse interview panels can help mitigate bias by bringing different perspectives to the evaluation process and promoting inclusivity in decision-making.</a:t>
            </a:r>
            <a:br/>
            <a:r>
              <a:t>- Conducting regular audits of recruitment processes is essential to identify and address any potential bias that may be present, ensuring a more equitable and diverse hiring process.</a:t>
            </a:r>
            <a:br/>
            <a:br/>
            <a:r>
              <a:t>Sources: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"Challenging Gender Stereotypes in the Workplace"</a:t>
            </a:r>
          </a:p>
        </p:txBody>
      </p:sp>
      <p:sp>
        <p:nvSpPr>
          <p:cNvPr id="3" name="Content Placeholder 2"/>
          <p:cNvSpPr>
            <a:spLocks noGrp="1"/>
          </p:cNvSpPr>
          <p:nvPr>
            <p:ph idx="1"/>
          </p:nvPr>
        </p:nvSpPr>
        <p:spPr/>
        <p:txBody>
          <a:bodyPr/>
          <a:lstStyle/>
          <a:p>
            <a:pPr>
              <a:defRPr sz="1200"/>
            </a:pPr>
            <a:r>
              <a:t>- Gender discrimination in promotions can result in women being overlooked for advancement opportunities despite possessing the qualifications and experience necessary for higher-level roles.</a:t>
            </a:r>
            <a:br/>
            <a:r>
              <a:t>- Companies can address gender discrimination in promotions by implementing transparent promotion processes that are based on merit and performance rather than gender biases.</a:t>
            </a:r>
            <a:br/>
            <a:r>
              <a:t>- Providing equal access to leadership development opportunities for all employees can help mitigate gender discrimination in promotions and support career progression based on skills and abilities.</a:t>
            </a:r>
            <a:br/>
            <a:r>
              <a:t>- Actively working to eliminate bias in decision-making processes is essential in combating gender discrimination in promotions and fostering a culture of inclusivity and equality within organizations.</a:t>
            </a:r>
            <a:br/>
            <a:br/>
            <a:r>
              <a:t>Sources: [51]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"Combatting Gender Stereotypes in the Workplace"</a:t>
            </a:r>
          </a:p>
        </p:txBody>
      </p:sp>
      <p:sp>
        <p:nvSpPr>
          <p:cNvPr id="3" name="Content Placeholder 2"/>
          <p:cNvSpPr>
            <a:spLocks noGrp="1"/>
          </p:cNvSpPr>
          <p:nvPr>
            <p:ph idx="1"/>
          </p:nvPr>
        </p:nvSpPr>
        <p:spPr/>
        <p:txBody>
          <a:bodyPr/>
          <a:lstStyle/>
          <a:p>
            <a:pPr>
              <a:defRPr sz="1200"/>
            </a:pPr>
            <a:r>
              <a:t>- Recognizing the impact of intersectionality in gender equality efforts can help organizations address the unique challenges faced by individuals with diverse identities in the workplace.</a:t>
            </a:r>
            <a:br/>
            <a:r>
              <a:t>- Taking an intersectional approach to gender equality can lead to more inclusive and equitable environments by considering how intersecting identities, such as race, gender, sexuality, and class, can influence experiences and opportunities.</a:t>
            </a:r>
            <a:br/>
            <a:r>
              <a:t>- By acknowledging and addressing intersectionality, organizations can create more effective strategies for promoting diversity and inclusion, ultimately leading to a more supportive and fair workplace for all employees.</a:t>
            </a:r>
            <a:br/>
            <a:br/>
            <a:r>
              <a:t>Sources: [52]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"Balancing Work and Life for Gender Equality"</a:t>
            </a:r>
          </a:p>
        </p:txBody>
      </p:sp>
      <p:sp>
        <p:nvSpPr>
          <p:cNvPr id="3" name="Content Placeholder 2"/>
          <p:cNvSpPr>
            <a:spLocks noGrp="1"/>
          </p:cNvSpPr>
          <p:nvPr>
            <p:ph idx="1"/>
          </p:nvPr>
        </p:nvSpPr>
        <p:spPr/>
        <p:txBody>
          <a:bodyPr/>
          <a:lstStyle/>
          <a:p>
            <a:pPr>
              <a:defRPr sz="1200"/>
            </a:pPr>
            <a:r>
              <a:t>- Work-life balance policies can help reduce burnout, improve job satisfaction, and increase productivity among employees, leading to a more inclusive and equitable work environment.</a:t>
            </a:r>
            <a:br/>
            <a:r>
              <a:t>- Flexible work arrangements, parental leave policies, and support for caregivers can create a culture that values work-life balance for all employees, regardless of gender.</a:t>
            </a:r>
            <a:br/>
            <a:r>
              <a:t>- Organizations that prioritize work-life balance initiatives tend to have higher employee retention rates and enhanced overall well-being among their workforce.</a:t>
            </a:r>
            <a:br/>
            <a:r>
              <a:t>- Research shows that employees who have access to work-life balance policies are more likely to feel supported by their employers and have greater job satisfaction.</a:t>
            </a:r>
            <a:br/>
            <a:br/>
            <a:r>
              <a:t>Sources: [53]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"Effective Work-Life Balance Strategies"</a:t>
            </a:r>
          </a:p>
        </p:txBody>
      </p:sp>
      <p:sp>
        <p:nvSpPr>
          <p:cNvPr id="3" name="Content Placeholder 2"/>
          <p:cNvSpPr>
            <a:spLocks noGrp="1"/>
          </p:cNvSpPr>
          <p:nvPr>
            <p:ph idx="1"/>
          </p:nvPr>
        </p:nvSpPr>
        <p:spPr/>
        <p:txBody>
          <a:bodyPr/>
          <a:lstStyle/>
          <a:p>
            <a:pPr>
              <a:defRPr sz="1200"/>
            </a:pPr>
            <a:r>
              <a:t>- Gender discrimination in promotions can result in disparities in leadership opportunities for women, hindering their career progression and contributing to organizational gender inequality.</a:t>
            </a:r>
            <a:br/>
            <a:r>
              <a:t>- Addressing gender discrimination in promotions requires implementing transparent promotion processes, providing leadership development opportunities, and fostering a culture of inclusivity to ensure fair advancement opportunities for all employees.</a:t>
            </a:r>
            <a:br/>
            <a:r>
              <a:t>- Research indicates that organizations that actively combat gender discrimination in promotions not only promote diversity in leadership roles but also enhance overall organizational performance and reputation.</a:t>
            </a:r>
            <a:br/>
            <a:r>
              <a:t>- Strategies to address gender discrimination in promotions should focus on creating equal opportunities for career advancement, regardless of gender, to build a more inclusive and equitable workplace environment.</a:t>
            </a:r>
            <a:br/>
            <a:br/>
            <a:r>
              <a:t>Sources: [54]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[47] Understanding the Gender Pay Gap: Causes and Solutions - https://www.payscale.com/data/gender-pay-gap</a:t>
            </a:r>
            <a:br/>
            <a:r>
              <a:t>[48] Gender Stereotypes in the Workplace - https://www.forbes.com/sites/forbescoachescouncil/2020/02/19/how-to-overcome-gender-stereotypes-in-the-workplace/?sh=5c7b0a8d6f4a</a:t>
            </a:r>
            <a:br/>
            <a:r>
              <a:t>[49] Unconscious Bias in Hiring Practices: How it Impacts Gender Equality in the Workplace - https://www.forbes.com/sites/forbeshumanresourcescouncil/2021/03/08/how-to-identify-and-overcome-unconscious-bias-in-hiring-practices/?sh=1c6c8d6f2c5d</a:t>
            </a:r>
            <a:br/>
            <a:r>
              <a:t>[50] Best Diversity and Inclusion Initiatives in the Workplace - https://www.forbes.com/sites/forbeshumanresourcescouncil/2020/06/18/15-best-diversity-and-inclusion-initiatives-in-the-workplace/?sh=7c6d4f8c4d20</a:t>
            </a:r>
            <a:br/>
            <a:r>
              <a:t>[51] Gender Discrimination in Promotions: How to Address Inequality in the Workplace - https://www.forbes.com/sites/forbescoachescouncil/2020/03/11/how-to-address-gender-discrimination-in-the-workplace/?sh=3e7a6b9b34f1</a:t>
            </a:r>
            <a:br/>
            <a:r>
              <a:t>[52] Understanding Intersectionality in Gender Equality Efforts - https://www.forbes.com/sites/forbescoachescouncil/2020/10/06/intersectionality-in-the-workplace-why-it-matters-and-what-to-do-about-it/?sh=1d3f8f9b6c72</a:t>
            </a:r>
            <a:br/>
            <a:r>
              <a:t>[53] The Impact of Work-Life Balance Policies on Gender Equality in the Workplace - https://www.shrm.org/resourcesandtools/tools-and-samples/toolkits/pages/managingworklifebalance.aspx</a:t>
            </a:r>
            <a:br/>
            <a:r>
              <a:t>[54] Gender Discrimination in Promotions: Addressing Inequality in the Workplace - https://www.forbes.com/sites/forbeshumanresourcescouncil/2020/03/06/how-to-address-gender-discrimination-in-promotions/?sh=7d6b1c7d6ba6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