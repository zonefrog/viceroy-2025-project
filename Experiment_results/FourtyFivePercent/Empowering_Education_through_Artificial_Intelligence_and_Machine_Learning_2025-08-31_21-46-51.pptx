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
            </a:r>
          </a:p>
          <a:p/>
          <a:p>
            <a:r>
              <a:t>Empowering Education through Artificial Intelligence and Machine Learning</a:t>
            </a:r>
          </a:p>
        </p:txBody>
      </p:sp>
      <p:sp>
        <p:nvSpPr>
          <p:cNvPr id="3" name="Content Placeholder 2"/>
          <p:cNvSpPr>
            <a:spLocks noGrp="1"/>
          </p:cNvSpPr>
          <p:nvPr>
            <p:ph idx="1"/>
          </p:nvPr>
        </p:nvSpPr>
        <p:spPr/>
        <p:txBody>
          <a:bodyPr/>
          <a:lstStyle/>
          <a:p>
            <a:pPr>
              <a:defRPr sz="2400"/>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AI in Education: Definition and Applications</a:t>
            </a:r>
          </a:p>
        </p:txBody>
      </p:sp>
      <p:sp>
        <p:nvSpPr>
          <p:cNvPr id="3" name="Content Placeholder 2"/>
          <p:cNvSpPr>
            <a:spLocks noGrp="1"/>
          </p:cNvSpPr>
          <p:nvPr>
            <p:ph idx="1"/>
          </p:nvPr>
        </p:nvSpPr>
        <p:spPr/>
        <p:txBody>
          <a:bodyPr/>
          <a:lstStyle/>
          <a:p>
            <a:pPr>
              <a:defRPr sz="1200"/>
            </a:pPr>
            <a:r>
              <a:t>- NLP in education involves utilizing AI technologies to automate grading, offer personalized feedback, and aid in language learning processes, ultimately enhancing the overall learning experience.</a:t>
            </a:r>
            <a:br/>
            <a:r>
              <a:t>- Intelligent tutoring systems and virtual assistants can be developed using NLP to provide tailored educational support and assistance to students.</a:t>
            </a:r>
            <a:br/>
            <a:r>
              <a:t>- Despite the potential advantages of NLP in education, challenges like data privacy concerns and the need for adequate resources for implementation must be addressed to ensure effective integration.</a:t>
            </a:r>
            <a:br/>
            <a:br/>
            <a:r>
              <a:t>Sources: [0]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Supervised vs. Unsupervised Learning Algos</a:t>
            </a:r>
          </a:p>
        </p:txBody>
      </p:sp>
      <p:sp>
        <p:nvSpPr>
          <p:cNvPr id="3" name="Content Placeholder 2"/>
          <p:cNvSpPr>
            <a:spLocks noGrp="1"/>
          </p:cNvSpPr>
          <p:nvPr>
            <p:ph idx="1"/>
          </p:nvPr>
        </p:nvSpPr>
        <p:spPr/>
        <p:txBody>
          <a:bodyPr/>
          <a:lstStyle/>
          <a:p>
            <a:pPr>
              <a:defRPr sz="1200"/>
            </a:pPr>
            <a:r>
              <a:t>- Adaptive learning systems use algorithms and data analytics to personalize educational content, pacing, and feedback based on individual learner needs, optimizing engagement and learning outcomes.</a:t>
            </a:r>
            <a:br/>
            <a:r>
              <a:t>- These systems continuously assess student performance to tailor the learning path, providing customized support and adapting the presentation of material to enhance the overall educational experience.</a:t>
            </a:r>
            <a:br/>
            <a:r>
              <a:t>- Implementation of adaptive learning systems in education requires addressing challenges such as data privacy concerns and ensuring sufficient resources for effective integration.</a:t>
            </a:r>
            <a:br/>
            <a:br/>
            <a:r>
              <a:t>Sources: [1]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Challenges of AI Implementation in Education</a:t>
            </a:r>
          </a:p>
        </p:txBody>
      </p:sp>
      <p:sp>
        <p:nvSpPr>
          <p:cNvPr id="3" name="Content Placeholder 2"/>
          <p:cNvSpPr>
            <a:spLocks noGrp="1"/>
          </p:cNvSpPr>
          <p:nvPr>
            <p:ph idx="1"/>
          </p:nvPr>
        </p:nvSpPr>
        <p:spPr/>
        <p:txBody>
          <a:bodyPr/>
          <a:lstStyle/>
          <a:p>
            <a:pPr>
              <a:defRPr sz="1200"/>
            </a:pPr>
            <a:r>
              <a:t>- Teacher training programs should focus on developing educators' skills in utilizing AI tools effectively in the classroom, including understanding how to integrate AI technologies into existing curriculum and assessment practices.</a:t>
            </a:r>
            <a:br/>
            <a:r>
              <a:t>- Data privacy concerns in AI implementation require institutions to establish robust data protection policies and procedures to safeguard student information and ensure compliance with relevant regulations, such as GDPR and FERPA.</a:t>
            </a:r>
            <a:br/>
            <a:r>
              <a:t>- The high costs associated with AI implementation can be mitigated through strategic planning, seeking funding opportunities, and exploring collaborative partnerships with industry stakeholders to share resources and expertise.</a:t>
            </a:r>
            <a:br/>
            <a:r>
              <a:t>- Addressing resistance to change from teachers, students, and parents involves providing comprehensive training and support, communicating the benefits of AI technologies in education, and involving stakeholders in the decision-making process to build trust and promote acceptance.</a:t>
            </a:r>
            <a:br/>
            <a:br/>
            <a:r>
              <a:t>Sources: [2]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Navigating Ethical AI Education Challenges</a:t>
            </a:r>
          </a:p>
        </p:txBody>
      </p:sp>
      <p:sp>
        <p:nvSpPr>
          <p:cNvPr id="3" name="Content Placeholder 2"/>
          <p:cNvSpPr>
            <a:spLocks noGrp="1"/>
          </p:cNvSpPr>
          <p:nvPr>
            <p:ph idx="1"/>
          </p:nvPr>
        </p:nvSpPr>
        <p:spPr/>
        <p:txBody>
          <a:bodyPr/>
          <a:lstStyle/>
          <a:p>
            <a:pPr>
              <a:defRPr sz="1200"/>
            </a:pPr>
            <a:r>
              <a:t>- AI-powered tutoring systems analyze student performance data to tailor instruction and provide personalized learning experiences, leading to improved educational outcomes.</a:t>
            </a:r>
            <a:br/>
            <a:r>
              <a:t>- These systems utilize machine learning algorithms to adapt content delivery and feedback mechanisms based on individual student needs, enhancing engagement and learning efficiency.</a:t>
            </a:r>
            <a:br/>
            <a:r>
              <a:t>- By leveraging AI technology, tutoring systems revolutionize traditional teaching methods by offering adaptive and customized learning experiences that cater to diverse student learning styles and preferences.</a:t>
            </a:r>
            <a:br/>
            <a:br/>
            <a:r>
              <a:t>Sources: [3]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Enhancing Education with NLP Applications</a:t>
            </a:r>
          </a:p>
        </p:txBody>
      </p:sp>
      <p:sp>
        <p:nvSpPr>
          <p:cNvPr id="3" name="Content Placeholder 2"/>
          <p:cNvSpPr>
            <a:spLocks noGrp="1"/>
          </p:cNvSpPr>
          <p:nvPr>
            <p:ph idx="1"/>
          </p:nvPr>
        </p:nvSpPr>
        <p:spPr/>
        <p:txBody>
          <a:bodyPr/>
          <a:lstStyle/>
          <a:p>
            <a:pPr>
              <a:defRPr sz="1200"/>
            </a:pPr>
            <a:r>
              <a:t>- NLP applications in education leverage AI and machine learning algorithms to personalize learning experiences, offer feedback on assignments, and identify student engagement levels.</a:t>
            </a:r>
            <a:br/>
            <a:r>
              <a:t>- Educators can utilize NLP technology to tailor teaching methods based on individual student needs, leading to enhanced engagement and improved learning outcomes.</a:t>
            </a:r>
            <a:br/>
            <a:r>
              <a:t>- By analyzing human language patterns, NLP tools can detect signs of disengagement or struggling students, allowing for timely intervention and support.</a:t>
            </a:r>
            <a:br/>
            <a:r>
              <a:t>- Implementing NLP in education enables educators to provide targeted assistance, adaptive learning experiences, and personalized feedback, ultimately enhancing student success and academic performance.</a:t>
            </a:r>
            <a:br/>
            <a:br/>
            <a:r>
              <a:t>Sources: [4]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"Adaptive Learning Systems: Benefits &amp; Implementation"</a:t>
            </a:r>
          </a:p>
        </p:txBody>
      </p:sp>
      <p:sp>
        <p:nvSpPr>
          <p:cNvPr id="3" name="Content Placeholder 2"/>
          <p:cNvSpPr>
            <a:spLocks noGrp="1"/>
          </p:cNvSpPr>
          <p:nvPr>
            <p:ph idx="1"/>
          </p:nvPr>
        </p:nvSpPr>
        <p:spPr/>
        <p:txBody>
          <a:bodyPr/>
          <a:lstStyle/>
          <a:p>
            <a:pPr>
              <a:defRPr sz="1200"/>
            </a:pPr>
            <a:r>
              <a:t>- Adaptive learning systems in education utilize AI algorithms to personalize educational material based on individual student needs, allowing for customized learning pathways and real-time feedback to optimize the learning process.</a:t>
            </a:r>
            <a:br/>
            <a:r>
              <a:t>- The implementation of adaptive learning systems can lead to improved student engagement, enhanced academic performance, and increased retention rates by tailoring instruction to each student's unique learning pace and preferences.</a:t>
            </a:r>
            <a:br/>
            <a:r>
              <a:t>- By leveraging technology to adapt to students' learning styles and progress, adaptive learning systems offer a more personalized and effective educational experience, ultimately supporting student success and achievement.</a:t>
            </a:r>
            <a:br/>
            <a:r>
              <a:t>- Research indicates that adaptive learning systems have the potential to revolutionize traditional teaching methods by providing individualized support, promoting self-directed learning, and addressing diverse learning needs in educational settings.</a:t>
            </a:r>
            <a:br/>
            <a:br/>
            <a:r>
              <a:t>Sources: [5]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Title: Deep Learning for Enhanced Education</a:t>
            </a:r>
          </a:p>
        </p:txBody>
      </p:sp>
      <p:sp>
        <p:nvSpPr>
          <p:cNvPr id="3" name="Content Placeholder 2"/>
          <p:cNvSpPr>
            <a:spLocks noGrp="1"/>
          </p:cNvSpPr>
          <p:nvPr>
            <p:ph idx="1"/>
          </p:nvPr>
        </p:nvSpPr>
        <p:spPr/>
        <p:txBody>
          <a:bodyPr/>
          <a:lstStyle/>
          <a:p>
            <a:pPr>
              <a:defRPr sz="1200"/>
            </a:pPr>
            <a:r>
              <a:t>- Deep learning with neural networks enhances language learning platforms by personalizing experiences, providing instant feedback, and adapting to individual learning styles.</a:t>
            </a:r>
            <a:br/>
            <a:r>
              <a:t>- This approach improves student engagement and overall performance in language acquisition by leveraging deep neural networks to analyze student data.</a:t>
            </a:r>
            <a:br/>
            <a:r>
              <a:t>- Language learning platforms utilizing deep learning algorithms offer a more tailored and effective educational experience, ultimately supporting student success and achievement.</a:t>
            </a:r>
            <a:br/>
            <a:r>
              <a:t>- Research indicates that deep learning in language learning platforms has the potential to revolutionize traditional teaching methods by addressing diverse learning needs and promoting individualized support.</a:t>
            </a:r>
            <a:br/>
            <a:br/>
            <a:r>
              <a:t>Sources: [6]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AI-Powered Tutoring Systems: Personalized Learning Revolution</a:t>
            </a:r>
          </a:p>
        </p:txBody>
      </p:sp>
      <p:sp>
        <p:nvSpPr>
          <p:cNvPr id="3" name="Content Placeholder 2"/>
          <p:cNvSpPr>
            <a:spLocks noGrp="1"/>
          </p:cNvSpPr>
          <p:nvPr>
            <p:ph idx="1"/>
          </p:nvPr>
        </p:nvSpPr>
        <p:spPr/>
        <p:txBody>
          <a:bodyPr/>
          <a:lstStyle/>
          <a:p>
            <a:pPr>
              <a:defRPr sz="1200"/>
            </a:pPr>
            <a:r>
              <a:t>- AI-powered tutoring systems utilize machine learning algorithms to provide personalized and adaptive learning experiences for students by analyzing student data and tailoring instruction to individual needs.</a:t>
            </a:r>
            <a:br/>
            <a:r>
              <a:t>- These systems enhance student engagement and academic performance through customized content delivery and feedback mechanisms, ultimately improving learning outcomes.</a:t>
            </a:r>
            <a:br/>
            <a:r>
              <a:t>- AI tutoring systems revolutionize education by offering a more tailored and effective educational experience, supporting student success and achievement.</a:t>
            </a:r>
            <a:br/>
            <a:r>
              <a:t>- Research indicates that AI-powered tutoring systems have the potential to significantly impact traditional teaching methods by addressing diverse learning needs and promoting individualized support.</a:t>
            </a:r>
            <a:br/>
            <a:br/>
            <a:r>
              <a:t>Sources: [7]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a:t>
            </a:r>
          </a:p>
        </p:txBody>
      </p:sp>
      <p:sp>
        <p:nvSpPr>
          <p:cNvPr id="3" name="Content Placeholder 2"/>
          <p:cNvSpPr>
            <a:spLocks noGrp="1"/>
          </p:cNvSpPr>
          <p:nvPr>
            <p:ph idx="1"/>
          </p:nvPr>
        </p:nvSpPr>
        <p:spPr/>
        <p:txBody>
          <a:bodyPr/>
          <a:lstStyle/>
          <a:p>
            <a:pPr>
              <a:defRPr sz="1200"/>
            </a:pPr>
            <a:r>
              <a:t>[0] Natural Language Processing in Education: A Comprehensive Guide - https://www.researchgate.net/publication/330209867_Natural_Language_Processing_Applications_in_Education_A_Review</a:t>
            </a:r>
            <a:br/>
            <a:r>
              <a:t>[1] Introduction to Adaptive Learning Systems - https://www.educationdive.com/news/how-adaptive-learning-technology-is-transforming-the-classroom/573592/</a:t>
            </a:r>
            <a:br/>
            <a:r>
              <a:t>[2] Challenges of Implementing AI in Education: A Comprehensive Overview - https://www.edweek.org/technology/challenges-of-implementing-artificial-intelligence-in-k-12-schools/2020/07</a:t>
            </a:r>
            <a:br/>
            <a:r>
              <a:t>[3] AI-Powered Tutoring Systems: Revolutionizing Education - https://www.springer.com/gp/book/9783030705983</a:t>
            </a:r>
            <a:br/>
            <a:r>
              <a:t>[4] The Role of Natural Language Processing in Improving Student Engagement in Education - https://www.edsurge.com/news/2018-06-26-how-natural-language-processing-is-changing-the-game-in-education</a:t>
            </a:r>
            <a:br/>
            <a:r>
              <a:t>[5] Personalized Learning with AI in Education - https://www.edsurge.com/news/2019-01-24-how-personalized-learning-with-ai-can-improve-education</a:t>
            </a:r>
            <a:br/>
            <a:r>
              <a:t>[6] Deep Learning Applications in Education: A Case Study in Language Learning - https://www.researchgate.net/publication/325271653_Deep_Learning_Applications_in_Education_A_Case_Study_in_Language_Learning</a:t>
            </a:r>
            <a:br/>
            <a:r>
              <a:t>[7] AI-Powered Tutoring Systems: Transforming the Future of Education - https://www.edsurge.com/news/2019-05-29-how-ai-is-personalizing-the-student-experience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