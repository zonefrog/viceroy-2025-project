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Healthcare through AI Integration: Personalized Treatment, Privacy Protection, and Cost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Personalized Medicine Through AI: Tailoring Treatment for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personalized medicine leverages patient data to tailor treatment and interventions for individual patients, leading to more precise and effective healthcare delivery.</a:t>
            </a:r>
            <a:br/>
            <a:r>
              <a:t>- By utilizing advanced algorithms and machine learning, AI can analyze extensive datasets to predict disease risk, optimize treatment plans, and determine the most suitable therapies for each patient.</a:t>
            </a:r>
            <a:br/>
            <a:r>
              <a:t>- This personalized approach enhances healthcare outcomes by providing targeted and efficient medical care customized to the specific needs of patients.</a:t>
            </a:r>
            <a:br/>
            <a:r>
              <a:t>- AI technology enables healthcare professionals to make informed decisions based on data-driven insights, ultimately improving patient outcomes and the overall quality of care.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2 Title: Safeguarding Patient Privacy in AI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Patient privacy is a critical concern in AI healthcare, as the use of sensitive data by AI algorithms raises ethical issues regarding data protection and confidentiality.</a:t>
            </a:r>
            <a:br/>
            <a:r>
              <a:t>- Data security measures must be implemented to prevent data breaches and unauthorized access to medical records, ensuring the confidentiality and integrity of patient information in AI systems.</a:t>
            </a:r>
            <a:br/>
            <a:r>
              <a:t>- Compliance with regulatory standards and guidelines is essential to safeguard patient privacy and maintain data security in AI healthcare practices.</a:t>
            </a:r>
            <a:br/>
            <a:r>
              <a:t>- Transparency in the collection, storage, and use of patient data is crucial to build trust with patients and ensure ethical AI practices in healthcare settings.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Utilizing Machine Learning for Medical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in medical diagnostics use pattern recognition and data analysis to assist in disease prediction and treatment optimization.</a:t>
            </a:r>
            <a:br/>
            <a:r>
              <a:t>- AI technologies like machine learning have shown promising results in accurately diagnosing complex diseases such as cancer, diabetes, and heart conditions.</a:t>
            </a:r>
            <a:br/>
            <a:r>
              <a:t>- The utilization of AI in medical diagnostics enables early disease detection, leading to timely interventions and improved patient outcomes.</a:t>
            </a:r>
            <a:br/>
            <a:r>
              <a:t>- AI applications in medical diagnostics extend to analyzing various types of medical data, including genetic information, imaging studies, and patient health records.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Cost Efficiency with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technology can optimize staff schedules by analyzing patient data and predicting healthcare demand, reducing labor costs and improving resource allocation.</a:t>
            </a:r>
            <a:br/>
            <a:r>
              <a:t>- Predictive analytics tools powered by AI can help healthcare providers identify high-risk patients and intervene early, ultimately reducing hospital readmissions and associated costs.</a:t>
            </a:r>
            <a:br/>
            <a:r>
              <a:t>- AI-driven automation of administrative tasks such as billing, coding, and scheduling can enhance operational efficiency, saving time and reducing human error in healthcare facilities.</a:t>
            </a:r>
            <a:br/>
            <a:r>
              <a:t>- Implementing AI-powered predictive analytics can assist in forecasting patient outcomes, enabling healthcare organizations to proactively address potential issues and optimize treatment plans for cost-effective care.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Addressing Bias in AI Algorithms for Healthcare Pros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Addressing bias in AI algorithms requires continuous monitoring and auditing to ensure fairness and equity in healthcare decision-making processes.</a:t>
            </a:r>
            <a:br/>
            <a:r>
              <a:t>- Healthcare professionals need to undergo training on recognizing and mitigating biases in AI algorithms to maintain high standards of patient care.</a:t>
            </a:r>
            <a:br/>
            <a:r>
              <a:t>- Collaborating with data scientists and ethicists can help healthcare professionals navigate the complexities of bias in AI algorithms and implement strategies for unbiased healthcare delivery.</a:t>
            </a:r>
            <a:br/>
            <a:r>
              <a:t>- Implementing diversity and inclusion measures in AI algorithm development teams can help minimize biases and promote a more inclusive healthcare system.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Improving Patient Outcomes with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Regulatory challenges in AI medical technology include the need for clear guidelines on AI algorithm usage, the complexity of AI systems, and rapid technological advancements.</a:t>
            </a:r>
            <a:br/>
            <a:r>
              <a:t>- Healthcare regulations, such as those by the FDA, are crucial for ensuring the safety and effectiveness of AI applications in medical diagnostics and treatment.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"Personalized Medicine and Tailored Treatment"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medical diagnostics utilizes machine learning algorithms trained on vast amounts of data to identify patterns and make predictions for accurate disease diagnosis</a:t>
            </a:r>
            <a:br/>
            <a:r>
              <a:t>- Early detection of diseases such as cancer, diabetes, and heart disease is facilitated by AI technology, leading to improved patient outcomes</a:t>
            </a:r>
            <a:br/>
            <a:r>
              <a:t>- AI assists healthcare professionals in developing tailored treatment plans based on predictive analytics, optimizing interventions for individual patients</a:t>
            </a:r>
            <a:br/>
            <a:r>
              <a:t>- The use of AI in medical diagnostics enhances the precision of disease risk prediction, treatment plan optimization, and identification of effective therapies for personalized patient care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Medical Education with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technologies in medical education can provide personalized learning experiences through virtual patient simulations and adaptive learning platforms</a:t>
            </a:r>
            <a:br/>
            <a:r>
              <a:t>- Real-time feedback mechanisms in AI integration help students practice clinical skills and decision-making in a safe environment</a:t>
            </a:r>
            <a:br/>
            <a:r>
              <a:t>- Educators can utilize AI to track student progress, identify areas for improvement, and customize educational content to cater to individual learning styles</a:t>
            </a:r>
            <a:br/>
            <a:r>
              <a:t>- AI integration in medical education enhances students' clinical skills, decision-making abilities, and critical thinking for their future roles in healthcare professions.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The Role of AI in Personalized Medicine - https://www.ncbi.nlm.nih.gov/pmc/articles/PMC7572694/</a:t>
            </a:r>
            <a:br/>
            <a:r>
              <a:t>[33] The Role of AI in Medical Education - https://www.ncbi.nlm.nih.gov/pmc/articles/PMC6237594/</a:t>
            </a:r>
            <a:br/>
            <a:r>
              <a:t>[34] Integration of AI in Medical Education - https://www.ncbi.nlm.nih.gov/pmc/articles/PMC7488014/</a:t>
            </a:r>
            <a:br/>
            <a:r>
              <a:t>[35] The Cost-Saving Potential of AI in Healthcare - https://www.healthcareitnews.com/news/how-ai-can-help-cut-costs-healthcare</a:t>
            </a:r>
            <a:br/>
            <a:r>
              <a:t>[36] Role of AI in Personalized Medicine - https://www.ncbi.nlm.nih.gov/pmc/articles/PMC6632446/</a:t>
            </a:r>
            <a:br/>
            <a:r>
              <a:t>[37] Regulatory Challenges in AI Medical Technology - https://www.ncbi.nlm.nih.gov/pmc/articles/PMC7152862/</a:t>
            </a:r>
            <a:br/>
            <a:r>
              <a:t>[38] Current Applications of AI in Medical Diagnostics - https://www.healthit.gov/topic/health-it-initiatives/artificial-intelligence</a:t>
            </a:r>
            <a:br/>
            <a:r>
              <a:t>[39] Ethical Considerations in AI Use in Medical Technology - https://www.ncbi.nlm.nih.gov/pmc/articles/PMC7258289/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