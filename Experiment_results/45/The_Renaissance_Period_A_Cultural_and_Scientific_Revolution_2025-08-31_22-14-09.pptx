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The Renaissance Period: A Cultural and Scientific Revolution</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Key Historical Context of the Renaissance Period</a:t>
            </a:r>
          </a:p>
        </p:txBody>
      </p:sp>
      <p:sp>
        <p:nvSpPr>
          <p:cNvPr id="3" name="Content Placeholder 2"/>
          <p:cNvSpPr>
            <a:spLocks noGrp="1"/>
          </p:cNvSpPr>
          <p:nvPr>
            <p:ph idx="1"/>
          </p:nvPr>
        </p:nvSpPr>
        <p:spPr/>
        <p:txBody>
          <a:bodyPr/>
          <a:lstStyle/>
          <a:p>
            <a:pPr>
              <a:defRPr sz="1200"/>
            </a:pPr>
            <a:r>
              <a:t>- Humanism in the Renaissance emphasized the realistic depiction of the human form and exploration of human emotions and achievements in art</a:t>
            </a:r>
            <a:br/>
            <a:r>
              <a:t>- Humanist ideals encouraged artists to focus on individualism and human experience, moving away from the religious themes of the Middle Ages</a:t>
            </a:r>
            <a:br/>
            <a:r>
              <a:t>- The revival of classical ideals in Renaissance art led to the development of new artistic techniques and styles</a:t>
            </a:r>
            <a:br/>
            <a:r>
              <a:t>- Humanism played a crucial role in shaping the Renaissance art movement, influencing artists to create works that celebrated human creativity and expression</a:t>
            </a:r>
            <a:br/>
            <a:br/>
            <a:r>
              <a:t>Sources: [63]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Leonardo da Vinci: Renaissance Polymath</a:t>
            </a:r>
          </a:p>
        </p:txBody>
      </p:sp>
      <p:sp>
        <p:nvSpPr>
          <p:cNvPr id="3" name="Content Placeholder 2"/>
          <p:cNvSpPr>
            <a:spLocks noGrp="1"/>
          </p:cNvSpPr>
          <p:nvPr>
            <p:ph idx="1"/>
          </p:nvPr>
        </p:nvSpPr>
        <p:spPr/>
        <p:txBody>
          <a:bodyPr/>
          <a:lstStyle/>
          <a:p>
            <a:pPr>
              <a:defRPr sz="1200"/>
            </a:pPr>
            <a:r>
              <a:t>- Renaissance architecture emphasized the revival of classical forms, incorporating principles of symmetry, proportion, and geometry in design</a:t>
            </a:r>
            <a:br/>
            <a:r>
              <a:t>- Architects during this period aimed to create harmonious and balanced structures that reflected humanist values</a:t>
            </a:r>
            <a:br/>
            <a:r>
              <a:t>- Notable examples of Renaissance architecture include the dome of Florence Cathedral by Filippo Brunelleschi and the Palazzo Rucellai by Leon Battista Alberti</a:t>
            </a:r>
            <a:br/>
            <a:r>
              <a:t>- The impact of Renaissance architecture can be seen in the development of new building techniques, the use of perspective in design, and the creation of grandiose public buildings that symbolized the power and wealth of city-states</a:t>
            </a:r>
            <a:br/>
            <a:br/>
            <a:r>
              <a:t>Sources: [64]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Innovations in Art: Linear Perspective</a:t>
            </a:r>
          </a:p>
        </p:txBody>
      </p:sp>
      <p:sp>
        <p:nvSpPr>
          <p:cNvPr id="3" name="Content Placeholder 2"/>
          <p:cNvSpPr>
            <a:spLocks noGrp="1"/>
          </p:cNvSpPr>
          <p:nvPr>
            <p:ph idx="1"/>
          </p:nvPr>
        </p:nvSpPr>
        <p:spPr/>
        <p:txBody>
          <a:bodyPr/>
          <a:lstStyle/>
          <a:p>
            <a:pPr>
              <a:defRPr sz="1200"/>
            </a:pPr>
            <a:r>
              <a:t>- Linear perspective creates the illusion of depth by using converging lines that lead to a vanishing point on the horizon</a:t>
            </a:r>
            <a:br/>
            <a:r>
              <a:t>- Artists like Filippo Brunelleschi and Leon Battista Alberti applied mathematical principles to achieve accurate spatial representation in their artworks</a:t>
            </a:r>
            <a:br/>
            <a:r>
              <a:t>- This technique allowed artists to create more realistic and immersive compositions by accurately depicting the relationship between objects in space</a:t>
            </a:r>
            <a:br/>
            <a:r>
              <a:t>- Linear perspective revolutionized the way artists portrayed landscapes, architecture, and human figures in their artworks, leading to a more lifelike and dynamic representation of the world</a:t>
            </a:r>
            <a:br/>
            <a:br/>
            <a:r>
              <a:t>Sources: [65]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Humanism on Renaissance Art</a:t>
            </a:r>
          </a:p>
        </p:txBody>
      </p:sp>
      <p:sp>
        <p:nvSpPr>
          <p:cNvPr id="3" name="Content Placeholder 2"/>
          <p:cNvSpPr>
            <a:spLocks noGrp="1"/>
          </p:cNvSpPr>
          <p:nvPr>
            <p:ph idx="1"/>
          </p:nvPr>
        </p:nvSpPr>
        <p:spPr/>
        <p:txBody>
          <a:bodyPr/>
          <a:lstStyle/>
          <a:p>
            <a:pPr>
              <a:defRPr sz="1200"/>
            </a:pPr>
            <a:r>
              <a:t>- Linear perspective was a technique developed during the Renaissance period to create the illusion of depth in artworks by using converging lines that lead to a vanishing point on the horizon.</a:t>
            </a:r>
            <a:br/>
            <a:r>
              <a:t>- Artists such as Filippo Brunelleschi and Leon Battista Alberti applied mathematical principles to achieve accurate spatial representation in their artworks, revolutionizing the way space was depicted in art.</a:t>
            </a:r>
            <a:br/>
            <a:r>
              <a:t>- This innovative technique allowed artists to create more lifelike and immersive compositions by accurately portraying the relationship between objects in space.</a:t>
            </a:r>
            <a:br/>
            <a:r>
              <a:t>- The use of linear perspective in Renaissance art transformed the depiction of landscapes, architecture, and human figures, resulting in a more realistic and dynamic representation of the world.</a:t>
            </a:r>
            <a:br/>
            <a:br/>
            <a:r>
              <a:t>Sources: [66]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Renaissance Architecture Characteristics: Symmetry, Harmony, and Geometry</a:t>
            </a:r>
          </a:p>
        </p:txBody>
      </p:sp>
      <p:sp>
        <p:nvSpPr>
          <p:cNvPr id="3" name="Content Placeholder 2"/>
          <p:cNvSpPr>
            <a:spLocks noGrp="1"/>
          </p:cNvSpPr>
          <p:nvPr>
            <p:ph idx="1"/>
          </p:nvPr>
        </p:nvSpPr>
        <p:spPr/>
        <p:txBody>
          <a:bodyPr/>
          <a:lstStyle/>
          <a:p>
            <a:pPr>
              <a:defRPr sz="1200"/>
            </a:pPr>
            <a:r>
              <a:t>- Renaissance architects also incorporated the use of symmetry, harmony, and geometry in their designs to create visually pleasing and balanced structures that reflected the ideals of proportion and order.</a:t>
            </a:r>
            <a:br/>
            <a:r>
              <a:t>- The emphasis on symmetry in Renaissance architecture aimed to achieve a sense of equilibrium and beauty, often mirroring classical Greek and Roman architectural principles.</a:t>
            </a:r>
            <a:br/>
            <a:r>
              <a:t>- Geometry played a crucial role in the design process, with architects using mathematical proportions and geometric shapes to create harmonious and aesthetically pleasing buildings.</a:t>
            </a:r>
            <a:br/>
            <a:r>
              <a:t>- The integration of these elements in Renaissance architecture resulted in buildings that not only showcased technical skill but also conveyed a sense of balance, unity, and classical beauty.</a:t>
            </a:r>
            <a:br/>
            <a:br/>
            <a:r>
              <a:t>Sources: [67]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Nicolaus Copernicus: Heliocentric Revolution</a:t>
            </a:r>
          </a:p>
        </p:txBody>
      </p:sp>
      <p:sp>
        <p:nvSpPr>
          <p:cNvPr id="3" name="Content Placeholder 2"/>
          <p:cNvSpPr>
            <a:spLocks noGrp="1"/>
          </p:cNvSpPr>
          <p:nvPr>
            <p:ph idx="1"/>
          </p:nvPr>
        </p:nvSpPr>
        <p:spPr/>
        <p:txBody>
          <a:bodyPr/>
          <a:lstStyle/>
          <a:p>
            <a:pPr>
              <a:defRPr sz="1200"/>
            </a:pPr>
            <a:r>
              <a:t>- Patrons of the Renaissance period, such as the Medici family in Florence, played a pivotal role in supporting artists like Leonardo da Vinci and Michelangelo through commissioned artworks, enabling artistic freedom and creativity without financial constraints.</a:t>
            </a:r>
            <a:br/>
            <a:r>
              <a:t>- The relationship between artists and patrons during the Renaissance era extended beyond financial support, with patrons often influencing artistic themes, subject matter, and styles based on their personal preferences and social status.</a:t>
            </a:r>
            <a:br/>
            <a:r>
              <a:t>- Patronage in the Renaissance not only facilitated the creation of iconic artworks but also contributed to the social and cultural prestige of both the artists and the patrons themselves, shaping the artistic landscape of the time.</a:t>
            </a:r>
            <a:br/>
            <a:r>
              <a:t>- The Medici family, known for their influential patronage of the arts, not only supported renowned artists but also fostered intellectual and cultural exchanges, establishing Florence as a center of artistic innovation and creativity during the Renaissance period.</a:t>
            </a:r>
            <a:br/>
            <a:br/>
            <a:r>
              <a:t>Sources: [68]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Patronage in Renaissance Art</a:t>
            </a:r>
          </a:p>
        </p:txBody>
      </p:sp>
      <p:sp>
        <p:nvSpPr>
          <p:cNvPr id="3" name="Content Placeholder 2"/>
          <p:cNvSpPr>
            <a:spLocks noGrp="1"/>
          </p:cNvSpPr>
          <p:nvPr>
            <p:ph idx="1"/>
          </p:nvPr>
        </p:nvSpPr>
        <p:spPr/>
        <p:txBody>
          <a:bodyPr/>
          <a:lstStyle/>
          <a:p>
            <a:pPr>
              <a:defRPr sz="1200"/>
            </a:pPr>
            <a:r>
              <a:t>- Patrons in the Renaissance period, such as the Medici family in Florence, were key supporters of artists like Leonardo da Vinci, providing crucial financial backing for their commissioned artworks.</a:t>
            </a:r>
            <a:br/>
            <a:r>
              <a:t>- The relationship between artists and patrons during the Renaissance era extended beyond financial support, with patrons like the Medici family also fostering intellectual and cultural exchanges, contributing to the artistic innovation and creativity of the time.</a:t>
            </a:r>
            <a:br/>
            <a:r>
              <a:t>- Patronage in the Renaissance not only facilitated the creation of iconic artworks but also elevated the social and cultural prestige of both the artists and the patrons, shaping the artistic landscape and promoting artistic freedom.</a:t>
            </a:r>
            <a:br/>
            <a:r>
              <a:t>- The influence of patrons on Renaissance artists extended to themes, subject matter, and artistic styles, with patrons often dictating preferences based on personal tastes and social status, impacting the direction of artistic creations.</a:t>
            </a:r>
            <a:br/>
            <a:br/>
            <a:r>
              <a:t>Sources: [69]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Johannes Gutenberg's Printing Press: Revolutionizing Information Dissemination</a:t>
            </a:r>
          </a:p>
        </p:txBody>
      </p:sp>
      <p:sp>
        <p:nvSpPr>
          <p:cNvPr id="3" name="Content Placeholder 2"/>
          <p:cNvSpPr>
            <a:spLocks noGrp="1"/>
          </p:cNvSpPr>
          <p:nvPr>
            <p:ph idx="1"/>
          </p:nvPr>
        </p:nvSpPr>
        <p:spPr/>
        <p:txBody>
          <a:bodyPr/>
          <a:lstStyle/>
          <a:p>
            <a:pPr>
              <a:defRPr sz="1200"/>
            </a:pPr>
            <a:r>
              <a:t>- Gutenberg's printing press revolutionized information dissemination by allowing for mass production of books and printed materials through the use of moveable type.</a:t>
            </a:r>
            <a:br/>
            <a:r>
              <a:t>- The invention of the printing press by Johannes Gutenberg in 1440 played a crucial role in spreading knowledge and ideas during the Renaissance and beyond.</a:t>
            </a:r>
            <a:br/>
            <a:r>
              <a:t>- The printing press made books more accessible and affordable, transforming the way information was shared and contributing to the cultural and intellectual flourishing of the Renaissance period.</a:t>
            </a:r>
            <a:br/>
            <a:r>
              <a:t>- Gutenberg's innovative printing press technology significantly impacted the accessibility of literature and the dissemination of knowledge, shaping the development of society and culture during and after the Renaissance.</a:t>
            </a:r>
            <a:br/>
            <a:br/>
            <a:r>
              <a:t>Sources: [70]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[63] The Influence of Humanism on Renaissance Art - https://www.britannica.com/topic/humanism/Influence-on-the-visual-arts</a:t>
            </a:r>
            <a:br/>
            <a:r>
              <a:t>[64] Renaissance Architecture and Its Impact - https://www.britannica.com/art/Western-architecture/Renaissance</a:t>
            </a:r>
            <a:br/>
            <a:r>
              <a:t>[65] Linear Perspective - https://www.britannica.com/art/perspective-drawing</a:t>
            </a:r>
            <a:br/>
            <a:r>
              <a:t>[66] Michelangelo Buonarroti - https://www.biography.com/artist/michelangelo</a:t>
            </a:r>
            <a:br/>
            <a:r>
              <a:t>[67] Technological Innovations During the Renaissance - https://www.history.com/topics/renaissance/renaissance</a:t>
            </a:r>
            <a:br/>
            <a:r>
              <a:t>[68] Role of Patrons in Supporting Renaissance Artists - https://www.britannica.com/topic/patronage-art</a:t>
            </a:r>
            <a:br/>
            <a:r>
              <a:t>[69] Leonardo da Vinci - https://www.biography.com/artist/leonardo-da-vinci</a:t>
            </a:r>
            <a:br/>
            <a:r>
              <a:t>[70] Technological Innovations During the Renaissance - Printing Press - https://www.britannica.com/technology/printing-press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