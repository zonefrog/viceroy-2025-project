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Comprehensive Overview of Vaccine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Antigen Identification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Adjuvants are added to enhance the immune response to the vaccine, while stabilizers help maintain the vaccine's potency and effectiveness.</a:t>
            </a:r>
            <a:br/>
            <a:r>
              <a:t>- The formulation process is crucial in ensuring that the vaccine remains stable during storage and transportation.</a:t>
            </a:r>
            <a:br/>
            <a:r>
              <a:t>- Different delivery methods, such as injections, oral administration, nasal sprays, and patches, are used to administer vaccines depending on the type of vaccine and target population.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Vaccine Design and Formulation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Antigens are the key components in vaccine design, triggering the immune response against specific pathogens.</a:t>
            </a:r>
            <a:br/>
            <a:r>
              <a:t>- Adjuvants are crucial additives in vaccines to enhance the body's immune response, leading to a stronger and longer-lasting immunity.</a:t>
            </a:r>
            <a:br/>
            <a:r>
              <a:t>- Stabilizers play a vital role in maintaining the vaccine's effectiveness and potency over time, ensuring its efficacy during storage and transportation.</a:t>
            </a:r>
            <a:br/>
            <a:r>
              <a:t>- The formulation process involves precise combinations of antigens, adjuvants, stabilizers, and other components to create a stable and effective vaccine product.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"Preclinical Testing in Lab &amp; Animal Models"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Preclinical testing also includes assessing the vaccine candidate's immunogenicity, which measures its ability to induce an immune response in the body.</a:t>
            </a:r>
            <a:br/>
            <a:r>
              <a:t>- Toxicology studies in preclinical testing evaluate the potential adverse effects of the vaccine candidate on various organ systems in animal models.</a:t>
            </a:r>
            <a:br/>
            <a:r>
              <a:t>- Preclinical testing involves dose optimization to determine the most effective and safe dosage of the vaccine candidate for further development.</a:t>
            </a:r>
            <a:br/>
            <a:r>
              <a:t>- Exploring the vaccine candidate's stability and potency during preclinical testing is essential to ensure its effectiveness throughout storage and distribution.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Toxicity Studies in Vaccine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Toxicity studies in preclinical vaccine evaluation assess the potential adverse effects of the vaccine candidate on different organ systems in animal models.</a:t>
            </a:r>
            <a:br/>
            <a:r>
              <a:t>- These studies help researchers identify any safety concerns related to the vaccine candidate before proceeding to human clinical trials.</a:t>
            </a:r>
            <a:br/>
            <a:r>
              <a:t>- Understanding the toxicity profile is crucial for determining the safety margin, dosage regimen, and risk-benefit ratio of the vaccine candidate.</a:t>
            </a:r>
            <a:br/>
            <a:r>
              <a:t>- Toxicity studies provide valuable data to support regulatory approval by demonstrating the safety and tolerability of the vaccine candidate in preclinical testing.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Immunogenicity Testing for Vaccine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Post-marketing surveillance involves continuous monitoring of vaccine safety and effectiveness in real-world settings.</a:t>
            </a:r>
            <a:br/>
            <a:r>
              <a:t>- It helps in detecting rare or long-term side effects that may not have been observed during clinical trials.</a:t>
            </a:r>
            <a:br/>
            <a:r>
              <a:t>- Pharmacovigilance activities play a crucial role in ensuring that vaccines maintain their protective benefits while minimizing risks to individuals.</a:t>
            </a:r>
            <a:br/>
            <a:r>
              <a:t>- Public health authorities rely on post-marketing surveillance to identify and address any quality or administration issues that may arise with vaccines.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"Dose Optimization in Preclinical Studies"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Informed consent in vaccine research ensures that participants are fully informed about the study protocol, potential risks, and benefits of the vaccine being tested.</a:t>
            </a:r>
            <a:br/>
            <a:r>
              <a:t>- Participants must understand the voluntary nature of their participation and have the necessary information to make an educated decision about joining a clinical trial.</a:t>
            </a:r>
            <a:br/>
            <a:r>
              <a:t>- Transparency and accountability are key principles in maintaining openness and trust throughout the vaccine development process.</a:t>
            </a:r>
            <a:br/>
            <a:r>
              <a:t>- Equity in vaccine distribution aims to provide fair access to vaccines for all populations, particularly prioritizing those in low-income countries.</a:t>
            </a:r>
            <a:br/>
            <a:r>
              <a:t>- Ethical considerations in vaccine development also involve addressing any potential conflicts of interest and ensuring that the rights and well-being of participants are protected.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Importance of Informed Consent in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Monitoring adverse events following vaccination is a critical component of post-marketing surveillance to ensure ongoing safety and effectiveness of vaccines.</a:t>
            </a:r>
            <a:br/>
            <a:r>
              <a:t>- Healthcare providers and the public play a crucial role in reporting any potential adverse events related to vaccination to regulatory authorities for further investigation.</a:t>
            </a:r>
            <a:br/>
            <a:r>
              <a:t>- Continuous monitoring of vaccine safety post-approval helps in detecting rare side effects that may not have been evident during clinical trials.</a:t>
            </a:r>
            <a:br/>
            <a:r>
              <a:t>- Post-marketing surveillance aims to uphold public confidence in vaccines by swiftly addressing any safety concerns that may arise in real-world use.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Equity in Vaccine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Proper storage and handling of vaccines, following the 'cold chain' system, is crucial to maintain their potency and effectiveness.</a:t>
            </a:r>
            <a:br/>
            <a:r>
              <a:t>- Different vaccines may have specific temperature requirements, ranging from ultra-low temperatures like -70°C to standard refrigeration temperatures of 2-8°C.</a:t>
            </a:r>
            <a:br/>
            <a:r>
              <a:t>- Vaccine spoilage due to improper storage can lead to reduced efficacy and potential health risks for individuals receiving the vaccines.</a:t>
            </a:r>
            <a:br/>
            <a:r>
              <a:t>- Adherence to stringent storage protocols and monitoring of temperature conditions throughout the distribution chain are essential to ensure vaccine safety and efficacy.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[55] Vaccine Formulation and Delivery Methods Explained - https://www.who.int/immunization/research/development/vaccine_formulation_delivery/en/</a:t>
            </a:r>
            <a:br/>
            <a:r>
              <a:t>[56] Vaccine Development Process Explained - https://www.who.int/immunization/research/development/en/</a:t>
            </a:r>
            <a:br/>
            <a:r>
              <a:t>[57] Importance of Phase III Clinical Trials in Vaccine Development - https://www.fda.gov/patients/drug-development-process/step-3-clinical-research</a:t>
            </a:r>
            <a:br/>
            <a:r>
              <a:t>[58] Ethical Considerations in Vaccine Development - https://www.ncbi.nlm.nih.gov/pmc/articles/PMC7648252/</a:t>
            </a:r>
            <a:br/>
            <a:r>
              <a:t>[59] Importance of Post-Marketing Surveillance and Monitoring of Vaccines - https://www.who.int/vaccine_safety/initiative/tools/Post_Marketing_Surveillance.pdf</a:t>
            </a:r>
            <a:br/>
            <a:r>
              <a:t>[60] Informed Consent in Vaccine Development - https://www.ncbi.nlm.nih.gov/pmc/articles/PMC3190555/</a:t>
            </a:r>
            <a:br/>
            <a:r>
              <a:t>[61] Post-Marketing Surveillance and Monitoring of Vaccines - https://www.cdc.gov/vaccinesafety/ensuringsafety/monitoring/index.html</a:t>
            </a:r>
            <a:br/>
            <a:r>
              <a:t>[62] Vaccine Distribution and Storage Requirements - https://www.who.int/immunization/programmes_systems/supply_chain/en/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