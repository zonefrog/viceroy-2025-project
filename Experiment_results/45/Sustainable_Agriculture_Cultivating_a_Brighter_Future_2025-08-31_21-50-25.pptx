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Sustainable Agriculture: Cultivating a Brighter Future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Sustainable Agriculture: Definition and Importance</a:t>
            </a:r>
          </a:p>
        </p:txBody>
      </p:sp>
      <p:sp>
        <p:nvSpPr>
          <p:cNvPr id="3" name="Content Placeholder 2"/>
          <p:cNvSpPr>
            <a:spLocks noGrp="1"/>
          </p:cNvSpPr>
          <p:nvPr>
            <p:ph idx="1"/>
          </p:nvPr>
        </p:nvSpPr>
        <p:spPr/>
        <p:txBody>
          <a:bodyPr/>
          <a:lstStyle/>
          <a:p>
            <a:pPr>
              <a:defRPr sz="1200"/>
            </a:pPr>
            <a:r>
              <a:t>- Sustainable agriculture promotes biodiversity and ecosystem resilience, contributing to the overall health of the environment (Database Reference: Biodiversity conservation is a key aspect of sustainable agriculture, as it helps to maintain ecosystem services such as pollination, pest control, and soil fertility. By preserving natural habitats and minimizing chemical inputs, sustainable farming practices support a diverse range of plant and animal species).</a:t>
            </a:r>
            <a:br/>
            <a:br/>
            <a:r>
              <a:t>- Sustainable agriculture enhances water quality and availability through practices like conservation tillage, crop rotation, and agroforestry, reducing the negative impact of agriculture on water resources (Database Reference: Water conservation is a critical component of sustainable agriculture, as it helps to reduce water pollution, minimize soil erosion, and improve water quality. By implementing practices that enhance water infiltration and retention, farmers can mitigate the effects of climate change and ensure sustainable water management).</a:t>
            </a:r>
            <a:br/>
            <a:br/>
            <a:r>
              <a:t>Sources: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Benefits of Sustainable Agriculture for Farmers</a:t>
            </a:r>
          </a:p>
        </p:txBody>
      </p:sp>
      <p:sp>
        <p:nvSpPr>
          <p:cNvPr id="3" name="Content Placeholder 2"/>
          <p:cNvSpPr>
            <a:spLocks noGrp="1"/>
          </p:cNvSpPr>
          <p:nvPr>
            <p:ph idx="1"/>
          </p:nvPr>
        </p:nvSpPr>
        <p:spPr/>
        <p:txBody>
          <a:bodyPr/>
          <a:lstStyle/>
          <a:p>
            <a:pPr>
              <a:defRPr sz="1200"/>
            </a:pPr>
            <a:r>
              <a:t>- Healthy soils in sustainable agriculture support diverse microbial communities that play a key role in nutrient cycling and soil structure, reducing the need for chemical inputs and enhancing water retention.</a:t>
            </a:r>
            <a:br/>
            <a:r>
              <a:t>- Maintaining good soil health in sustainable agriculture practices improves water infiltration and retention, mitigating the effects of climate change and ensuring sustainable water management.</a:t>
            </a:r>
            <a:br/>
            <a:br/>
            <a:r>
              <a:t>Sources: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Environmental Benefits of Sustainable Agriculture</a:t>
            </a:r>
          </a:p>
        </p:txBody>
      </p:sp>
      <p:sp>
        <p:nvSpPr>
          <p:cNvPr id="3" name="Content Placeholder 2"/>
          <p:cNvSpPr>
            <a:spLocks noGrp="1"/>
          </p:cNvSpPr>
          <p:nvPr>
            <p:ph idx="1"/>
          </p:nvPr>
        </p:nvSpPr>
        <p:spPr/>
        <p:txBody>
          <a:bodyPr/>
          <a:lstStyle/>
          <a:p>
            <a:pPr>
              <a:defRPr sz="1200"/>
            </a:pPr>
            <a:r>
              <a:t>- Water conservation techniques in sustainable agriculture focus on reducing water usage while maintaining crop productivity. Some common techniques include implementing efficient irrigation methods such as drip irrigation, which delivers water directly to the roots of plants, reducing evaporation.</a:t>
            </a:r>
            <a:br/>
            <a:r>
              <a:t>- Rainwater harvesting is another effective technique where rainwater is collected and stored for later use in irrigation. These techniques help farmers reduce water waste and promote sustainable water management practices.</a:t>
            </a:r>
            <a:br/>
            <a:br/>
            <a:r>
              <a:t>Sources: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Soil Health in Sustainable Agriculture</a:t>
            </a:r>
          </a:p>
        </p:txBody>
      </p:sp>
      <p:sp>
        <p:nvSpPr>
          <p:cNvPr id="3" name="Content Placeholder 2"/>
          <p:cNvSpPr>
            <a:spLocks noGrp="1"/>
          </p:cNvSpPr>
          <p:nvPr>
            <p:ph idx="1"/>
          </p:nvPr>
        </p:nvSpPr>
        <p:spPr/>
        <p:txBody>
          <a:bodyPr/>
          <a:lstStyle/>
          <a:p>
            <a:pPr>
              <a:defRPr sz="2400"/>
            </a:pPr>
            <a:r>
              <a:t>- Healthy soils can reduce the need for chemical inputs by promoting natural nutrient cycling processes, leading to cost savings for farmers.</a:t>
            </a:r>
            <a:br/>
            <a:r>
              <a:t>- Soil health plays a crucial role in improving water retention within the soil, helping to mitigate water scarcity issues and increasing drought resilience in agricultural systems.</a:t>
            </a:r>
            <a:br/>
            <a:br/>
            <a:r>
              <a:t>Sources: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Effective Water Conservation Techniques</a:t>
            </a:r>
          </a:p>
        </p:txBody>
      </p:sp>
      <p:sp>
        <p:nvSpPr>
          <p:cNvPr id="3" name="Content Placeholder 2"/>
          <p:cNvSpPr>
            <a:spLocks noGrp="1"/>
          </p:cNvSpPr>
          <p:nvPr>
            <p:ph idx="1"/>
          </p:nvPr>
        </p:nvSpPr>
        <p:spPr/>
        <p:txBody>
          <a:bodyPr/>
          <a:lstStyle/>
          <a:p>
            <a:pPr>
              <a:defRPr sz="1200"/>
            </a:pPr>
            <a:r>
              <a:t>- Agroforestry involves integrating trees and shrubs into agricultural landscapes to provide additional benefits such as shade, windbreaks, and improved biodiversity.</a:t>
            </a:r>
            <a:br/>
            <a:r>
              <a:t>- Crop rotation is a practice where different crops are planted in a specific sequence to reduce soil erosion, improve soil fertility, and control pests and diseases.</a:t>
            </a:r>
            <a:br/>
            <a:r>
              <a:t>- Cover cropping involves planting cover crops like legumes or grasses during the off-season to protect and enrich the soil.</a:t>
            </a:r>
            <a:br/>
            <a:r>
              <a:t>- No-till farming minimizes soil disturbance by avoiding plowing, helping retain soil moisture, reduce erosion, and preserve soil structure.</a:t>
            </a:r>
            <a:br/>
            <a:r>
              <a:t>- Integrated pest management focuses on preventing pest problems through techniques such as crop rotation, biological controls, and use of pest-resistant varieties.</a:t>
            </a:r>
            <a:br/>
            <a:br/>
            <a:r>
              <a:t>Sources: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The Role of Biodiversity in Agriculture</a:t>
            </a:r>
          </a:p>
        </p:txBody>
      </p:sp>
      <p:sp>
        <p:nvSpPr>
          <p:cNvPr id="3" name="Content Placeholder 2"/>
          <p:cNvSpPr>
            <a:spLocks noGrp="1"/>
          </p:cNvSpPr>
          <p:nvPr>
            <p:ph idx="1"/>
          </p:nvPr>
        </p:nvSpPr>
        <p:spPr/>
        <p:txBody>
          <a:bodyPr/>
          <a:lstStyle/>
          <a:p>
            <a:pPr>
              <a:defRPr sz="1200"/>
            </a:pPr>
            <a:r>
              <a:t>- Biodiversity in agriculture promotes natural pest control, reducing the need for chemical pesticides and enhancing crop protection.</a:t>
            </a:r>
            <a:br/>
            <a:r>
              <a:t>- Diverse crop systems help in building soil fertility and resilience, leading to increased yields and long-term sustainability.</a:t>
            </a:r>
            <a:br/>
            <a:r>
              <a:t>- Conservation of native pollinators like wild bees and other insects is essential for ensuring effective pollination and fruit set in agricultural crops.</a:t>
            </a:r>
            <a:br/>
            <a:r>
              <a:t>- Maintaining a diverse plant community in agricultural landscapes supports beneficial insects that contribute to pest management and ecosystem balance.</a:t>
            </a:r>
            <a:br/>
            <a:br/>
            <a:r>
              <a:t>Sources: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Energy Efficiency in Agriculture</a:t>
            </a:r>
          </a:p>
        </p:txBody>
      </p:sp>
      <p:sp>
        <p:nvSpPr>
          <p:cNvPr id="3" name="Content Placeholder 2"/>
          <p:cNvSpPr>
            <a:spLocks noGrp="1"/>
          </p:cNvSpPr>
          <p:nvPr>
            <p:ph idx="1"/>
          </p:nvPr>
        </p:nvSpPr>
        <p:spPr/>
        <p:txBody>
          <a:bodyPr/>
          <a:lstStyle/>
          <a:p>
            <a:pPr>
              <a:defRPr sz="1200"/>
            </a:pPr>
            <a:r>
              <a:t>- Implementing energy-saving practices like efficient irrigation systems and machinery can help reduce energy consumption in agriculture.</a:t>
            </a:r>
            <a:br/>
            <a:r>
              <a:t>- Utilizing renewable energy sources such as solar power and wind power can further enhance energy efficiency on farms.</a:t>
            </a:r>
            <a:br/>
            <a:r>
              <a:t>- Incorporating biogas from organic waste as an alternative energy source can reduce reliance on fossil fuels and decrease carbon footprint.</a:t>
            </a:r>
            <a:br/>
            <a:r>
              <a:t>- Maximizing energy efficiency in agriculture not only benefits the environment but also helps in cutting down operating costs for farmers.</a:t>
            </a:r>
            <a:br/>
            <a:br/>
            <a:r>
              <a:t>Sources: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Economic Benefits of Sustainable Agriculture</a:t>
            </a:r>
          </a:p>
        </p:txBody>
      </p:sp>
      <p:sp>
        <p:nvSpPr>
          <p:cNvPr id="3" name="Content Placeholder 2"/>
          <p:cNvSpPr>
            <a:spLocks noGrp="1"/>
          </p:cNvSpPr>
          <p:nvPr>
            <p:ph idx="1"/>
          </p:nvPr>
        </p:nvSpPr>
        <p:spPr/>
        <p:txBody>
          <a:bodyPr/>
          <a:lstStyle/>
          <a:p>
            <a:pPr>
              <a:defRPr sz="1200"/>
            </a:pPr>
            <a:r>
              <a:t>- Sustainable agriculture practices can lead to increased farm profitability by reducing input costs and improving soil health and fertility.</a:t>
            </a:r>
            <a:br/>
            <a:r>
              <a:t>- Farmers practicing sustainable agriculture can experience higher crop yields, further enhancing their economic benefits.</a:t>
            </a:r>
            <a:br/>
            <a:r>
              <a:t>- The demand for sustainably produced food from consumers creates new market opportunities for farmers engaged in sustainable agriculture.</a:t>
            </a:r>
            <a:br/>
            <a:r>
              <a:t>- Economic benefits of sustainable agriculture extend beyond cost savings to include increased profitability and market opportunities.</a:t>
            </a:r>
            <a:br/>
            <a:br/>
            <a:r>
              <a:t>Sources: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[8] Benefits of Sustainable Agriculture - https://www.nrdc.org/stories/5-benefits-sustainable-agriculture</a:t>
            </a:r>
            <a:br/>
            <a:r>
              <a:t>[9] The Importance of Soil Health in Sustainable Agriculture - https://www.nrcs.usda.gov/wps/portal/nrcs/main/national/soils/health/</a:t>
            </a:r>
            <a:br/>
            <a:r>
              <a:t>[10] Water Conservation Techniques in Sustainable Agriculture - https://www.nrcs.usda.gov/wps/portal/nrcs/main/national/soils/water/</a:t>
            </a:r>
            <a:br/>
            <a:r>
              <a:t>[11] Maximizing Economic Benefits of Sustainable Agriculture - https://www.agriculture.com/successful-farming/maximizing-the-economic-benefits-of-sustainable-agriculture</a:t>
            </a:r>
            <a:br/>
            <a:r>
              <a:t>[12] Types of Sustainable Agriculture Practices - https://www.nrcs.usda.gov/wps/portal/nrcs/main/national/soils/health/</a:t>
            </a:r>
            <a:br/>
            <a:r>
              <a:t>[13] Role of Biodiversity in Sustainable Agriculture - https://www.nature.com/scitable/knowledge/library/biodiversity-and-sustainable-agriculture-17059965/</a:t>
            </a:r>
            <a:br/>
            <a:r>
              <a:t>[14] Energy Efficiency in Agricultural Practices - https://www.sciencedirect.com/science/article/pii/S0308521X19304177</a:t>
            </a:r>
            <a:br/>
            <a:r>
              <a:t>[15] Economic Benefits of Sustainable Agriculture - https://www.usda.gov/topics/organic/economic-benefits-organic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