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Exploring the Digital Landscape: Trends, Challenges, and Opportunities in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The Multimedia Evolution in Digital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tools can assist writers in generating content and predicting trends in the literary landscape.</a:t>
            </a:r>
            <a:br/>
            <a:r>
              <a:t>- Natural language processing technologies analyze text data to provide insights for research and idea generation.</a:t>
            </a:r>
            <a:br/>
            <a:r>
              <a:t>- Machine learning algorithms are capable of automating content creation, from news articles to poetry.</a:t>
            </a:r>
            <a:br/>
            <a:r>
              <a:t>- AI tools can offer feedback to writers on aspects such as style, grammar, and structure to enhance their craft.</a:t>
            </a:r>
            <a:br/>
            <a:br/>
            <a:r>
              <a:t>Sources: [24]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AI Applications in Content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Preserving digital literature presents unique challenges compared to traditional printed works, such as file format obsolescence, hardware compatibility, and digital decay.</a:t>
            </a:r>
            <a:br/>
            <a:r>
              <a:t>- Archiving digital literary works requires specialized techniques to ensure long-term accessibility and readability for future generations.</a:t>
            </a:r>
            <a:br/>
            <a:r>
              <a:t>- Strategies for preserving digital literature include implementing metadata standards, creating backup copies in multiple formats, and regularly monitoring and updating digital archives.</a:t>
            </a:r>
            <a:br/>
            <a:r>
              <a:t>- Long-term preservation of digital texts involves collaboration between authors, publishers, libraries, and archival institutions to safeguard digital literary works for future cultural heritage.</a:t>
            </a:r>
            <a:br/>
            <a:br/>
            <a:r>
              <a:t>Sources: [25]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Transitioning to E-books: Changing Reading Preferences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Developing digital literacy skills enables readers to critically evaluate online sources, differentiate between factual and opinion-based content, and engage with digital texts effectively.</a:t>
            </a:r>
            <a:br/>
            <a:r>
              <a:t>- With the proliferation of e-books and online platforms, readers must possess the ability to navigate the digital landscape, discerning reliable information from misinformation.</a:t>
            </a:r>
            <a:br/>
            <a:r>
              <a:t>- Acquiring digital literacy skills empowers readers to make informed decisions about the credibility and relevance of online content, enhancing their overall reading experience.</a:t>
            </a:r>
            <a:br/>
            <a:r>
              <a:t>- The shift towards digital formats necessitates readers to adapt and develop digital literacy competencies to engage meaningfully with a wide range of digital literary works.</a:t>
            </a:r>
            <a:br/>
            <a:br/>
            <a:r>
              <a:t>Sources: [26]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Navigating the Internet: Importance of Digital Literacy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Internet navigation is crucial for readers to effectively search for and locate relevant information online.</a:t>
            </a:r>
            <a:br/>
            <a:r>
              <a:t>- Critical evaluation skills enable readers to assess the credibility and reliability of online sources, helping them make informed decisions about the information they encounter.</a:t>
            </a:r>
            <a:br/>
            <a:r>
              <a:t>- Media literacy plays a vital role in helping readers analyze and interpret various forms of media, enhancing their ability to engage with digital content.</a:t>
            </a:r>
            <a:br/>
            <a:r>
              <a:t>- Data literacy empowers readers to interpret and understand data and statistics, enabling them to make sense of information presented in digital formats.</a:t>
            </a:r>
            <a:br/>
            <a:br/>
            <a:r>
              <a:t>Sources: [27]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Ethical Guidelines in Digital Publishing: Copyright &amp; Plagiarism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Copyright laws also extend to digital content, protecting the rights of authors and publishers in online publishing platforms.</a:t>
            </a:r>
            <a:br/>
            <a:r>
              <a:t>- Plagiarism detection software can help identify instances of unintentional plagiarism by comparing a writer's work with existing online content.</a:t>
            </a:r>
            <a:br/>
            <a:r>
              <a:t>- Proper attribution practices involve crediting the original source of information or ideas to avoid plagiarism and uphold ethical standards in digital publishing.</a:t>
            </a:r>
            <a:br/>
            <a:r>
              <a:t>- Transparency in authorship includes disclosing any potential conflicts of interest, affiliations, or funding sources to maintain credibility and transparency with readers.</a:t>
            </a:r>
            <a:br/>
            <a:br/>
            <a:r>
              <a:t>Sources: [28]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Engaging with Online Reading Communities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Virtual book clubs and online reading communities offer a platform for readers to engage in meaningful discussions and share insights on literary works in a digital setting.</a:t>
            </a:r>
            <a:br/>
            <a:r>
              <a:t>- Participation in online reading communities allows individuals to connect with like-minded readers from diverse backgrounds, fostering a sense of belonging and camaraderie in the digital space.</a:t>
            </a:r>
            <a:br/>
            <a:r>
              <a:t>- Online platforms for literary discussions provide a space for readers to explore new genres, authors, and perspectives, broadening their reading horizons and enhancing their overall reading experience.</a:t>
            </a:r>
            <a:br/>
            <a:r>
              <a:t>- Building a digital reading community enables readers to exchange recommendations, discover hidden literary gems, and cultivate a deeper appreciation for literature through collaborative engagement.</a:t>
            </a:r>
            <a:br/>
            <a:br/>
            <a:r>
              <a:t>Sources: [29]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The Role of AI in Literature: Trend Analysis through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algorithms can assist writers in tasks such as plot development, character creation, and generating entire stories, revolutionizing the content creation process in literature.</a:t>
            </a:r>
            <a:br/>
            <a:r>
              <a:t>- Personalized reading recommendations based on user preferences and reading habits are being generated by AI technology, enhancing the reader's experience and promoting diverse literary exploration.</a:t>
            </a:r>
            <a:br/>
            <a:r>
              <a:t>- AI is utilized to analyze and predict trends in the publishing industry, providing valuable insights for authors, publishers, and literary professionals to adapt to the evolving landscape effectively.</a:t>
            </a:r>
            <a:br/>
            <a:br/>
            <a:r>
              <a:t>Sources: [30]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Challenges of Digital Literature Preservation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Preservation of digital literature requires specialized techniques to combat file format obsolescence and digital decay, ensuring the long-term accessibility of literary works.</a:t>
            </a:r>
            <a:br/>
            <a:r>
              <a:t>- Technological advancements pose challenges to the preservation of digital texts, as hardware compatibility issues can impact the ability to access older file formats over time.</a:t>
            </a:r>
            <a:br/>
            <a:r>
              <a:t>- Archiving strategies for digital literature involve developing sustainable methods to store and protect literary works, safeguarding them for future generations.</a:t>
            </a:r>
            <a:br/>
            <a:r>
              <a:t>- Librarians and archivists play a crucial role in actively working to devise effective preservation strategies for digital literature, utilizing expertise in digital archiving and preservation practices.</a:t>
            </a:r>
            <a:br/>
            <a:br/>
            <a:r>
              <a:t>Sources: [31]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[24] Artificial Intelligence in Literature: A New Frontier - https://www.theatlantic.com/technology/archive/2019/06/how-artificial-intelligence-is-helping-write-books/591876/</a:t>
            </a:r>
            <a:br/>
            <a:r>
              <a:t>[25] Preservation Challenges for Digital Literature - https://www.journals.uchicago.edu/doi/abs/10.1086/662388</a:t>
            </a:r>
            <a:br/>
            <a:r>
              <a:t>[26] The Importance of Digital Literacy Skills for Modern Readers - https://www.edutopia.org/digital-literacy-skills-importance-modern-world</a:t>
            </a:r>
            <a:br/>
            <a:r>
              <a:t>[27] The Top 10 Digital Literacy Skills for Modern Readers - https://www.educatorstechnology.com/2021/03/top-10-digital-literacy-skills-every.html</a:t>
            </a:r>
            <a:br/>
            <a:r>
              <a:t>[28] Ethical Considerations in Digital Publishing: An Overview - https://www.publishingtalk.eu/digital-publishing/ethical-considerations-in-digital-publishing/</a:t>
            </a:r>
            <a:br/>
            <a:r>
              <a:t>[29] The Benefits of Joining Virtual Book Clubs and Online Reading Communities - https://bookriot.com/online-book-clubs/</a:t>
            </a:r>
            <a:br/>
            <a:r>
              <a:t>[30] The Role of Artificial Intelligence in Literature - https://www.forbes.com/sites/forbestechcouncil/2020/06/18/how-ai-is-shaping-the-future-of-literature/?sh=5d8f2a8c5b48</a:t>
            </a:r>
            <a:br/>
            <a:r>
              <a:t>[31] The Future of Storytelling in a Digital World - https://www.forbes.com/sites/forbestechcouncil/2020/08/03/the-future-of-storytelling-in-a-digital-world/?sh=1e0b5c5e6b8d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