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Advancements in Medical Technology: Enhancing Healthcare through 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Revolutionizing Medical Imaging with AI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Wearable health monitoring devices, including smartwatches and fitness trackers, allow individuals to track real-time health metrics like heart rate, activity levels, and sleep patterns.</a:t>
            </a:r>
            <a:br/>
            <a:r>
              <a:t>- The data collected by these devices offers valuable insights into overall health and can aid in the early detection of potential health issues.</a:t>
            </a:r>
            <a:br/>
            <a:r>
              <a:t>- Advancements in technology are expected to further enhance wearable health monitoring devices, enabling them to monitor a wider range of health metrics and provide more accurate data.</a:t>
            </a:r>
            <a:br/>
            <a:br/>
            <a:r>
              <a:t>Sources: [32]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Types of Medical Imaging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AI can analyze medical images, such as X-rays, MRIs, and CT scans, to identify patterns and abnormalities that may not be visible to the human eye.</a:t>
            </a:r>
            <a:br/>
            <a:r>
              <a:t>- This integration of artificial intelligence and machine learning algorithms has revolutionized the field of radiology and has the potential to greatly impact the future of healthcare.</a:t>
            </a:r>
            <a:br/>
            <a:r>
              <a:t>- AI-powered medical imaging technologies have significantly improved the accuracy and efficiency of diagnostic imaging procedures, leading to earlier detection of diseases and better patient outcomes.</a:t>
            </a:r>
            <a:br/>
            <a:br/>
            <a:r>
              <a:t>Sources: [33]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"AI in Diagnostic Imaging: Enhancing Disease Detection"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AI in diagnostic imaging utilizes machine learning algorithms to analyze medical images like X-rays, MRIs, and CT scans, detecting intricate patterns and abnormalities that may go unnoticed by human radiologists.</a:t>
            </a:r>
            <a:br/>
            <a:r>
              <a:t>- The integration of artificial intelligence in radiology has transformed the field by enhancing diagnostic accuracy and efficiency, ultimately leading to earlier disease detection and improved patient outcomes.</a:t>
            </a:r>
            <a:br/>
            <a:r>
              <a:t>- AI-powered medical imaging technologies have revolutionized the interpretation of complex imaging studies, enabling radiologists to make more informed decisions and provide personalized treatment plans for patients.</a:t>
            </a:r>
            <a:br/>
            <a:r>
              <a:t>- By leveraging AI algorithms, diagnostic imaging procedures have become more streamlined and effective, allowing for rapid and precise identification of various diseases and conditions in patients.</a:t>
            </a:r>
            <a:br/>
            <a:br/>
            <a:r>
              <a:t>Sources: [34]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"Enhancing Healthcare with 3D Imaging Technology"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- 3D medical imaging technology enables the creation of detailed, high-resolution images that provide a comprehensive view of internal structures, allowing healthcare professionals to visualize organs and tissues in unprecedented detail.</a:t>
            </a:r>
            <a:br/>
            <a:r>
              <a:t>- The advanced visualization capabilities of 3D imaging technology enhance the accuracy of diagnosis and surgical planning by providing a more precise understanding of anatomical structures and pathology.</a:t>
            </a:r>
            <a:br/>
            <a:r>
              <a:t>- 3D medical imaging technology facilitates the customization of treatment plans for patients through personalized imaging techniques, tailoring interventions based on individual anatomical variations and disease characteristics.</a:t>
            </a:r>
            <a:br/>
            <a:r>
              <a:t>- Early disease detection and improved treatment monitoring are achieved through the use of 3D imaging technology, enabling healthcare providers to track disease progression and treatment response more effectively.</a:t>
            </a:r>
            <a:br/>
            <a:br/>
            <a:r>
              <a:t>Sources: [35]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Robotic Surgery: Precision and Patient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Robotic-assisted surgery systems, such as the da Vinci Surgical System, offer enhanced dexterity and control to surgeons, allowing for precise movements during complex procedures.</a:t>
            </a:r>
            <a:br/>
            <a:r>
              <a:t>- The utilization of robotic systems in surgery has shown promising results in improving patient outcomes, reducing recovery times, and minimizing the risk of post-operative complications.</a:t>
            </a:r>
            <a:br/>
            <a:br/>
            <a:r>
              <a:t>Sources: [36]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Da Vinci Surgical System: Precision in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The Da Vinci Surgical System enables surgeons to perform complex surgeries with enhanced dexterity and control, leading to improved patient outcomes and reduced recovery times.</a:t>
            </a:r>
            <a:br/>
            <a:r>
              <a:t>- Robotic technology in the Da Vinci Surgical System enhances surgical capabilities, allowing for precise movements and minimizing the risk of complications.</a:t>
            </a:r>
            <a:br/>
            <a:r>
              <a:t>- The Da Vinci Surgical System is widely utilized in specialties such as urology, gynecology, and orthopedics, showcasing its versatility and effectiveness in various medical fields.</a:t>
            </a:r>
            <a:br/>
            <a:r>
              <a:t>- With its robotic technology, the Da Vinci Surgical System offers advanced capabilities that revolutionize traditional surgical procedures, providing a new level of precision and efficiency in the operating room.</a:t>
            </a:r>
            <a:br/>
            <a:br/>
            <a:r>
              <a:t>Sources: [37]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"Advancements in Surgical Robotics"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Integration of artificial intelligence algorithms in surgical robotics technology to enhance decision-making and improve procedural outcomes.</a:t>
            </a:r>
            <a:br/>
            <a:r>
              <a:t>- Advancements in haptic feedback systems within surgical robots to provide surgeons with a sense of touch and better spatial awareness during procedures.</a:t>
            </a:r>
            <a:br/>
            <a:r>
              <a:t>- Implementation of augmented reality overlays in surgical robotics for real-time guidance and visualization of anatomical structures.</a:t>
            </a:r>
            <a:br/>
            <a:r>
              <a:t>- Utilization of machine learning algorithms in surgical robotics to analyze data and optimize surgical techniques for personalized patient care.</a:t>
            </a:r>
            <a:br/>
            <a:br/>
            <a:r>
              <a:t>Sources: [38]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Nanotechnology in Drug Delivery: Targeted Therapy Revolution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Nanoparticles can be designed to encapsulate drugs and deliver them directly to target cells, enhancing therapeutic outcomes and reducing systemic toxicity.</a:t>
            </a:r>
            <a:br/>
            <a:r>
              <a:t>- The use of nanotechnology in drug delivery allows for the development of multifunctional nanoparticles that can combine therapeutic agents, imaging agents, and targeting ligands in a single platform.</a:t>
            </a:r>
            <a:br/>
            <a:r>
              <a:t>- Nanoparticle drug delivery systems enable the crossing of biological barriers, such as the blood-brain barrier, to deliver drugs to previously inaccessible sites in the body.</a:t>
            </a:r>
            <a:br/>
            <a:r>
              <a:t>- Targeted drug delivery using nanoparticles can improve patient compliance by reducing the frequency of drug administration and minimizing adverse effects on healthy tissues.</a:t>
            </a:r>
            <a:br/>
            <a:br/>
            <a:r>
              <a:t>Sources: [39]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[32] The Future of Wearable Health Monitoring Devices - https://www.ncbi.nlm.nih.gov/pmc/articles/PMC5855908/</a:t>
            </a:r>
            <a:br/>
            <a:r>
              <a:t>[33] Advancements in Medical Imaging Technology - https://www.healthit.gov/topic/imaging</a:t>
            </a:r>
            <a:br/>
            <a:r>
              <a:t>[34] CRISPR-Cas9: Revolutionizing Gene Editing in Personalized Medicine - https://www.ncbi.nlm.nih.gov/pmc/articles/PMC5901549/</a:t>
            </a:r>
            <a:br/>
            <a:r>
              <a:t>[35] The Benefits of Telemedicine and Remote Patient Monitoring - https://www.ncbi.nlm.nih.gov/pmc/articles/PMC4103576/</a:t>
            </a:r>
            <a:br/>
            <a:r>
              <a:t>[36] Advancements in Surgical Robotics Technology - https://www.mayoclinic.org/tests-procedures/robotic-surgery/about/pac-20394974</a:t>
            </a:r>
            <a:br/>
            <a:r>
              <a:t>[37] Gene Editing in Personalized Medicine - https://www.ncbi.nlm.nih.gov/pmc/articles/PMC5900960/</a:t>
            </a:r>
            <a:br/>
            <a:r>
              <a:t>[38] Bioprinting for Tissue Regeneration: Current Advances and Applications - https://www.ncbi.nlm.nih.gov/pmc/articles/PMC7066162/</a:t>
            </a:r>
            <a:br/>
            <a:r>
              <a:t>[39] Nanoparticle Drug Delivery Systems: Advancements and Applications - https://www.ncbi.nlm.nih.gov/pmc/articles/PMC2676774/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