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Navigating Immigration: Policies, Integration, and Cultural Impact</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Types of Immigration Policies: Overview</a:t>
            </a:r>
          </a:p>
        </p:txBody>
      </p:sp>
      <p:sp>
        <p:nvSpPr>
          <p:cNvPr id="3" name="Content Placeholder 2"/>
          <p:cNvSpPr>
            <a:spLocks noGrp="1"/>
          </p:cNvSpPr>
          <p:nvPr>
            <p:ph idx="1"/>
          </p:nvPr>
        </p:nvSpPr>
        <p:spPr/>
        <p:txBody>
          <a:bodyPr/>
          <a:lstStyle/>
          <a:p>
            <a:pPr>
              <a:defRPr sz="2400"/>
            </a:pPr>
            <a:r>
              <a:t>- Dual citizenship allows individuals to enjoy benefits such as the right to live and work in multiple countries and access to social services.</a:t>
            </a:r>
            <a:br/>
            <a:r>
              <a:t>- Challenges of dual citizenship may include potential conflicts of interest, tax implications, and military service obligations.</a:t>
            </a:r>
            <a:br/>
            <a:br/>
            <a:r>
              <a:t>Sources: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Economic Impact of Immigration Policies</a:t>
            </a:r>
          </a:p>
        </p:txBody>
      </p:sp>
      <p:sp>
        <p:nvSpPr>
          <p:cNvPr id="3" name="Content Placeholder 2"/>
          <p:cNvSpPr>
            <a:spLocks noGrp="1"/>
          </p:cNvSpPr>
          <p:nvPr>
            <p:ph idx="1"/>
          </p:nvPr>
        </p:nvSpPr>
        <p:spPr/>
        <p:txBody>
          <a:bodyPr/>
          <a:lstStyle/>
          <a:p>
            <a:pPr>
              <a:defRPr sz="1200"/>
            </a:pPr>
            <a:r>
              <a:t>- Immigration policies can impact national economies by filling labor shortages, promoting economic growth through entrepreneurship and innovation, and increasing consumer demand.</a:t>
            </a:r>
            <a:br/>
            <a:r>
              <a:t>- Concerns about the economic impact of immigration policies include potential strain on social services, downward pressure on wages in certain sectors, and cultural tensions that may arise.</a:t>
            </a:r>
            <a:br/>
            <a:r>
              <a:t>- The economic effects of immigration policies can vary based on factors like the skill level of admitted immigrants, integration policies in place, and the overall economic conditions of the host country.</a:t>
            </a:r>
            <a:br/>
            <a:br/>
            <a:r>
              <a:t>Sources: [73]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Shifts in Immigration Policies Over Time</a:t>
            </a:r>
          </a:p>
        </p:txBody>
      </p:sp>
      <p:sp>
        <p:nvSpPr>
          <p:cNvPr id="3" name="Content Placeholder 2"/>
          <p:cNvSpPr>
            <a:spLocks noGrp="1"/>
          </p:cNvSpPr>
          <p:nvPr>
            <p:ph idx="1"/>
          </p:nvPr>
        </p:nvSpPr>
        <p:spPr/>
        <p:txBody>
          <a:bodyPr/>
          <a:lstStyle/>
          <a:p>
            <a:pPr>
              <a:defRPr sz="1200"/>
            </a:pPr>
            <a:r>
              <a:t>- The Immigration and Nationality Act of 1965 abolished national origin quotas and shifted towards emphasizing family reunification and skilled labor in the United States.</a:t>
            </a:r>
            <a:br/>
            <a:r>
              <a:t>- The mid-20th century saw a transition from restrictive immigration policies to more inclusive measures, allowing for greater diversity in immigrant admissions.</a:t>
            </a:r>
            <a:br/>
            <a:r>
              <a:t>- Changes in immigration policies have been influenced by social and political factors, such as labor demands, civil rights movements, and global conflicts.</a:t>
            </a:r>
            <a:br/>
            <a:r>
              <a:t>- The evolution of immigration policies reflects shifting societal attitudes towards diversity, integration, and human rights.</a:t>
            </a:r>
            <a:br/>
            <a:br/>
            <a:r>
              <a:t>Sources: [74]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Assimilation in Immigration"</a:t>
            </a:r>
          </a:p>
        </p:txBody>
      </p:sp>
      <p:sp>
        <p:nvSpPr>
          <p:cNvPr id="3" name="Content Placeholder 2"/>
          <p:cNvSpPr>
            <a:spLocks noGrp="1"/>
          </p:cNvSpPr>
          <p:nvPr>
            <p:ph idx="1"/>
          </p:nvPr>
        </p:nvSpPr>
        <p:spPr/>
        <p:txBody>
          <a:bodyPr/>
          <a:lstStyle/>
          <a:p>
            <a:pPr>
              <a:defRPr sz="1200"/>
            </a:pPr>
            <a:r>
              <a:t>- Cultural assimilation involves the adoption of customs, attitudes, and language of the dominant culture in a society.</a:t>
            </a:r>
            <a:br/>
            <a:r>
              <a:t>- Immigrants may adopt new cultural practices to integrate into their new society.</a:t>
            </a:r>
            <a:br/>
            <a:r>
              <a:t>- Balancing cultural preservation with assimilation is a key consideration in immigration discussions.</a:t>
            </a:r>
            <a:br/>
            <a:r>
              <a:t>- The debate between assimilation and preservation continues in immigration policies and practices.</a:t>
            </a:r>
            <a:br/>
            <a:r>
              <a:t>- Cultural assimilation refers to the process where individuals or groups from different cultures adopt the customs, attitudes, and language of the dominant culture in a society.</a:t>
            </a:r>
            <a:br/>
            <a:r>
              <a:t>- Cultural preservation involves maintaining one's cultural identity, traditions, and practices even after migrating to a new country.</a:t>
            </a:r>
            <a:br/>
            <a:br/>
            <a:r>
              <a:t>Sources: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Preservation in Immigration</a:t>
            </a:r>
          </a:p>
        </p:txBody>
      </p:sp>
      <p:sp>
        <p:nvSpPr>
          <p:cNvPr id="3" name="Content Placeholder 2"/>
          <p:cNvSpPr>
            <a:spLocks noGrp="1"/>
          </p:cNvSpPr>
          <p:nvPr>
            <p:ph idx="1"/>
          </p:nvPr>
        </p:nvSpPr>
        <p:spPr/>
        <p:txBody>
          <a:bodyPr/>
          <a:lstStyle/>
          <a:p>
            <a:pPr>
              <a:defRPr sz="1200"/>
            </a:pPr>
            <a:r>
              <a:t>- Cultural competency training for government officials is crucial in ensuring that they have the knowledge and skills to effectively engage with diverse populations.</a:t>
            </a:r>
            <a:br/>
            <a:r>
              <a:t>- This type of training helps officials understand different cultural norms, values, and communication styles, allowing them to better serve and represent all members of society.</a:t>
            </a:r>
            <a:br/>
            <a:r>
              <a:t>- By promoting cultural competency, government officials can create more inclusive policies and programs that address the needs of various cultural groups.</a:t>
            </a:r>
            <a:br/>
            <a:br/>
            <a:r>
              <a:t>Sources: [76]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"Legal Status of Dual Citizenship: Implications"</a:t>
            </a:r>
          </a:p>
        </p:txBody>
      </p:sp>
      <p:sp>
        <p:nvSpPr>
          <p:cNvPr id="3" name="Content Placeholder 2"/>
          <p:cNvSpPr>
            <a:spLocks noGrp="1"/>
          </p:cNvSpPr>
          <p:nvPr>
            <p:ph idx="1"/>
          </p:nvPr>
        </p:nvSpPr>
        <p:spPr/>
        <p:txBody>
          <a:bodyPr/>
          <a:lstStyle/>
          <a:p>
            <a:pPr>
              <a:defRPr sz="1200"/>
            </a:pPr>
            <a:r>
              <a:t>- Dual citizenship, also known as dual nationality, refers to a person's legal status in which they are a citizen of two countries simultaneously.</a:t>
            </a:r>
            <a:br/>
            <a:r>
              <a:t>- The laws regarding dual citizenship vary from country to country, with some nations allowing it, while others do not.</a:t>
            </a:r>
            <a:br/>
            <a:r>
              <a:t>- The implications of dual citizenship can include the ability to travel freely between the two countries, access to social benefits in both nations, and the right to vote in elections in both countries.</a:t>
            </a:r>
            <a:br/>
            <a:r>
              <a:t>- Challenges may arise such as potential conflicts of interest, tax implications, and military service obligations.</a:t>
            </a:r>
            <a:br/>
            <a:br/>
            <a:r>
              <a:t>Sources: [77]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"Supporting Immigrant Integration: Language, Job, Social"</a:t>
            </a:r>
          </a:p>
        </p:txBody>
      </p:sp>
      <p:sp>
        <p:nvSpPr>
          <p:cNvPr id="3" name="Content Placeholder 2"/>
          <p:cNvSpPr>
            <a:spLocks noGrp="1"/>
          </p:cNvSpPr>
          <p:nvPr>
            <p:ph idx="1"/>
          </p:nvPr>
        </p:nvSpPr>
        <p:spPr/>
        <p:txBody>
          <a:bodyPr/>
          <a:lstStyle/>
          <a:p>
            <a:pPr>
              <a:defRPr sz="1200"/>
            </a:pPr>
            <a:r>
              <a:t>- Social integration programs for immigrants aim to help newcomers adapt and thrive in their new host country by providing language classes, cultural orientation, job training, and social support services.</a:t>
            </a:r>
            <a:br/>
            <a:r>
              <a:t>- These programs play a crucial role in facilitating the integration process by offering essential resources and assistance to help immigrants navigate the challenges of settling in a new country.</a:t>
            </a:r>
            <a:br/>
            <a:r>
              <a:t>- Participation in social integration programs can empower immigrants to become active members of society and contribute positively to their new communities.</a:t>
            </a:r>
            <a:br/>
            <a:r>
              <a:t>- By enhancing communication skills, employment opportunities, and social connections, these programs support immigrants in building a successful and fulfilling life in their host country.</a:t>
            </a:r>
            <a:br/>
            <a:br/>
            <a:r>
              <a:t>Sources: [78]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Refugee Resettlement Programs: Essential Support for Integration</a:t>
            </a:r>
          </a:p>
        </p:txBody>
      </p:sp>
      <p:sp>
        <p:nvSpPr>
          <p:cNvPr id="3" name="Content Placeholder 2"/>
          <p:cNvSpPr>
            <a:spLocks noGrp="1"/>
          </p:cNvSpPr>
          <p:nvPr>
            <p:ph idx="1"/>
          </p:nvPr>
        </p:nvSpPr>
        <p:spPr/>
        <p:txBody>
          <a:bodyPr/>
          <a:lstStyle/>
          <a:p>
            <a:pPr>
              <a:defRPr sz="1200"/>
            </a:pPr>
            <a:r>
              <a:t>- Refugee resettlement programs are essential initiatives designed to help refugees establish new lives in a host country.</a:t>
            </a:r>
            <a:br/>
            <a:r>
              <a:t>- These programs typically offer housing, language classes, job training, and cultural orientation to facilitate refugees' integration into their new communities.</a:t>
            </a:r>
            <a:br/>
            <a:r>
              <a:t>- Government agencies, non-profit organizations, and community groups are key players in running refugee resettlement programs.</a:t>
            </a:r>
            <a:br/>
            <a:r>
              <a:t>- The ultimate goal of these programs is to promote self-sufficiency among refugees and support their successful adaptation to their new environment.</a:t>
            </a:r>
            <a:br/>
            <a:br/>
            <a:r>
              <a:t>Sources: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[72] Dual Citizenship Laws and Implications: Entry 2 - https://www.migrationpolicy.org/article/dual-citizenship-who-benefits</a:t>
            </a:r>
            <a:br/>
            <a:r>
              <a:t>[73] The Impact of Immigration on National Economies - https://www.brookings.edu/research/immigration-and-the-american-economy/</a:t>
            </a:r>
            <a:br/>
            <a:r>
              <a:t>[74] Historical Trends in Immigration Policies - https://www.history.com/news/immigration-policy-us-world-history</a:t>
            </a:r>
            <a:br/>
            <a:r>
              <a:t>[75] Cultural Assimilation vs Cultural Preservation in Immigration - https://www.migrationpolicy.org/article/assimilation-and-its-discontents</a:t>
            </a:r>
            <a:br/>
            <a:r>
              <a:t>[76] The Importance of Cultural Competency Training for Government Officials - https://www.hhs.gov/clas/training/index.html</a:t>
            </a:r>
            <a:br/>
            <a:r>
              <a:t>[77] Dual Citizenship Laws and Implications - https://www.migrationpolicy.org/article/dual-citizenship-advantages-and-disadvantages</a:t>
            </a:r>
            <a:br/>
            <a:r>
              <a:t>[78] Social Integration Programs for Immigrants - https://www.migrationpolicy.org/article/integration-immigrants-and-their-children-policies-lessons-and-challenges</a:t>
            </a:r>
            <a:br/>
            <a:r>
              <a:t>[79] Refugee Resettlement Programs: An Overview - https://www.unhcr.org/refugee-resettlement.html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