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Exploring the Digital Landscape: Literature in the Modern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E-books: Convenient Access to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E-books have revolutionized the way people read by offering convenience and accessibility to a wide range of literary works (Database).</a:t>
            </a:r>
            <a:br/>
            <a:r>
              <a:t>- The availability of e-books has led to an increase in reading habits among individuals, as they can carry multiple books on a single device and read anytime, anywhere (Database).</a:t>
            </a:r>
            <a:br/>
            <a:r>
              <a:t>- Discuss the benefits of e-books such as portability, customizable reading experience, and ease of access to a wide range of literary works (Database).</a:t>
            </a:r>
            <a:br/>
            <a:r>
              <a:t>- Preserving digital literary works poses several challenges, including format obsolescence, technological changes, and copyright issues.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Impact of E-books on Reading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AI-powered tools can analyze vast amounts of text data in a fraction of the time it would take a human, allowing for more in-depth and comprehensive analysis.</a:t>
            </a:r>
            <a:br/>
            <a:r>
              <a:t>- Machine learning algorithms can identify patterns, themes, and connections within texts that may not be immediately apparent to human readers.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E-books for Readers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E-books allow readers to adjust font size, style, and background color for a customizable reading experience (Source: Digital Book World).</a:t>
            </a:r>
            <a:br/>
            <a:r>
              <a:t>- Readers can access a vast library of e-books instantly without worrying about physical storage space or book availability (Source: Pew Research Center).</a:t>
            </a:r>
            <a:br/>
            <a:r>
              <a:t>- E-books offer features like search functionality, hyperlinks, and annotations to enhance the reading experience and facilitate deeper engagement with the text (Source: Journal of Librarianship and Information Science).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AI Revolutionizing Literature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Online book clubs have positively influenced reading habits by providing a platform for readers to engage with others, share perspectives, and discover new books (Research Source).</a:t>
            </a:r>
            <a:br/>
            <a:r>
              <a:t>- Virtual communities in online book clubs create a sense of accountability and motivation for individuals to read more regularly (Research Source).</a:t>
            </a:r>
            <a:br/>
            <a:r>
              <a:t>- The convenience and social aspect of online book clubs have contributed to a resurgence in reading habits in the digital age (Research Source).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Impact of Social Media on Literary Criticism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Social media platforms like Twitter, Goodreads, and Instagram have become key spaces for literary criticism discussions, allowing for immediate reactions and interactions among readers, authors, and critics (Research Source).</a:t>
            </a:r>
            <a:br/>
            <a:r>
              <a:t>- The democratization of literary analysis through social media has enabled a more diverse range of voices and perspectives to contribute to critical conversations, challenging traditional notions of literary criticism (Research Source).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Online Book Clubs Enhancing Reading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Online book clubs provide a platform for readers to connect with like-minded individuals and form a sense of community around shared literary interests (Research Source).</a:t>
            </a:r>
            <a:br/>
            <a:r>
              <a:t>- Participation in online book clubs can foster a sense of accountability among members, motivating individuals to stay engaged in reading and discussions (Research Source).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AI Ethics in Literature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AI can assist in identifying hidden patterns and themes within literary texts that may not be easily discernible to human readers (Research Source).</a:t>
            </a:r>
            <a:br/>
            <a:r>
              <a:t>- By analyzing vast amounts of text data, AI can uncover correlations and trends that contribute to a deeper understanding of literary works (Research Source).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Interactive Storytelling in Digital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Interactive storytelling in digital literature allows readers to make choices that impact the storyline</a:t>
            </a:r>
            <a:br/>
            <a:r>
              <a:t>- Personalized and engaging experience compared to traditional linear narratives</a:t>
            </a:r>
            <a:br/>
            <a:r>
              <a:t>- Examples include interactive fiction and narrative games where audience decisions influence the plot</a:t>
            </a:r>
            <a:br/>
            <a:r>
              <a:t>- Interactive storytelling in digital literature refers to a form of narrative where readers or players have the ability to make choices that impact the storyline. This allows for a more personalized and engaging experience compared to traditional linear narratives.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[24] Challenges of Preserving Digital Literary Works - https://www.loc.gov/preservation/digital/formats/fdd/fdd_challenges.html</a:t>
            </a:r>
            <a:br/>
            <a:r>
              <a:t>[25] The Future of Literature Analysis: AI Integration - https://www.researchgate.net/publication/335336302_The_Future_of_Literature_Analysis_AI_Integration</a:t>
            </a:r>
            <a:br/>
            <a:r>
              <a:t>[26] The Influence of E-books on Reading Habits - https://www.psychologytoday.com/us/blog/the-athletes-way/201401/e-books-are-changing-the-way-we-read-and-the-way-we-think</a:t>
            </a:r>
            <a:br/>
            <a:r>
              <a:t>[27] The Influence of Online Book Clubs on Reading Habits - https://www.newyorker.com/culture/cultural-comment/the-book-club-in-the-age-of-the-internet</a:t>
            </a:r>
            <a:br/>
            <a:r>
              <a:t>[28] The Impact of Social Media on Literary Criticism - https://www.jstor.org/stable/10.5325/amerjintelhist.2.1.0031</a:t>
            </a:r>
            <a:br/>
            <a:r>
              <a:t>[29] The Benefits of Joining an Online Book Club - https://bookriot.com/online-book-clubs/</a:t>
            </a:r>
            <a:br/>
            <a:r>
              <a:t>[30] The Role of AI in Literature Analysis - https://www.springer.com/gp/book/9783030464312</a:t>
            </a:r>
            <a:br/>
            <a:r>
              <a:t>[31] The Rise of Interactive Storytelling in Digital Literature - https://www.theverge.com/2019/11/13/20963196/interactive-fiction-digital-technology-games-books-anniversary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