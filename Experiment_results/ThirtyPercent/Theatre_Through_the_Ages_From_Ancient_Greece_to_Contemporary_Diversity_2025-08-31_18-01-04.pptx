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Theatre Through the Ages: From Ancient Greece to Contemporary Diversity</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Thespis: First Actor in Greek Theater</a:t>
            </a:r>
          </a:p>
        </p:txBody>
      </p:sp>
      <p:sp>
        <p:nvSpPr>
          <p:cNvPr id="3" name="Content Placeholder 2"/>
          <p:cNvSpPr>
            <a:spLocks noGrp="1"/>
          </p:cNvSpPr>
          <p:nvPr>
            <p:ph idx="1"/>
          </p:nvPr>
        </p:nvSpPr>
        <p:spPr/>
        <p:txBody>
          <a:bodyPr/>
          <a:lstStyle/>
          <a:p>
            <a:pPr>
              <a:defRPr sz="1200"/>
            </a:pPr>
            <a:r>
              <a:t>- Thespis is often credited as the first actor in Greek theater</a:t>
            </a:r>
            <a:br/>
            <a:r>
              <a:t>- He introduced the concept of portraying characters on stage</a:t>
            </a:r>
            <a:br/>
            <a:r>
              <a:t>- Thespis performed during the 6th century BC in Athens</a:t>
            </a:r>
            <a:br/>
            <a:r>
              <a:t>- His innovations laid the foundation for the development of Greek theater</a:t>
            </a:r>
            <a:br/>
            <a:r>
              <a:t>- Theater in education enhances the educational experience by incorporating theatrical techniques into the curriculum, fostering creativity, critical thinking, and communication skills among students.</a:t>
            </a:r>
            <a:br/>
            <a:br/>
            <a:r>
              <a:t>Sources: [40]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Chorus: Voice of Ancient Greek Stage</a:t>
            </a:r>
          </a:p>
        </p:txBody>
      </p:sp>
      <p:sp>
        <p:nvSpPr>
          <p:cNvPr id="3" name="Content Placeholder 2"/>
          <p:cNvSpPr>
            <a:spLocks noGrp="1"/>
          </p:cNvSpPr>
          <p:nvPr>
            <p:ph idx="1"/>
          </p:nvPr>
        </p:nvSpPr>
        <p:spPr/>
        <p:txBody>
          <a:bodyPr/>
          <a:lstStyle/>
          <a:p>
            <a:pPr>
              <a:defRPr sz="1200"/>
            </a:pPr>
            <a:r>
              <a:t>- Ancient Greek theater originated in Athens in the 6th century BC, featuring performances in open-air amphitheaters</a:t>
            </a:r>
            <a:br/>
            <a:r>
              <a:t>- Playwrights like Aeschylus, Sophocles, and Euripides wrote famous tragedies and comedies exploring themes of mythology, politics, and human nature</a:t>
            </a:r>
            <a:br/>
            <a:r>
              <a:t>- Greek theater had a profound influence on the development of Western drama, shaping theatrical practices for centuries</a:t>
            </a:r>
            <a:br/>
            <a:r>
              <a:t>- The chorus in Ancient Greek theater served as the voice of the community, providing commentary on the action and themes of the play, enhancing the performance through song, dance, and poetry, and bridging the gap between the audience and actors on stage.</a:t>
            </a:r>
            <a:br/>
            <a:br/>
            <a:r>
              <a:t>Sources: [41]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Aeschylus: Masterful Storytelling Techniques</a:t>
            </a:r>
          </a:p>
        </p:txBody>
      </p:sp>
      <p:sp>
        <p:nvSpPr>
          <p:cNvPr id="3" name="Content Placeholder 2"/>
          <p:cNvSpPr>
            <a:spLocks noGrp="1"/>
          </p:cNvSpPr>
          <p:nvPr>
            <p:ph idx="1"/>
          </p:nvPr>
        </p:nvSpPr>
        <p:spPr/>
        <p:txBody>
          <a:bodyPr/>
          <a:lstStyle/>
          <a:p>
            <a:pPr>
              <a:defRPr sz="1200"/>
            </a:pPr>
            <a:r>
              <a:t>- Aeschylus' storytelling techniques often involved intricate plots and themes that delved into complex moral and ethical dilemmas, challenging audiences to reflect on justice, vengeance, and the consequences of human actions.</a:t>
            </a:r>
            <a:br/>
            <a:r>
              <a:t>- Aeschylus was known for his innovative use of multiple characters interacting on stage, creating dynamic relationships and conflicts that added depth and complexity to his plays, such as in "The Oresteia."</a:t>
            </a:r>
            <a:br/>
            <a:r>
              <a:t>- Aeschylus' mastery of storytelling techniques extended to his exploration of mythological narratives and historical events, weaving together elements of drama, tragedy, and poetic language to captivate and provoke emotional responses from audiences.</a:t>
            </a:r>
            <a:br/>
            <a:r>
              <a:t>- Through his works, Aeschylus paved the way for future playwrights to experiment with narrative structures, character development, and thematic depth in theater, establishing a legacy as a pioneering figure in the evolution of dramatic storytelling.</a:t>
            </a:r>
            <a:br/>
            <a:br/>
            <a:r>
              <a:t>Sources: [42]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Utilizing Emotional Memory in Stanislavski's System</a:t>
            </a:r>
          </a:p>
        </p:txBody>
      </p:sp>
      <p:sp>
        <p:nvSpPr>
          <p:cNvPr id="3" name="Content Placeholder 2"/>
          <p:cNvSpPr>
            <a:spLocks noGrp="1"/>
          </p:cNvSpPr>
          <p:nvPr>
            <p:ph idx="1"/>
          </p:nvPr>
        </p:nvSpPr>
        <p:spPr/>
        <p:txBody>
          <a:bodyPr/>
          <a:lstStyle/>
          <a:p>
            <a:pPr>
              <a:defRPr sz="1200"/>
            </a:pPr>
            <a:r>
              <a:t>- Stanislavski's System encourages actors to delve into their own personal memories to access genuine emotions for their performances, allowing for a deeper connection with the character and the audience.</a:t>
            </a:r>
            <a:br/>
            <a:r>
              <a:t>- The emotional memory technique in Stanislavski's System involves recalling specific sensory details and emotional states from past experiences to evoke authentic feelings in the present moment, enhancing the realism and depth of the performance.</a:t>
            </a:r>
            <a:br/>
            <a:br/>
            <a:r>
              <a:t>Sources: [43]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"Repetition Exercise in Meisner Technique"</a:t>
            </a:r>
          </a:p>
        </p:txBody>
      </p:sp>
      <p:sp>
        <p:nvSpPr>
          <p:cNvPr id="3" name="Content Placeholder 2"/>
          <p:cNvSpPr>
            <a:spLocks noGrp="1"/>
          </p:cNvSpPr>
          <p:nvPr>
            <p:ph idx="1"/>
          </p:nvPr>
        </p:nvSpPr>
        <p:spPr/>
        <p:txBody>
          <a:bodyPr/>
          <a:lstStyle/>
          <a:p>
            <a:pPr>
              <a:defRPr sz="1200"/>
            </a:pPr>
            <a:r>
              <a:t>- The Meisner Technique emphasizes the importance of being present in the moment and reacting truthfully to partner interactions.</a:t>
            </a:r>
            <a:br/>
            <a:r>
              <a:t>- Actors in the repetition exercise focus on listening and responding authentically to their scene partners, creating spontaneous and genuine exchanges.</a:t>
            </a:r>
            <a:br/>
            <a:r>
              <a:t>- The Meisner Technique aims to cultivate emotional honesty and vulnerability in performances through the repetition exercise.</a:t>
            </a:r>
            <a:br/>
            <a:r>
              <a:t>- Sanford Meisner's approach encourages actors to develop strong listening skills and emotional responsiveness, enhancing the believability of their portrayals on stage.</a:t>
            </a:r>
            <a:br/>
            <a:br/>
            <a:r>
              <a:t>Sources: [44]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Evolution of Globe Theatre Architecture</a:t>
            </a:r>
          </a:p>
        </p:txBody>
      </p:sp>
      <p:sp>
        <p:nvSpPr>
          <p:cNvPr id="3" name="Content Placeholder 2"/>
          <p:cNvSpPr>
            <a:spLocks noGrp="1"/>
          </p:cNvSpPr>
          <p:nvPr>
            <p:ph idx="1"/>
          </p:nvPr>
        </p:nvSpPr>
        <p:spPr/>
        <p:txBody>
          <a:bodyPr/>
          <a:lstStyle/>
          <a:p>
            <a:pPr>
              <a:defRPr sz="1200"/>
            </a:pPr>
            <a:r>
              <a:t>- The Globe Theatre's unique circular design and open-air seating were influenced by ancient Greek amphitheaters, showcasing a connection to classical theater architecture.</a:t>
            </a:r>
            <a:br/>
            <a:r>
              <a:t>- The thatched roof of the Globe Theatre provided a rustic charm and added to the immersive experience for the audience, reminiscent of outdoor performances in ancient Greece.</a:t>
            </a:r>
            <a:br/>
            <a:r>
              <a:t>- The Globe Theatre's capacity to accommodate up to 3,000 spectators allowed for a diverse range of social classes to engage with theater, mirroring the inclusive nature of ancient Greek amphitheaters.</a:t>
            </a:r>
            <a:br/>
            <a:r>
              <a:t>- The Globe Theatre's role in shaping the audience's experience and the performance itself reflects a continuation of the theatrical traditions and innovations seen in ancient Greek theater architecture.</a:t>
            </a:r>
            <a:br/>
            <a:br/>
            <a:r>
              <a:t>Sources: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Theater: Catalyst for Social Change</a:t>
            </a:r>
          </a:p>
        </p:txBody>
      </p:sp>
      <p:sp>
        <p:nvSpPr>
          <p:cNvPr id="3" name="Content Placeholder 2"/>
          <p:cNvSpPr>
            <a:spLocks noGrp="1"/>
          </p:cNvSpPr>
          <p:nvPr>
            <p:ph idx="1"/>
          </p:nvPr>
        </p:nvSpPr>
        <p:spPr/>
        <p:txBody>
          <a:bodyPr/>
          <a:lstStyle/>
          <a:p>
            <a:pPr>
              <a:defRPr sz="1200"/>
            </a:pPr>
            <a:r>
              <a:t>- Theater serves as a powerful platform for marginalized voices, allowing for the representation of diverse perspectives and experiences that may not be commonly seen in mainstream media.</a:t>
            </a:r>
            <a:br/>
            <a:r>
              <a:t>- The immersive nature of live theater performances creates a unique opportunity for audiences to engage with complex social issues in a direct and impactful way, fostering a deeper connection to the subject matter.</a:t>
            </a:r>
            <a:br/>
            <a:r>
              <a:t>- By addressing topics such as civil rights movements, LGBTQ+ rights, and environmental issues, theater can inspire reflection, dialogue, and action within communities, contributing to broader conversations about social change and equality.</a:t>
            </a:r>
            <a:br/>
            <a:br/>
            <a:r>
              <a:t>Sources: [46]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"Cultural Diversity in Contemporary Theater"</a:t>
            </a:r>
          </a:p>
        </p:txBody>
      </p:sp>
      <p:sp>
        <p:nvSpPr>
          <p:cNvPr id="3" name="Content Placeholder 2"/>
          <p:cNvSpPr>
            <a:spLocks noGrp="1"/>
          </p:cNvSpPr>
          <p:nvPr>
            <p:ph idx="1"/>
          </p:nvPr>
        </p:nvSpPr>
        <p:spPr/>
        <p:txBody>
          <a:bodyPr/>
          <a:lstStyle/>
          <a:p>
            <a:pPr>
              <a:defRPr sz="1200"/>
            </a:pPr>
            <a:r>
              <a:t>- Cultural diversity in theater amplifies the richness of storytelling by incorporating a wide range of perspectives, traditions, and languages, offering audiences a more inclusive and immersive theatrical experience.</a:t>
            </a:r>
            <a:br/>
            <a:r>
              <a:t>- It enables the exploration of complex social issues, historical events, and personal narratives through a diverse lens, challenging stereotypes and fostering empathy and understanding among viewers.</a:t>
            </a:r>
            <a:br/>
            <a:r>
              <a:t>- By showcasing underrepresented voices on stage, cultural diversity in theater not only reflects the realities of our diverse society but also empowers marginalized communities to share their stories authentically and contribute to the broader discourse on social justice and equality.</a:t>
            </a:r>
            <a:br/>
            <a:br/>
            <a:r>
              <a:t>Sources: [47]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[40] The Role of Theater in Education: Enhancing Learning Through Drama - https://www.edutopia.org/article/why-arts-education-critical-and-where-its-missing</a:t>
            </a:r>
            <a:br/>
            <a:r>
              <a:t>[41] Ancient Greek Theater - https://www.history.com/topics/ancient-history/greek-theater</a:t>
            </a:r>
            <a:br/>
            <a:r>
              <a:t>[42] Evolution of Theater Architecture - https://www.archdaily.com/883739/the-evolution-of-theater-architecture-from-the-ancient-greeks-to-modern-broadway</a:t>
            </a:r>
            <a:br/>
            <a:r>
              <a:t>[43] Stanislavski's System - https://www.britannica.com/art/Method-acting</a:t>
            </a:r>
            <a:br/>
            <a:r>
              <a:t>[44] Meisner Technique - https://www.backstage.com/magazine/article/meisner-technique-101-6821/</a:t>
            </a:r>
            <a:br/>
            <a:r>
              <a:t>[45] Evolution of Theatrical Costumes - https://www.playbill.com/article/a-brief-history-of-costume-design-in-theatre</a:t>
            </a:r>
            <a:br/>
            <a:r>
              <a:t>[46] The Social Impact of Theater - https://www.americantheatre.org/2017/11/29/the-social-impact-of-theater/</a:t>
            </a:r>
            <a:br/>
            <a:r>
              <a:t>[47] Cultural Diversity in Theater - https://www.americantheatre.org/2017/06/14/the-importance-of-cultural-diversity-in-theatre/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