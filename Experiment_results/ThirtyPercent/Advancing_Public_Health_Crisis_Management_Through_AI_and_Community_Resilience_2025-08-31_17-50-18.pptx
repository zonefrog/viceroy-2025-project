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Advancing Public Health Crisis Management Through AI and Community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Public Health Crisis Management: Definition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Coordinated response in public health crisis management involves multidisciplinary teams working together to address the crisis effectively.</a:t>
            </a:r>
            <a:br/>
            <a:r>
              <a:t>- Utilizing data-driven approaches to inform decision-making and response strategies is essential for successful crisis management.</a:t>
            </a:r>
            <a:br/>
            <a:r>
              <a:t>- Implementation of evidence-based interventions and best practices is key to reducing the impact of public health crises on communities.</a:t>
            </a:r>
            <a:br/>
            <a:r>
              <a:t>- Continuous evaluation and adaptation of response strategies based on emerging data and feedback are critical for the effectiveness of crisis management efforts.</a:t>
            </a:r>
            <a:br/>
            <a:br/>
            <a:r>
              <a:t>Sources: [16]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Building Community Resilience in Health Crises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Leveraging community resources and knowledge to enhance resilience through grassroots initiatives and partnerships.</a:t>
            </a:r>
            <a:br/>
            <a:r>
              <a:t>- Promoting community-based participatory research to involve residents in identifying needs, developing solutions, and implementing interventions.</a:t>
            </a:r>
            <a:br/>
            <a:r>
              <a:t>- Establishing sustainable community networks and support systems to ensure long-term resilience and preparedness.</a:t>
            </a:r>
            <a:br/>
            <a:r>
              <a:t>- Strengthening local leadership capacity to effectively coordinate response efforts and mobilize community resources during health crises.</a:t>
            </a:r>
            <a:br/>
            <a:br/>
            <a:r>
              <a:t>Sources: [17]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Effective Preparedness and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Utilizing emergency response simulation models to simulate crisis scenarios and evaluate response strategies for improved preparedness and coordination.</a:t>
            </a:r>
            <a:br/>
            <a:r>
              <a:t>- Identifying gaps in preparedness and optimizing resource allocation through the evaluation of different crisis scenarios in emergency response simulations.</a:t>
            </a:r>
            <a:br/>
            <a:br/>
            <a:r>
              <a:t>Sources: [18]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Applications in Early Outbreak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can help identify patterns and trends in health data for early detection of outbreaks.</a:t>
            </a:r>
            <a:br/>
            <a:r>
              <a:t>- AI provides real-time monitoring of public health indicators to track the spread of infectious diseases.</a:t>
            </a:r>
            <a:br/>
            <a:r>
              <a:t>- AI supports decision-making processes during crises by optimizing resource allocation.</a:t>
            </a:r>
            <a:br/>
            <a:r>
              <a:t>- AI applications in early outbreak detection enhance the efficiency and effectiveness of public health crisis management.</a:t>
            </a:r>
            <a:br/>
            <a:br/>
            <a:r>
              <a:t>Sources: [19]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AI for Disease Spread Tracking and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can leverage predictive analytics to forecast disease outbreaks based on historical and real-time data trends.</a:t>
            </a:r>
            <a:br/>
            <a:r>
              <a:t>- AI technologies can assist in identifying high-risk populations and geographic areas for targeted interventions.</a:t>
            </a:r>
            <a:br/>
            <a:r>
              <a:t>- Incorporating machine learning algorithms can improve the accuracy and speed of disease spread tracking and forecasting.</a:t>
            </a:r>
            <a:br/>
            <a:r>
              <a:t>- AI applications enable the integration of multiple data sources to provide a comprehensive view of the epidemiological landscape.</a:t>
            </a:r>
            <a:br/>
            <a:br/>
            <a:r>
              <a:t>Sources: [20]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for Resource Allocation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can optimize resource allocation by analyzing large datasets to predict disease outbreaks</a:t>
            </a:r>
            <a:br/>
            <a:r>
              <a:t>- AI helps track the spread of infectious diseases for real-time monitoring</a:t>
            </a:r>
            <a:br/>
            <a:r>
              <a:t>- AI aids in allocating resources effectively for response to outbreaks</a:t>
            </a:r>
            <a:br/>
            <a:r>
              <a:t>- Example: Using AI to predict the spread of a new flu strain and allocate vaccines accordingly</a:t>
            </a:r>
            <a:br/>
            <a:r>
              <a:t>- AI can leverage predictive analytics to forecast disease outbreaks based on historical and real-time data trends</a:t>
            </a:r>
            <a:br/>
            <a:r>
              <a:t>- AI technologies can assist in identifying high-risk populations and geographic areas for targeted interventions</a:t>
            </a:r>
            <a:br/>
            <a:br/>
            <a:r>
              <a:t>Sources: [21]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"Principles of Effective Risk Communication"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Effective risk communication strategies involve timely and transparent dissemination of information to the public</a:t>
            </a:r>
            <a:br/>
            <a:r>
              <a:t>- Use clear language, provide context, and address uncertainties to build trust and credibility</a:t>
            </a:r>
            <a:br/>
            <a:r>
              <a:t>- Utilize multiple communication channels such as social media, press releases, and community meetings to reach a wider audience</a:t>
            </a:r>
            <a:br/>
            <a:r>
              <a:t>- Engage with key stakeholders and experts to enhance the effectiveness of risk communication efforts</a:t>
            </a:r>
            <a:br/>
            <a:r>
              <a:t>- Effective risk communication helps manage public perception, minimize confusion, and promote compliance with recommended actions during a crisis</a:t>
            </a:r>
            <a:br/>
            <a:r>
              <a:t>- Empower individuals to make informed decisions through accurate information and addressing concerns</a:t>
            </a:r>
            <a:br/>
            <a:br/>
            <a:r>
              <a:t>Sources: [22]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Community Engagement in Crisis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Effective risk communication strategies involve timely and transparent dissemination of information to the public</a:t>
            </a:r>
            <a:br/>
            <a:r>
              <a:t>- Use clear language, provide context, and address uncertainties to build trust and credibility</a:t>
            </a:r>
            <a:br/>
            <a:r>
              <a:t>- Utilize multiple communication channels such as social media, press releases, and community meetings to reach a wider audience</a:t>
            </a:r>
            <a:br/>
            <a:r>
              <a:t>- Engage with key stakeholders and experts to enhance the effectiveness of risk communication efforts</a:t>
            </a:r>
            <a:br/>
            <a:r>
              <a:t>- Effective risk communication helps manage public perception, minimize confusion, and promote compliance with recommended actions during a crisis</a:t>
            </a:r>
            <a:br/>
            <a:r>
              <a:t>- Empower individuals to make informed decisions through accurate information and addressing concerns</a:t>
            </a:r>
            <a:br/>
            <a:r>
              <a:t>- Building trust through empathy and responsiveness is crucial in effective risk communication efforts</a:t>
            </a:r>
            <a:br/>
            <a:br/>
            <a:r>
              <a:t>Sources: [23]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[16] Key Strategies for Public Health Crisis Management - https://www.cdc.gov/cpr/readiness/00_docs/CDCynergy_Public_Health_Crisis_Management.pdf</a:t>
            </a:r>
            <a:br/>
            <a:r>
              <a:t>[17] Community Resilience Building: Strategies and Approaches - https://www.ncbi.nlm.nih.gov/pmc/articles/PMC7151435/</a:t>
            </a:r>
            <a:br/>
            <a:r>
              <a:t>[18] Emergency Response Simulation: A Critical Tool for Public Health Crisis Management - https://www.ncbi.nlm.nih.gov/pmc/articles/PMC7071368/</a:t>
            </a:r>
            <a:br/>
            <a:r>
              <a:t>[19] The Role of Artificial Intelligence in Public Health Crisis Management - https://www.ncbi.nlm.nih.gov/pmc/articles/PMC7144876/</a:t>
            </a:r>
            <a:br/>
            <a:r>
              <a:t>[20] The Importance of Continuous Training and Capacity Building in Public Health Crisis Management - https://www.ncbi.nlm.nih.gov/pmc/articles/PMC7152868/</a:t>
            </a:r>
            <a:br/>
            <a:r>
              <a:t>[21] Continuous Training and Capacity Building in Public Health Crisis Management - https://www.ncbi.nlm.nih.gov/pmc/articles/PMC7152823/</a:t>
            </a:r>
            <a:br/>
            <a:r>
              <a:t>[22] Risk Communication Strategies for Public Health Crisis Management - https://www.ncbi.nlm.nih.gov/pmc/articles/PMC7129375/</a:t>
            </a:r>
            <a:br/>
            <a:r>
              <a:t>[23] Effective Risk Communication Strategies in Public Health Crisis Management - https://www.ncbi.nlm.nih.gov/pmc/articles/PMC7152793/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