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Exploring Sustainable Agriculture: Soil Health, Biodiversity, and Resource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Understanding Sustainable Agriculture: 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Crop rotation helps prevent soil erosion and maintains soil fertility by diversifying the types of crops grown.</a:t>
            </a:r>
            <a:br/>
            <a:r>
              <a:t>- By rotating crops, farmers can break the life cycles of pests and diseases, reducing the need for chemical inputs.</a:t>
            </a:r>
            <a:br/>
            <a:r>
              <a:t>- Implementing crop rotation also promotes the efficient use of water resources and reduces the reliance on irrigation.</a:t>
            </a:r>
            <a:br/>
            <a:r>
              <a:t>- Sustainable agriculture practices like crop rotation contribute to climate change mitigation by sequestering carbon in the soil.</a:t>
            </a:r>
            <a:br/>
            <a:br/>
            <a:r>
              <a:t>Sources: [8]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Principles of Sustainable Agriculture: Soil, Biodiversity,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Agroforestry integrates trees and shrubs with crops and livestock to promote biodiversity and improve soil health</a:t>
            </a:r>
            <a:br/>
            <a:r>
              <a:t>- Agroforestry helps conserve water, enhance ecosystem resilience, and increase productivity and profitability</a:t>
            </a:r>
            <a:br/>
            <a:r>
              <a:t>- Combining agriculture and forestry practices in agroforestry mitigates environmental impacts and contributes to sustainable land management</a:t>
            </a:r>
            <a:br/>
            <a:r>
              <a:t>- Agroforestry systems play a key role in enhancing overall ecosystem health and sustainability</a:t>
            </a:r>
            <a:br/>
            <a:br/>
            <a:r>
              <a:t>Sources: [9]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Sustainable Agriculture: Soil, Yield,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Cover crops help improve soil health by increasing soil organic matter content and enhancing soil structure</a:t>
            </a:r>
            <a:br/>
            <a:r>
              <a:t>- Cover crops contribute to nutrient management by fixing nitrogen in the soil and recycling nutrients for future plant growth</a:t>
            </a:r>
            <a:br/>
            <a:r>
              <a:t>- Cover crops play a crucial role in suppressing weeds, reducing pest pressure, and promoting biodiversity in agricultural systems.</a:t>
            </a:r>
            <a:br/>
            <a:br/>
            <a:r>
              <a:t>Sources: [10]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Cover Crops: Improving Soil Health and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Green manure crops can improve soil fertility and suppress weeds, contributing to enhanced soil health</a:t>
            </a:r>
            <a:br/>
            <a:r>
              <a:t>- Planting green manure cover crops can help break pest and disease cycles, reducing the need for synthetic fertilizers</a:t>
            </a:r>
            <a:br/>
            <a:r>
              <a:t>- Green manure crops promote beneficial soil microorganisms, enhancing soil biodiversity and overall ecosystem health</a:t>
            </a:r>
            <a:br/>
            <a:br/>
            <a:r>
              <a:t>Sources: [11]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Soil Health with Cover Crops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Cover crops contribute to enhanced soil health by improving soil structure, reducing erosion, and increasing organic matter content</a:t>
            </a:r>
            <a:br/>
            <a:r>
              <a:t>- Cover crops play a crucial role in managing nutrients in the soil through processes like nitrogen fixation and nutrient recycling</a:t>
            </a:r>
            <a:br/>
            <a:r>
              <a:t>- Cover crops aid in suppressing weeds, reducing pest pressure, and promoting biodiversity in agricultural systems</a:t>
            </a:r>
            <a:br/>
            <a:r>
              <a:t>- Promoting soil biodiversity through cover crops helps reduce the need for chemical inputs and enhances crop resilience to environmental stress</a:t>
            </a:r>
            <a:br/>
            <a:br/>
            <a:r>
              <a:t>Sources: [12]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Weed Suppression and Pest Management with Cover Crops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Cover crops can also act as physical barriers that prevent weed seeds from germinating, further reducing weed pressure in agricultural fields</a:t>
            </a:r>
            <a:br/>
            <a:r>
              <a:t>- Some cover crops release allelochemicals that inhibit the growth of weeds and pests, providing an additional layer of weed suppression and pest management</a:t>
            </a:r>
            <a:br/>
            <a:r>
              <a:t>- Legume cover crops, such as clover and vetch, help fix atmospheric nitrogen into the soil, reducing the need for synthetic fertilizers and promoting nutrient cycling</a:t>
            </a:r>
            <a:br/>
            <a:r>
              <a:t>- Grass cover crops, like rye and oats, create a dense canopy that shades out weeds and provides habitat for beneficial insects that prey on pests.</a:t>
            </a:r>
            <a:br/>
            <a:br/>
            <a:r>
              <a:t>Sources: [13]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Vital Role of Soil Biodiversity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Microorganisms in the soil contribute to nutrient cycling, decomposition of organic matter, and overall soil health</a:t>
            </a:r>
            <a:br/>
            <a:r>
              <a:t>- These organisms break down organic materials into nutrients that plants can absorb, promoting healthy plant growth</a:t>
            </a:r>
            <a:br/>
            <a:r>
              <a:t>- Maintaining a diverse community of microorganisms is essential for sustainable agriculture practices</a:t>
            </a:r>
            <a:br/>
            <a:r>
              <a:t>- Microorganisms can suppress plant diseases and improve soil structure</a:t>
            </a:r>
            <a:br/>
            <a:br/>
            <a:r>
              <a:t>Sources: [14]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Maximizing Microorganisms for Soil Health &amp; Nutrient Cycling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Microorganisms play a crucial role in soil biodiversity and contribute to nutrient cycling, decomposition of organic matter, and overall soil health</a:t>
            </a:r>
            <a:br/>
            <a:r>
              <a:t>- These organisms break down organic materials into nutrients for plant absorption, promoting healthy plant growth</a:t>
            </a:r>
            <a:br/>
            <a:r>
              <a:t>- Maintaining a diverse community of microorganisms is essential for sustainable agriculture practices</a:t>
            </a:r>
            <a:br/>
            <a:r>
              <a:t>- Microorganisms can suppress plant diseases, improve soil structure, and enhance the overall resilience of the soil ecosystem</a:t>
            </a:r>
            <a:br/>
            <a:br/>
            <a:r>
              <a:t>Sources: [15]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[8] The Importance of Crop Rotation in Sustainable Agriculture - https://www.sare.org/Learning-Center/Books/Building-Soils-for-Better-Crops-3rd-Edition/Text-Version/Crop-Rotations/The-Benefits-of-Crop-Rotation</a:t>
            </a:r>
            <a:br/>
            <a:r>
              <a:t>[9] Role of Agroforestry in Sustainable Agriculture - https://www.agroforestry.co.uk/what-is-agroforestry/</a:t>
            </a:r>
            <a:br/>
            <a:r>
              <a:t>[10] Benefits of Crop Rotation in Sustainable Agriculture - https://extension.umn.edu/crop-production-practices/rotation-basics</a:t>
            </a:r>
            <a:br/>
            <a:r>
              <a:t>[11] The Benefits of Green Manure in Sustainable Agriculture - https://extension.umn.edu/cover-crops/green-manure-cover-crops</a:t>
            </a:r>
            <a:br/>
            <a:r>
              <a:t>[12] The Importance of Soil Biodiversity in Sustainable Agriculture - https://www.nature.com/articles/s41598-020-65085-8</a:t>
            </a:r>
            <a:br/>
            <a:r>
              <a:t>[13] The Role of Drip Irrigation in Water Management for Sustainable Agriculture - https://www.sciencedirect.com/science/article/abs/pii/S0378377417302745</a:t>
            </a:r>
            <a:br/>
            <a:r>
              <a:t>[14] The Role of Microorganisms in Soil Biodiversity - https://www.sciencedirect.com/science/article/abs/pii/S0038071717303429</a:t>
            </a:r>
            <a:br/>
            <a:r>
              <a:t>[15] Benefits of Agroforestry in Sustainable Agriculture - https://www.worldagroforestry.org/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