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Exploring the Fundamentals of Machine Learning and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"Machine Learning Basics: Definition and Overview"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Supervised learning involves training a model on a labeled dataset, where the algorithm learns to map input data to the correct output.</a:t>
            </a:r>
            <a:br/>
            <a:r>
              <a:t>- Unsupervised learning involves training a model on an unlabeled dataset and the algorithm learns to find patterns or relationships in the data.</a:t>
            </a:r>
            <a:br/>
            <a:r>
              <a:t>- Reinforcement learning is a type of machine learning where an agent learns how to behave in an environment by performing actions and receiving rewards or penalties.</a:t>
            </a:r>
            <a:br/>
            <a:r>
              <a:t>- Machine learning algorithms can be categorized into three main types: supervised learning, unsupervised learning, and reinforcement learning.</a:t>
            </a:r>
            <a:br/>
            <a:br/>
            <a:r>
              <a:t>Sources: [0]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Machine Learning Algorithm Types: Supervised, Unsupervised, Reinforcement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K-Means clustering is a popular unsupervised machine learning algorithm used for clustering data points into groups based on their features.</a:t>
            </a:r>
            <a:br/>
            <a:r>
              <a:t>- The algorithm iteratively assigns data points to the nearest cluster centroid and recalculates centroids based on the mean of data points in each cluster.</a:t>
            </a:r>
            <a:br/>
            <a:r>
              <a:t>- K-Means clustering aims to partition data points into K clusters, where K is predefined, by minimizing the sum of squared distances between data points and their assigned cluster centroids.</a:t>
            </a:r>
            <a:br/>
            <a:r>
              <a:t>- This algorithm is widely used in various applications such as customer segmentation, image compression, and anomaly detection.</a:t>
            </a:r>
            <a:br/>
            <a:br/>
            <a:r>
              <a:t>Sources: [1]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"Machine Learning in Healthcare Applications"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Clustering algorithms, such as K-means, Hierarchical Clustering, and DBSCAN, are unsupervised machine learning techniques used to group similar data points together.</a:t>
            </a:r>
            <a:br/>
            <a:r>
              <a:t>- K-means is a centroid-based algorithm that iteratively assigns data points to the nearest cluster centroid and updates the centroids based on the mean of data points in each cluster.</a:t>
            </a:r>
            <a:br/>
            <a:r>
              <a:t>- Hierarchical Clustering constructs a tree of clusters where each node represents a cluster of data points, allowing for the visualization of relationships between clusters.</a:t>
            </a:r>
            <a:br/>
            <a:r>
              <a:t>- DBSCAN, a density-based algorithm, identifies clusters by grouping closely packed data points based on their density and distance criteria.</a:t>
            </a:r>
            <a:br/>
            <a:br/>
            <a:r>
              <a:t>Sources: [2]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"Neural Networks: Architecture and Functionality"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CNNs are designed with interconnected layers of artificial neurons that process visual information in a way that is inspired by the human brain.</a:t>
            </a:r>
            <a:br/>
            <a:r>
              <a:t>- These networks use a variation of multilayer perceptrons designed to require minimal preprocessing.</a:t>
            </a:r>
            <a:br/>
            <a:r>
              <a:t>- CNNs have been proven effective in various applications, including image recognition, object detection, and even medical image analysis.</a:t>
            </a:r>
            <a:br/>
            <a:r>
              <a:t>- The architecture of CNNs allows them to automatically and adaptively learn spatial hierarchies of features from image data.</a:t>
            </a:r>
            <a:br/>
            <a:br/>
            <a:r>
              <a:t>Sources: [3]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"Convolutional Neural Networks for Image Recognition"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CNNs leverage convolutional filters to capture patterns and spatial relationships within images, enabling them to automatically learn features without the need for manual feature extraction.</a:t>
            </a:r>
            <a:br/>
            <a:r>
              <a:t>- The hierarchical structure of CNNs allows them to detect patterns at different levels of abstraction, from simple edges and textures to complex objects and scenes.</a:t>
            </a:r>
            <a:br/>
            <a:r>
              <a:t>- CNNs have revolutionized image recognition tasks by significantly improving accuracy and efficiency compared to traditional machine learning approaches.</a:t>
            </a:r>
            <a:br/>
            <a:r>
              <a:t>- The use of pooling layers in CNNs helps reduce spatial dimensions while retaining important features, aiding in the network's ability to generalize and make accurate predictions.</a:t>
            </a:r>
            <a:br/>
            <a:br/>
            <a:r>
              <a:t>Sources: [4]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"Decision Trees &amp; K-Nearest Neighbors: Classification Algorithms"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Decision trees are constructed by recursively splitting the dataset based on the most significant attribute until a stopping criterion is met, such as a maximum tree depth or minimum samples in a leaf node.</a:t>
            </a:r>
            <a:br/>
            <a:r>
              <a:t>- The interpretability and visualization capabilities of decision trees make them useful for understanding how a model makes predictions in classification tasks.</a:t>
            </a:r>
            <a:br/>
            <a:r>
              <a:t>- K-Nearest Neighbors (KNN) is a classification algorithm that categorizes data based on similarity to training instances, where the class of an unseen instance is determined by the class of its nearest neighbors.</a:t>
            </a:r>
            <a:br/>
            <a:r>
              <a:t>- KNN is a non-parametric algorithm that does not make assumptions about the underlying data distribution, making it versatile for various classification tasks.</a:t>
            </a:r>
            <a:br/>
            <a:br/>
            <a:r>
              <a:t>Sources: [5]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"Linear &amp; Polynomial Regression Analysis"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Regression algorithms like linear regression and polynomial regression are commonly used in machine learning to predict continuous values based on input data.</a:t>
            </a:r>
            <a:br/>
            <a:r>
              <a:t>- Linear regression fits a straight line to the data, while polynomial regression can fit curves to capture more complex relationships between variables.</a:t>
            </a:r>
            <a:br/>
            <a:r>
              <a:t>- Ridge regression and lasso regression are regularization techniques used to prevent overfitting in regression models by adding a penalty term to the loss function.</a:t>
            </a:r>
            <a:br/>
            <a:r>
              <a:t>- Regression analysis is crucial for understanding the relationships between variables in data and making predictions in various fields such as economics, finance, and social sciences.</a:t>
            </a:r>
            <a:br/>
            <a:br/>
            <a:r>
              <a:t>Sources: [6]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"Model Evaluation Metrics: Precision, Recall, F1 Score"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Accuracy measures the proportion of correctly classified instances in a dataset, providing an overall assessment of model performance.</a:t>
            </a:r>
            <a:br/>
            <a:r>
              <a:t>- ROC-AUC (Receiver Operating Characteristic - Area Under the Curve) is a metric that evaluates the trade-off between true positive rate and false positive rate across different threshold values.</a:t>
            </a:r>
            <a:br/>
            <a:r>
              <a:t>- Mean squared error calculates the average squared difference between predicted values and actual values, giving an indication of the model's predictive accuracy.</a:t>
            </a:r>
            <a:br/>
            <a:r>
              <a:t>- Choosing the appropriate evaluation metrics based on the project's objectives and characteristics is essential for effectively assessing and improving machine learning model performance.</a:t>
            </a:r>
            <a:br/>
            <a:br/>
            <a:r>
              <a:t>Sources: [7]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[0] Types of Machine Learning Algorithms - https://www.ibm.com/cloud/learn/machine-learning-algorithms</a:t>
            </a:r>
            <a:br/>
            <a:r>
              <a:t>[1] K-Means Clustering Algorithm Explained - https://towardsdatascience.com/k-means-clustering-8e1e64c1561c</a:t>
            </a:r>
            <a:br/>
            <a:r>
              <a:t>[2] Introduction to Clustering Algorithms - https://towardsdatascience.com/the-5-clustering-algorithms-data-scientists-need-to-know-a36d136ef68</a:t>
            </a:r>
            <a:br/>
            <a:r>
              <a:t>[3] Convolutional Neural Networks (CNNs) - https://en.wikipedia.org/wiki/Convolutional_neural_network</a:t>
            </a:r>
            <a:br/>
            <a:r>
              <a:t>[4] Introduction to Classification Algorithms - https://www.analyticsvidhya.com/blog/2017/09/common-machine-learning-algorithms/</a:t>
            </a:r>
            <a:br/>
            <a:r>
              <a:t>[5] Decision Tree Algorithm for Classification - https://scikit-learn.org/stable/modules/tree.html</a:t>
            </a:r>
            <a:br/>
            <a:r>
              <a:t>[6] Introduction to Regression Algorithms - https://towardsdatascience.com/introduction-to-regression-algorithms-6f9f9b491835</a:t>
            </a:r>
            <a:br/>
            <a:r>
              <a:t>[7] Model Evaluation Metrics Explained - https://towardsdatascience.com/model-evaluation-techniques-for-classification-models-eac30092c38b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