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Revolutionizing Radiology: Harnessing the Power of AI in Healthcare</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AI in Radiology Practices</a:t>
            </a:r>
          </a:p>
        </p:txBody>
      </p:sp>
      <p:sp>
        <p:nvSpPr>
          <p:cNvPr id="3" name="Content Placeholder 2"/>
          <p:cNvSpPr>
            <a:spLocks noGrp="1"/>
          </p:cNvSpPr>
          <p:nvPr>
            <p:ph idx="1"/>
          </p:nvPr>
        </p:nvSpPr>
        <p:spPr/>
        <p:txBody>
          <a:bodyPr/>
          <a:lstStyle/>
          <a:p>
            <a:pPr>
              <a:defRPr sz="1200"/>
            </a:pPr>
            <a:r>
              <a:t>- AI algorithms can assist in interpreting images from various modalities like X-rays, CT scans, and MRIs, leading to more accurate diagnoses.</a:t>
            </a:r>
            <a:br/>
            <a:r>
              <a:t>- The technology can significantly improve efficiency, accuracy, and speed in the diagnosis process, enhancing patient outcomes.</a:t>
            </a:r>
            <a:br/>
            <a:r>
              <a:t>- AI in radiology practices has shown promising results in detecting abnormalities in X-rays and identifying early signs of diseases in MRI scans, aiding radiologists in providing timely and effective treatment.</a:t>
            </a:r>
            <a:br/>
            <a:r>
              <a:t>- Research has indicated that AI applications in medical imaging have the potential to revolutionize the field by streamlining workflow and improving diagnostic accuracy.</a:t>
            </a:r>
            <a:br/>
            <a:br/>
            <a:r>
              <a:t>Sources: [32]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Comparing X-rays, CT Scans, and MRIs</a:t>
            </a:r>
          </a:p>
        </p:txBody>
      </p:sp>
      <p:sp>
        <p:nvSpPr>
          <p:cNvPr id="3" name="Content Placeholder 2"/>
          <p:cNvSpPr>
            <a:spLocks noGrp="1"/>
          </p:cNvSpPr>
          <p:nvPr>
            <p:ph idx="1"/>
          </p:nvPr>
        </p:nvSpPr>
        <p:spPr/>
        <p:txBody>
          <a:bodyPr/>
          <a:lstStyle/>
          <a:p>
            <a:pPr>
              <a:defRPr sz="1200"/>
            </a:pPr>
            <a:r>
              <a:t>- AI algorithms have been successful in improving the accuracy of interpreting medical images from modalities such as X-rays, CT scans, and MRIs, leading to more precise diagnoses and treatment plans.</a:t>
            </a:r>
            <a:br/>
            <a:r>
              <a:t>- The integration of AI in radiology practices has resulted in enhanced workflow efficiency, enabling radiologists to provide timely and effective care to patients.</a:t>
            </a:r>
            <a:br/>
            <a:r>
              <a:t>- Research has shown that AI technology can assist in detecting abnormalities in X-rays and identifying early signs of diseases in MRI scans, contributing to early intervention and improved patient outcomes.</a:t>
            </a:r>
            <a:br/>
            <a:r>
              <a:t>- AI applications in medical imaging have the potential to revolutionize the field by automating tasks like image analysis, report generation, and appointment scheduling, ultimately optimizing the diagnostic process.</a:t>
            </a:r>
            <a:br/>
            <a:br/>
            <a:r>
              <a:t>Sources: [33]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Ethical Considerations in AI Healthcare: Privacy, Security, Bias</a:t>
            </a:r>
          </a:p>
        </p:txBody>
      </p:sp>
      <p:sp>
        <p:nvSpPr>
          <p:cNvPr id="3" name="Content Placeholder 2"/>
          <p:cNvSpPr>
            <a:spLocks noGrp="1"/>
          </p:cNvSpPr>
          <p:nvPr>
            <p:ph idx="1"/>
          </p:nvPr>
        </p:nvSpPr>
        <p:spPr/>
        <p:txBody>
          <a:bodyPr/>
          <a:lstStyle/>
          <a:p>
            <a:pPr>
              <a:defRPr sz="1200"/>
            </a:pPr>
            <a:r>
              <a:t>- Patient trust in maintaining the security and confidentiality of their personal health information is essential when utilizing AI systems in healthcare.</a:t>
            </a:r>
            <a:br/>
            <a:r>
              <a:t>- Data breaches resulting from inadequate security measures can lead to severe consequences such as identity theft and discriminatory practices, emphasizing the critical need for robust data protection in healthcare organizations.</a:t>
            </a:r>
            <a:br/>
            <a:r>
              <a:t>- Ensuring transparency and accountability in AI decision-making processes is crucial for addressing algorithm bias and promoting fair and ethical practices in healthcare settings.</a:t>
            </a:r>
            <a:br/>
            <a:r>
              <a:t>- Healthcare providers must prioritize ethical considerations, including patient privacy, data security, and algorithm bias, to uphold the integrity and trustworthiness of AI technologies in medical imaging.</a:t>
            </a:r>
            <a:br/>
            <a:br/>
            <a:r>
              <a:t>Sources: [34]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Improving Data Quality in Medical Imaging for AI</a:t>
            </a:r>
          </a:p>
        </p:txBody>
      </p:sp>
      <p:sp>
        <p:nvSpPr>
          <p:cNvPr id="3" name="Content Placeholder 2"/>
          <p:cNvSpPr>
            <a:spLocks noGrp="1"/>
          </p:cNvSpPr>
          <p:nvPr>
            <p:ph idx="1"/>
          </p:nvPr>
        </p:nvSpPr>
        <p:spPr/>
        <p:txBody>
          <a:bodyPr/>
          <a:lstStyle/>
          <a:p>
            <a:pPr>
              <a:defRPr sz="1200"/>
            </a:pPr>
            <a:r>
              <a:t>- Implementing AI in medical imaging requires addressing challenges related to data quality, lack of standardization, regulatory hurdles, and resistance to change from healthcare professionals.</a:t>
            </a:r>
            <a:br/>
            <a:r>
              <a:t>- Solutions to overcome these challenges include improving data quality through data augmentation techniques, developing standardized protocols for AI integration, working closely with regulatory bodies to streamline approval processes, and providing training and education to healthcare professionals on the benefits of AI in medical imaging.</a:t>
            </a:r>
            <a:br/>
            <a:br/>
            <a:r>
              <a:t>Sources: [35]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FDA Regulations for AI Medical Devices</a:t>
            </a:r>
          </a:p>
        </p:txBody>
      </p:sp>
      <p:sp>
        <p:nvSpPr>
          <p:cNvPr id="3" name="Content Placeholder 2"/>
          <p:cNvSpPr>
            <a:spLocks noGrp="1"/>
          </p:cNvSpPr>
          <p:nvPr>
            <p:ph idx="1"/>
          </p:nvPr>
        </p:nvSpPr>
        <p:spPr/>
        <p:txBody>
          <a:bodyPr/>
          <a:lstStyle/>
          <a:p>
            <a:pPr>
              <a:defRPr sz="1200"/>
            </a:pPr>
            <a:r>
              <a:t>- The FDA evaluates the safety, effectiveness, and performance of AI technologies used in healthcare through premarket submissions.</a:t>
            </a:r>
            <a:br/>
            <a:r>
              <a:t>- Companies developing AI healthcare products must provide evidence of the device's performance and clinical benefits to receive FDA approval.</a:t>
            </a:r>
            <a:br/>
            <a:r>
              <a:t>- FDA regulations for AI-based medical devices focus on validation of algorithms, transparency, and monitoring performance.</a:t>
            </a:r>
            <a:br/>
            <a:r>
              <a:t>- Compliance with FDA regulations is essential for the development and deployment of AI technologies in healthcare.</a:t>
            </a:r>
            <a:br/>
            <a:br/>
            <a:r>
              <a:t>Sources: [36]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Overcoming Resistance to AI in Healthcare</a:t>
            </a:r>
          </a:p>
        </p:txBody>
      </p:sp>
      <p:sp>
        <p:nvSpPr>
          <p:cNvPr id="3" name="Content Placeholder 2"/>
          <p:cNvSpPr>
            <a:spLocks noGrp="1"/>
          </p:cNvSpPr>
          <p:nvPr>
            <p:ph idx="1"/>
          </p:nvPr>
        </p:nvSpPr>
        <p:spPr/>
        <p:txBody>
          <a:bodyPr/>
          <a:lstStyle/>
          <a:p>
            <a:pPr>
              <a:defRPr sz="1200"/>
            </a:pPr>
            <a:r>
              <a:t>- Training and education for healthcare professionals on AI technology is crucial to ensure effective utilization and integration of AI tools into practice.</a:t>
            </a:r>
            <a:br/>
            <a:r>
              <a:t>- Continuous education is necessary to address concerns or misconceptions healthcare professionals may have about using AI in healthcare.</a:t>
            </a:r>
            <a:br/>
            <a:r>
              <a:t>- Understanding how AI algorithms work, interpreting AI-generated results, and incorporating AI into clinical decision-making processes are key components of healthcare professional training on AI technology.</a:t>
            </a:r>
            <a:br/>
            <a:br/>
            <a:r>
              <a:t>Sources: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Radiology Workflow with AI</a:t>
            </a:r>
          </a:p>
        </p:txBody>
      </p:sp>
      <p:sp>
        <p:nvSpPr>
          <p:cNvPr id="3" name="Content Placeholder 2"/>
          <p:cNvSpPr>
            <a:spLocks noGrp="1"/>
          </p:cNvSpPr>
          <p:nvPr>
            <p:ph idx="1"/>
          </p:nvPr>
        </p:nvSpPr>
        <p:spPr/>
        <p:txBody>
          <a:bodyPr/>
          <a:lstStyle/>
          <a:p>
            <a:pPr>
              <a:defRPr sz="2400"/>
            </a:pPr>
            <a:r>
              <a:t>- AI technologies in radiology workflow can analyze X-ray images to detect fractures or tumors, improving diagnostic accuracy and speed.</a:t>
            </a:r>
            <a:br/>
            <a:r>
              <a:t>- AI algorithms can automate appointment scheduling, leading to better patient management and optimized workflow efficiency in healthcare settings.</a:t>
            </a:r>
            <a:br/>
            <a:br/>
            <a:r>
              <a:t>Sources: [38]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Advancements in AI for Medical Imaging</a:t>
            </a:r>
          </a:p>
        </p:txBody>
      </p:sp>
      <p:sp>
        <p:nvSpPr>
          <p:cNvPr id="3" name="Content Placeholder 2"/>
          <p:cNvSpPr>
            <a:spLocks noGrp="1"/>
          </p:cNvSpPr>
          <p:nvPr>
            <p:ph idx="1"/>
          </p:nvPr>
        </p:nvSpPr>
        <p:spPr/>
        <p:txBody>
          <a:bodyPr/>
          <a:lstStyle/>
          <a:p>
            <a:pPr>
              <a:defRPr sz="1200"/>
            </a:pPr>
            <a:r>
              <a:t>- AI advancements in medical imaging are leading to improved accuracy, speed, and efficiency in analyzing complex medical images like MRIs, CT scans, and X-rays.</a:t>
            </a:r>
            <a:br/>
            <a:r>
              <a:t>- The development of AI algorithms is enabling higher precision in interpreting medical images compared to human radiologists.</a:t>
            </a:r>
            <a:br/>
            <a:r>
              <a:t>- There is a growing interest in utilizing AI to predict patient outcomes and customize treatment plans based on imaging data.</a:t>
            </a:r>
            <a:br/>
            <a:r>
              <a:t>- Research shows that patients are generally receptive to AI technologies in medical diagnosis, although concerns about data privacy, lack of human interaction, and potential errors still exist among some individuals.</a:t>
            </a:r>
            <a:br/>
            <a:br/>
            <a:r>
              <a:t>Sources: [39]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[32] Artificial Intelligence in Radiology - https://pubs.rsna.org/doi/10.1148/radiol.2020201495</a:t>
            </a:r>
            <a:br/>
            <a:r>
              <a:t>[33] Impact of AI on Radiology Workflow - https://pubs.rsna.org/doi/10.1148/radiol.2019191516</a:t>
            </a:r>
            <a:br/>
            <a:r>
              <a:t>[34] Ethical Considerations in AI in Healthcare: Data Privacy - https://www.healthit.gov/faq/what-are-some-ethical-considerations-associated-use-health-it-and-electronic-health-records-ehrs</a:t>
            </a:r>
            <a:br/>
            <a:r>
              <a:t>[35] Overcoming Challenges in Implementing AI in Medical Imaging - https://pubmed.ncbi.nlm.nih.gov/31595260/</a:t>
            </a:r>
            <a:br/>
            <a:r>
              <a:t>[36] FDA Regulation of Artificial Intelligence in Healthcare - https://www.fda.gov/medical-devices/software-medical-device-samd/artificial-intelligence-and-machine-learning-software-medical-device</a:t>
            </a:r>
            <a:br/>
            <a:r>
              <a:t>[37] Importance of Training and Education for Healthcare Professionals on AI Technology - https://www.ncbi.nlm.nih.gov/pmc/articles/PMC6598293/</a:t>
            </a:r>
            <a:br/>
            <a:r>
              <a:t>[38] Streamlining Radiology Workflow with AI - https://www.healthimaging.com/topics/artificial-intelligence/streamlining-radiology-workflow-ai</a:t>
            </a:r>
            <a:br/>
            <a:r>
              <a:t>[39] Patient Acceptance of AI in Medical Diagnosis - https://www.ncbi.nlm.nih.gov/pmc/articles/PMC7366685/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