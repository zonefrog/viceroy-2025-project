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Promoting Soil Health: Sustainable Agriculture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Sustainable Agriculture: Definition and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Crop rotation helps improve soil health by reducing soil erosion, enhancing nutrient cycling, and promoting beneficial soil microorganisms.</a:t>
            </a:r>
            <a:br/>
            <a:r>
              <a:t>- Alternating between different crop types can break pest and disease cycles, reducing the need for chemical pesticides and herbicides.</a:t>
            </a:r>
            <a:br/>
            <a:r>
              <a:t>- Intercropping, a form of crop rotation, involves planting different crops together in the same field to maximize space and resources, benefiting soil structure and biodiversity.</a:t>
            </a:r>
            <a:br/>
            <a:r>
              <a:t>- Including cover crops in crop rotation plans can help suppress weeds, improve soil fertility, and increase water retention in the soil.</a:t>
            </a:r>
            <a:br/>
            <a:br/>
            <a:r>
              <a:t>Sources: [8]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Benefits of Sustainable Agriculture for Soil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Sustainable soil management practices also help to sequester carbon in the soil, contributing to climate change mitigation efforts.</a:t>
            </a:r>
            <a:br/>
            <a:r>
              <a:t>- Implementing crop rotation can improve soil fertility by balancing nutrient levels and reducing soil compaction, leading to healthier and more productive crops.</a:t>
            </a:r>
            <a:br/>
            <a:r>
              <a:t>- Utilizing organic amendments in sustainable agriculture can enhance soil biodiversity and microbial activity, further promoting soil health and resilience.</a:t>
            </a:r>
            <a:br/>
            <a:r>
              <a:t>- Reduced tillage practices in sustainable agriculture help to preserve soil structure, minimize soil disturbance, and maintain soil moisture levels for optimal plant growth.</a:t>
            </a:r>
            <a:br/>
            <a:br/>
            <a:r>
              <a:t>Sources: [9]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Maximizing Benefits Through Agroforestry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Healthy soil supports plant growth and resilience by providing essential nutrients, organic matter, and beneficial microorganisms.</a:t>
            </a:r>
            <a:br/>
            <a:r>
              <a:t>- Practices like cover cropping, crop rotation, and minimal tillage improve soil structure, water retention, and overall fertility.</a:t>
            </a:r>
            <a:br/>
            <a:r>
              <a:t>- Sustainable soil management practices help sequester carbon in the soil, contributing to climate change mitigation efforts.</a:t>
            </a:r>
            <a:br/>
            <a:r>
              <a:t>- Implementing crop rotation balances nutrient levels, reduces soil compaction, and enhances soil fertility for healthier and more productive crops.</a:t>
            </a:r>
            <a:br/>
            <a:r>
              <a:t>- Utilizing organic amendments enhances soil biodiversity and microbial activity, further promoting soil health and resilience.</a:t>
            </a:r>
            <a:br/>
            <a:br/>
            <a:r>
              <a:t>Sources: [10]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Crop Rotation Techniques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Crop rotation helps to break pest cycles, reducing the need for chemical pesticides and promoting biodiversity in agricultural systems.</a:t>
            </a:r>
            <a:br/>
            <a:r>
              <a:t>- By alternating between different crops, farmers can improve soil fertility, enhance nutrient cycling, and reduce soil compaction for healthier plant growth.</a:t>
            </a:r>
            <a:br/>
            <a:r>
              <a:t>- Implementing crop rotation strategies can lead to increased crop yields, better water retention in the soil, and improved overall farm productivity.</a:t>
            </a:r>
            <a:br/>
            <a:r>
              <a:t>- The practice of crop rotation also contributes to carbon sequestration in the soil, playing a role in mitigating climate change and promoting environmental sustainability.</a:t>
            </a:r>
            <a:br/>
            <a:br/>
            <a:r>
              <a:t>Sources: [11]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"Effective Crop Rotation Strategies for Sustainable Agriculture"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Climate-resilient crop varieties are specially bred to withstand the challenges posed by climate change, such as extreme weather events, changing temperatures, and shifting precipitation patterns.</a:t>
            </a:r>
            <a:br/>
            <a:r>
              <a:t>- These varieties exhibit traits like drought tolerance, heat resistance, pest and disease resistance, and adaptability to varying growing conditions.</a:t>
            </a:r>
            <a:br/>
            <a:r>
              <a:t>- Planting climate-resilient crop varieties can help farmers mitigate the risks associated with climate change and ensure a more stable yield despite environmental uncertainties.</a:t>
            </a:r>
            <a:br/>
            <a:br/>
            <a:r>
              <a:t>Sources: [12]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Soil Health's Vital Role in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Drip irrigation delivers water directly to plant roots, reducing evaporation and water waste</a:t>
            </a:r>
            <a:br/>
            <a:r>
              <a:t>- Rainwater harvesting involves collecting and storing rainwater for later use in irrigation</a:t>
            </a:r>
            <a:br/>
            <a:r>
              <a:t>- Implementing efficient irrigation techniques and technologies can help conserve water in agriculture</a:t>
            </a:r>
            <a:br/>
            <a:r>
              <a:t>- Utilizing water-saving practices like mulching, soil moisture sensors, and scheduling irrigation based on crop needs can further enhance water conservation efforts</a:t>
            </a:r>
            <a:br/>
            <a:br/>
            <a:r>
              <a:t>Sources: [13]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Improving Soil Health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Agroforestry practices integrate trees and shrubs into agricultural landscapes to enhance soil health, biodiversity, and water conservation</a:t>
            </a:r>
            <a:br/>
            <a:r>
              <a:t>- Trees in agroforestry systems provide additional revenue streams through timber, fruits, nuts, and other forest products</a:t>
            </a:r>
            <a:br/>
            <a:r>
              <a:t>- Diverse agroecosystems with agroforestry practices exhibit increased resilience to environmental stressors and climate variability</a:t>
            </a:r>
            <a:br/>
            <a:r>
              <a:t>- Agroforestry contributes to sustainable agriculture by promoting ecosystem services, such as carbon sequestration and wildlife habitat enhancement</a:t>
            </a:r>
            <a:br/>
            <a:br/>
            <a:r>
              <a:t>Sources: [14]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Enhancing Soil Health Through Composting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Cover crops increase organic matter in the soil, improving soil structure, water retention, and nutrient availability</a:t>
            </a:r>
            <a:br/>
            <a:r>
              <a:t>- Planting a diverse mix of cover crops enhances nutrient cycling and promotes overall soil health</a:t>
            </a:r>
            <a:br/>
            <a:r>
              <a:t>- Cover crops help prevent soil erosion, suppress weeds, and break pest cycles</a:t>
            </a:r>
            <a:br/>
            <a:r>
              <a:t>- Diverse cover crop systems contribute to sustainable soil management practices in agriculture</a:t>
            </a:r>
            <a:br/>
            <a:br/>
            <a:r>
              <a:t>Sources: [15]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[8] Crop Rotation Techniques for Sustainable Agriculture - https://extension.umn.edu/crop-production-practices/rotating-crops-sustainable-planting</a:t>
            </a:r>
            <a:br/>
            <a:r>
              <a:t>[9] Sustainable Soil Management Techniques - https://www.nrcs.usda.gov/wps/portal/nrcs/detailfull/soils/health/?cid=nrcs142p2_053862</a:t>
            </a:r>
            <a:br/>
            <a:r>
              <a:t>[10] Importance of Soil Health in Sustainable Agriculture - https://www.nrcs.usda.gov/wps/portal/nrcs/detailfull/soils/health/?cid=nrcs142p2_053862</a:t>
            </a:r>
            <a:br/>
            <a:r>
              <a:t>[11] Benefits of Crop Rotation in Sustainable Agriculture - https://www.sare.org/Learning-Center/Books/Building-Soils-for-Better-Crops-3rd-Edition/Text-Version/Crop-Rotations</a:t>
            </a:r>
            <a:br/>
            <a:r>
              <a:t>[12] Climate-Resilient Crop Varieties: An Overview - https://www.fao.org/3/a-i7159e.pdf</a:t>
            </a:r>
            <a:br/>
            <a:r>
              <a:t>[13] Water Conservation Techniques in Sustainable Agriculture - https://extension.umn.edu/irrigation/water-conservation-agriculture</a:t>
            </a:r>
            <a:br/>
            <a:r>
              <a:t>[14] Benefits of Agroforestry Practices in Sustainable Agriculture - https://www.sare.org/resources/agroforestry-overview/benefits-of-agroforestry/</a:t>
            </a:r>
            <a:br/>
            <a:r>
              <a:t>[15] Cover Crops for Sustainable Soil Management - https://extension.umn.edu/cover-crops/cover-crops-and-soil-health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