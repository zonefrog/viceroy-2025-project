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Advancing Vaccine Development: From Clinical Trials to Global Health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Vaccine Development 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Vaccine development stages include exploratory, preclinical, clinical development, regulatory review, manufacturing, and quality control.</a:t>
            </a:r>
            <a:br/>
            <a:r>
              <a:t>- Clinical trials assess safety, effectiveness, and dosage of vaccines through three phases.</a:t>
            </a:r>
            <a:br/>
            <a:r>
              <a:t>- Regulatory review and approval by health authorities are crucial before public use licensing.</a:t>
            </a:r>
            <a:br/>
            <a:r>
              <a:t>- Manufacturing processes ensure consistent quality and quantity of vaccines.</a:t>
            </a:r>
            <a:br/>
            <a:br/>
            <a:r>
              <a:t>Sources: [56]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Importance of Clinical Trials in Vaccine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Clinical trials play a vital role in assessing the safety and efficacy of vaccine candidates through rigorous testing.</a:t>
            </a:r>
            <a:br/>
            <a:r>
              <a:t>- The three phases of clinical trials involve increasing numbers of participants, with each phase having specific objectives related to safety, immunogenicity, and effectiveness.</a:t>
            </a:r>
            <a:br/>
            <a:r>
              <a:t>- Phase 1 of clinical trials focuses on evaluating the safety and determining the appropriate dosage of the vaccine candidate.</a:t>
            </a:r>
            <a:br/>
            <a:r>
              <a:t>- Phase 2 of clinical trials assesses the immunogenicity of the vaccine and determines the optimal dosing regimen.</a:t>
            </a:r>
            <a:br/>
            <a:r>
              <a:t>- Phase 3 of clinical trials evaluates the effectiveness of the vaccine in a larger population, providing crucial data for regulatory approval and public use licensing.</a:t>
            </a:r>
            <a:br/>
            <a:br/>
            <a:r>
              <a:t>Sources: [57]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Accelerating Vaccine Development with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can assist in vaccine manufacturing and distribution by optimizing production processes and predicting vaccine demand.</a:t>
            </a:r>
            <a:br/>
            <a:r>
              <a:t>- Machine learning algorithms can analyze vast amounts of data to identify patterns and predict how different vaccine candidates will perform.</a:t>
            </a:r>
            <a:br/>
            <a:r>
              <a:t>- AI can help researchers design more effective vaccines by simulating the behavior of pathogens and predicting how the immune system will respond.</a:t>
            </a:r>
            <a:br/>
            <a:r>
              <a:t>- AI accelerates the process of identifying potential vaccine candidates and predicting their efficacy.</a:t>
            </a:r>
            <a:br/>
            <a:r>
              <a:t>- AI simulations predict the immune system response to vaccine candidates.</a:t>
            </a:r>
            <a:br/>
            <a:br/>
            <a:r>
              <a:t>Sources: [58]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Vaccine Formulation Components: Antigens, Adjuvants, Stabilizers, Preservatives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Antigens are specific molecules that trigger an immune response in the body by identifying foreign substances.</a:t>
            </a:r>
            <a:br/>
            <a:r>
              <a:t>- Adjuvants are substances added to vaccines to enhance the immune response, improve vaccine efficacy, and prolong the immune response.</a:t>
            </a:r>
            <a:br/>
            <a:r>
              <a:t>- Stabilizers are compounds that help maintain the physical and chemical integrity of the vaccine, ensuring its effectiveness over time.</a:t>
            </a:r>
            <a:br/>
            <a:r>
              <a:t>- Preservatives are added to vaccines to prevent microbial contamination and maintain the safety and potency of the vaccine throughout its shelf life.</a:t>
            </a:r>
            <a:br/>
            <a:br/>
            <a:r>
              <a:t>Sources: [59]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Different Vaccine Delivery Methods: Injection, Ingestion, Spray, Patch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Intramuscular injection is a common delivery method for vaccines, involving injection into the muscle tissue for systemic distribution</a:t>
            </a:r>
            <a:br/>
            <a:r>
              <a:t>- Oral ingestion delivers vaccines through the gastrointestinal tract, potentially offering ease of administration but facing challenges with degradation and variability in absorption</a:t>
            </a:r>
            <a:br/>
            <a:r>
              <a:t>- Nasal spray administration targets the mucosal lining of the nasal passages, providing a non-invasive route for vaccine delivery</a:t>
            </a:r>
            <a:br/>
            <a:r>
              <a:t>- Skin patch delivery method involves applying the vaccine on the skin surface, allowing for controlled release and potentially enhanced immune response.</a:t>
            </a:r>
            <a:br/>
            <a:br/>
            <a:r>
              <a:t>Sources: [60]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"Machine Learning for Vaccine Formulation Optimization"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Machine learning algorithms analyze large datasets to inform vaccine design</a:t>
            </a:r>
            <a:br/>
            <a:r>
              <a:t>- AI accelerates vaccine development by predicting vaccine efficacy</a:t>
            </a:r>
            <a:br/>
            <a:r>
              <a:t>- Optimization of vaccine formulations through AI simulations</a:t>
            </a:r>
            <a:br/>
            <a:r>
              <a:t>- Predicting immune system response to vaccine candidates using AI</a:t>
            </a:r>
            <a:br/>
            <a:r>
              <a:t>- Machine learning aids in identifying patterns and relationships in genetic and immunological data for effective vaccine development.</a:t>
            </a:r>
            <a:br/>
            <a:br/>
            <a:r>
              <a:t>Sources: [61]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"Post-Market Vaccine Safety Monitoring"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Post-marketing surveillance helps in detecting and investigating rare or long-term side effects of vaccines that may not have been identified during clinical trials</a:t>
            </a:r>
            <a:br/>
            <a:r>
              <a:t>- Real-world data collection through post-marketing surveillance informs health authorities for prompt action in case of safety concerns related to vaccines</a:t>
            </a:r>
            <a:br/>
            <a:r>
              <a:t>- Continuous monitoring of vaccine safety and effectiveness is essential to ensure public health protection</a:t>
            </a:r>
            <a:br/>
            <a:r>
              <a:t>- Post-marketing surveillance allows for the evaluation of vaccine performance in real-world settings, complementing data from clinical trials.</a:t>
            </a:r>
            <a:br/>
            <a:br/>
            <a:r>
              <a:t>Sources: [62]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Global Health Policies in Vaccine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Post-marketing surveillance plays a critical role in detecting and investigating rare or long-term side effects of vaccines that may not have been identified during clinical trials</a:t>
            </a:r>
            <a:br/>
            <a:r>
              <a:t>- Real-world data collected through post-marketing surveillance informs health authorities for prompt action in case of safety concerns related to vaccines</a:t>
            </a:r>
            <a:br/>
            <a:r>
              <a:t>- Continuous monitoring of vaccine safety and effectiveness is essential to ensure public health protection and build trust in vaccination programs</a:t>
            </a:r>
            <a:br/>
            <a:r>
              <a:t>- Post-marketing surveillance allows for the evaluation of vaccine performance in diverse populations and settings, complementing data from controlled clinical trials</a:t>
            </a:r>
            <a:br/>
            <a:r>
              <a:t>- Collaboration between regulatory agencies, healthcare providers, and vaccine manufacturers is key to effective post-marketing surveillance and ensuring the ongoing safety of vaccines in use</a:t>
            </a:r>
            <a:br/>
            <a:br/>
            <a:r>
              <a:t>Sources: [63]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[56] Stages of Vaccine Development - https://www.who.int/immunization/research/development/en/</a:t>
            </a:r>
            <a:br/>
            <a:r>
              <a:t>[57] Clinical Trials in Vaccine Development - https://www.who.int/immunization/research/development/clinical_trials/en/</a:t>
            </a:r>
            <a:br/>
            <a:r>
              <a:t>[58] Role of AI in Vaccine Development - https://www.ncbi.nlm.nih.gov/pmc/articles/PMC7212466/</a:t>
            </a:r>
            <a:br/>
            <a:r>
              <a:t>[59] Vaccine Formulation and Delivery Methods - https://www.who.int/immunization/research/development/vaccine_formulation_delivery/en/</a:t>
            </a:r>
            <a:br/>
            <a:r>
              <a:t>[60] Public Perception and Vaccine Hesitancy - https://www.who.int/immunization/programmes_systems/vaccine_hesitancy/en/</a:t>
            </a:r>
            <a:br/>
            <a:r>
              <a:t>[61] Machine Learning in Vaccine Design - https://www.ncbi.nlm.nih.gov/pmc/articles/PMC7229053/</a:t>
            </a:r>
            <a:br/>
            <a:r>
              <a:t>[62] Importance of Post-Marketing Surveillance and Monitoring of Vaccines - https://www.cdc.gov/vaccinesafety/ensuringsafety/monitoring/index.html</a:t>
            </a:r>
            <a:br/>
            <a:r>
              <a:t>[63] Ethical Considerations in Vaccine Development - https://www.who.int/ethics/topics/vaccines/en/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