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Chinese Exclusion Act and Cultural Integration Challenges in Immigration History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Chinese Exclusion Act of 1882: Historical Context"</a:t>
            </a:r>
          </a:p>
        </p:txBody>
      </p:sp>
      <p:sp>
        <p:nvSpPr>
          <p:cNvPr id="3" name="Content Placeholder 2"/>
          <p:cNvSpPr>
            <a:spLocks noGrp="1"/>
          </p:cNvSpPr>
          <p:nvPr>
            <p:ph idx="1"/>
          </p:nvPr>
        </p:nvSpPr>
        <p:spPr/>
        <p:txBody>
          <a:bodyPr/>
          <a:lstStyle/>
          <a:p>
            <a:pPr>
              <a:defRPr sz="1200"/>
            </a:pPr>
            <a:r>
              <a:t>- Immigrant detention centers in the United States have been criticized for overcrowding, substandard living conditions, and limited access to healthcare, raising concerns about the treatment of detainees.</a:t>
            </a:r>
            <a:br/>
            <a:r>
              <a:t>- Reports of abuse and neglect within immigrant detention centers have sparked calls for reform and increased oversight to ensure the protection of detainees' rights and well-being.</a:t>
            </a:r>
            <a:br/>
            <a:br/>
            <a:r>
              <a:t>Sources: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Provisions and Impact on Chinese Laborers</a:t>
            </a:r>
          </a:p>
        </p:txBody>
      </p:sp>
      <p:sp>
        <p:nvSpPr>
          <p:cNvPr id="3" name="Content Placeholder 2"/>
          <p:cNvSpPr>
            <a:spLocks noGrp="1"/>
          </p:cNvSpPr>
          <p:nvPr>
            <p:ph idx="1"/>
          </p:nvPr>
        </p:nvSpPr>
        <p:spPr/>
        <p:txBody>
          <a:bodyPr/>
          <a:lstStyle/>
          <a:p>
            <a:pPr>
              <a:defRPr sz="1200"/>
            </a:pPr>
            <a:r>
              <a:t>- The Chinese Exclusion Act of 1882 specifically targeted Chinese laborers, prohibiting their immigration to the United States.</a:t>
            </a:r>
            <a:br/>
            <a:r>
              <a:t>- Chinese immigrants who were already in the U.S. faced discrimination and limited job opportunities due to the Act.</a:t>
            </a:r>
            <a:br/>
            <a:r>
              <a:t>- The Act had long-term impacts on immigration policies in the United States, setting the stage for future restrictive laws.</a:t>
            </a:r>
            <a:br/>
            <a:r>
              <a:t>- The legacy of the Chinese Exclusion Act highlighted the anti-Chinese sentiment prevalent in the U.S. at that time.</a:t>
            </a:r>
            <a:br/>
            <a:br/>
            <a:r>
              <a:t>Sources: [73]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Legacy of Chinese Exclusion Act</a:t>
            </a:r>
          </a:p>
        </p:txBody>
      </p:sp>
      <p:sp>
        <p:nvSpPr>
          <p:cNvPr id="3" name="Content Placeholder 2"/>
          <p:cNvSpPr>
            <a:spLocks noGrp="1"/>
          </p:cNvSpPr>
          <p:nvPr>
            <p:ph idx="1"/>
          </p:nvPr>
        </p:nvSpPr>
        <p:spPr/>
        <p:txBody>
          <a:bodyPr/>
          <a:lstStyle/>
          <a:p>
            <a:pPr>
              <a:defRPr sz="1200"/>
            </a:pPr>
            <a:r>
              <a:t>- Chinese immigrants faced challenges in cultural adjustment and adaptation, including learning a new language, navigating social norms, and balancing their cultural identity with the host country.</a:t>
            </a:r>
            <a:br/>
            <a:r>
              <a:t>- Acculturation played a significant role in how Chinese immigrants integrated into American society, influencing their adoption of cultural traits from the dominant group.</a:t>
            </a:r>
            <a:br/>
            <a:r>
              <a:t>- Feelings of isolation, homesickness, and confusion were common experiences for Chinese immigrants as they strived to find a balance between their heritage and the new culture.</a:t>
            </a:r>
            <a:br/>
            <a:r>
              <a:t>- The cultural challenges faced by Chinese immigrants highlighted the complexities of assimilation and multiculturalism in the context of immigration integration.</a:t>
            </a:r>
            <a:br/>
            <a:br/>
            <a:r>
              <a:t>Sources: [74]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Language Barriers: Immigrant Communication Challenges</a:t>
            </a:r>
          </a:p>
        </p:txBody>
      </p:sp>
      <p:sp>
        <p:nvSpPr>
          <p:cNvPr id="3" name="Content Placeholder 2"/>
          <p:cNvSpPr>
            <a:spLocks noGrp="1"/>
          </p:cNvSpPr>
          <p:nvPr>
            <p:ph idx="1"/>
          </p:nvPr>
        </p:nvSpPr>
        <p:spPr/>
        <p:txBody>
          <a:bodyPr/>
          <a:lstStyle/>
          <a:p>
            <a:pPr>
              <a:defRPr sz="1200"/>
            </a:pPr>
            <a:r>
              <a:t>- Immigrants often face challenges in understanding and adapting to the social norms and customs of their new country, which can lead to difficulties in integration and acceptance.</a:t>
            </a:r>
            <a:br/>
            <a:r>
              <a:t>- Discrimination and feelings of isolation are common experiences for immigrants, impacting their cultural adjustment process and sense of belonging in the host society.</a:t>
            </a:r>
            <a:br/>
            <a:r>
              <a:t>- Immigrants may struggle with maintaining their cultural identity while simultaneously trying to assimilate into the new culture, creating a delicate balance between heritage and adaptation.</a:t>
            </a:r>
            <a:br/>
            <a:r>
              <a:t>- Cultural challenges highlight the need for support systems, community resources, and inclusive policies to facilitate successful integration and enhance cross-cultural understanding.</a:t>
            </a:r>
            <a:br/>
            <a:br/>
            <a:r>
              <a:t>Sources: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Social Norms in Cultural Adaptation</a:t>
            </a:r>
          </a:p>
        </p:txBody>
      </p:sp>
      <p:sp>
        <p:nvSpPr>
          <p:cNvPr id="3" name="Content Placeholder 2"/>
          <p:cNvSpPr>
            <a:spLocks noGrp="1"/>
          </p:cNvSpPr>
          <p:nvPr>
            <p:ph idx="1"/>
          </p:nvPr>
        </p:nvSpPr>
        <p:spPr/>
        <p:txBody>
          <a:bodyPr/>
          <a:lstStyle/>
          <a:p>
            <a:pPr>
              <a:defRPr sz="1200"/>
            </a:pPr>
            <a:r>
              <a:t>- Cultural adaptation involves adjusting to and integrating aspects of a new culture, which may include learning social norms and customs specific to the host country.</a:t>
            </a:r>
            <a:br/>
            <a:r>
              <a:t>- Immigrants may experience challenges in understanding and navigating social norms, which can impact their cultural adjustment process and sense of belonging in the new society.</a:t>
            </a:r>
            <a:br/>
            <a:r>
              <a:t>- Research suggests that support systems, community resources, and inclusive policies are essential in facilitating successful integration and enhancing cross-cultural understanding for immigrants.</a:t>
            </a:r>
            <a:br/>
            <a:r>
              <a:t>- The debate between cultural preservation and adaptation is often linked to discussions on assimilation versus multiculturalism, highlighting the need to balance preserving cultural identity with embracing diversity in immigrant communities.</a:t>
            </a:r>
            <a:br/>
            <a:br/>
            <a:r>
              <a:t>Sources: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Conditions of Immigrant Detention Centers</a:t>
            </a:r>
          </a:p>
        </p:txBody>
      </p:sp>
      <p:sp>
        <p:nvSpPr>
          <p:cNvPr id="3" name="Content Placeholder 2"/>
          <p:cNvSpPr>
            <a:spLocks noGrp="1"/>
          </p:cNvSpPr>
          <p:nvPr>
            <p:ph idx="1"/>
          </p:nvPr>
        </p:nvSpPr>
        <p:spPr/>
        <p:txBody>
          <a:bodyPr/>
          <a:lstStyle/>
          <a:p>
            <a:pPr>
              <a:defRPr sz="1200"/>
            </a:pPr>
            <a:r>
              <a:t>- Detainees in immigrant detention centers often face overcrowded and unsanitary living conditions, contributing to health risks and lack of privacy.</a:t>
            </a:r>
            <a:br/>
            <a:r>
              <a:t>- Limited access to proper medical care, adequate food, and basic hygiene products further exacerbates the challenges faced by detainees in these facilities.</a:t>
            </a:r>
            <a:br/>
            <a:r>
              <a:t>- Instances of verbal abuse and neglect towards detainees by staff members have been reported, raising concerns about the treatment and well-being of individuals held in detention.</a:t>
            </a:r>
            <a:br/>
            <a:r>
              <a:t>- The conditions in immigrant detention centers have prompted criticism from human rights advocates and organizations, calling for improved standards and increased oversight to protect the rights of detainees.</a:t>
            </a:r>
            <a:br/>
            <a:br/>
            <a:r>
              <a:t>Sources: [77]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"Inadequate Basic Needs in Detention Centers"</a:t>
            </a:r>
          </a:p>
        </p:txBody>
      </p:sp>
      <p:sp>
        <p:nvSpPr>
          <p:cNvPr id="3" name="Content Placeholder 2"/>
          <p:cNvSpPr>
            <a:spLocks noGrp="1"/>
          </p:cNvSpPr>
          <p:nvPr>
            <p:ph idx="1"/>
          </p:nvPr>
        </p:nvSpPr>
        <p:spPr/>
        <p:txBody>
          <a:bodyPr/>
          <a:lstStyle/>
          <a:p>
            <a:pPr>
              <a:defRPr sz="1200"/>
            </a:pPr>
            <a:r>
              <a:t>- Inadequate access to mental health services and emotional support for detainees in immigrant detention centers contributes to the psychological distress experienced by individuals held in these facilities.</a:t>
            </a:r>
            <a:br/>
            <a:r>
              <a:t>- Detainees often lack proper legal representation and access to information about their rights, leading to challenges in navigating the immigration system and advocating for their legal status.</a:t>
            </a:r>
            <a:br/>
            <a:r>
              <a:t>- Reports have highlighted instances of family separations and lack of communication between detainees and their loved ones, further exacerbating the emotional toll and sense of isolation experienced by individuals in detention.</a:t>
            </a:r>
            <a:br/>
            <a:r>
              <a:t>- The lack of transparency and accountability in the operation of immigrant detention centers raises concerns about human rights violations and the need for increased oversight to ensure the well-being of detainees.</a:t>
            </a:r>
            <a:br/>
            <a:br/>
            <a:r>
              <a:t>Sources: [78]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Assimilation vs. Multiculturalism Debate</a:t>
            </a:r>
          </a:p>
        </p:txBody>
      </p:sp>
      <p:sp>
        <p:nvSpPr>
          <p:cNvPr id="3" name="Content Placeholder 2"/>
          <p:cNvSpPr>
            <a:spLocks noGrp="1"/>
          </p:cNvSpPr>
          <p:nvPr>
            <p:ph idx="1"/>
          </p:nvPr>
        </p:nvSpPr>
        <p:spPr/>
        <p:txBody>
          <a:bodyPr/>
          <a:lstStyle/>
          <a:p>
            <a:pPr>
              <a:defRPr sz="1200"/>
            </a:pPr>
            <a:r>
              <a:t>- Assimilation advocates argue that adopting the customs, language, and values of the dominant culture can facilitate social integration and economic success for immigrants, promoting a sense of belonging in the host society.</a:t>
            </a:r>
            <a:br/>
            <a:r>
              <a:t>- Multiculturalism supporters emphasize the importance of cultural diversity in enriching society and fostering tolerance and understanding among different ethnic and cultural groups, challenging the notion of assimilation as the only pathway to integration.</a:t>
            </a:r>
            <a:br/>
            <a:r>
              <a:t>- Research suggests that successful integration of immigrants can be achieved through a combination of assimilation and multiculturalism strategies, recognizing the value of preserving cultural identities while promoting social cohesion and inclusivity.</a:t>
            </a:r>
            <a:br/>
            <a:r>
              <a:t>- The assimilation vs. multiculturalism debate underscores the complex nature of immigration integration, highlighting the need for flexible approaches that address the diverse needs and experiences of immigrant communities.</a:t>
            </a:r>
            <a:br/>
            <a:br/>
            <a:r>
              <a:t>Sources: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[72] Immigrant Detention Centers in the United States - https://www.amnestyusa.org/issues/detention/</a:t>
            </a:r>
            <a:br/>
            <a:r>
              <a:t>[73] Chinese Exclusion Act of 1882 - https://www.history.com/topics/immigration/chinese-exclusion-act-1882</a:t>
            </a:r>
            <a:br/>
            <a:r>
              <a:t>[74] Cultural Adjustment and Adaptation Among Immigrants - https://www.migrationpolicy.org/article/immigrant-integration-us-society</a:t>
            </a:r>
            <a:br/>
            <a:r>
              <a:t>[75] Language Barriers for Immigrants - https://www.migrationpolicy.org/article/limited-english-proficient-immigrants-united-states</a:t>
            </a:r>
            <a:br/>
            <a:r>
              <a:t>[76] Cultural Preservation vs. Adaptation - https://www.migrationpolicy.org/article/assimilation-and-cultural-preservation</a:t>
            </a:r>
            <a:br/>
            <a:r>
              <a:t>[77] Conditions in Immigrant Detention Centers - https://www.npr.org/2019/04/12/712428338/a-look-inside-immigrant-detention-centers-where-thousands-of-people-are-being-held</a:t>
            </a:r>
            <a:br/>
            <a:r>
              <a:t>[78] Cultural Challenges Faced by Immigrants - https://www.migrationpolicy.org/article/immigrant-integration-us-society</a:t>
            </a:r>
            <a:br/>
            <a:r>
              <a:t>[79] Assimilation vs. Multiculturalism: Understanding the Debate - https://www.migrationpolicy.org/article/assimilation-and-multiculturalism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