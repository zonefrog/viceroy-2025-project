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The Evolution of Theater: From Ancient Greece to Modern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Greek Theater Origins &amp; Evolution in Religious Festivals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Greek tragedy originated in Athens in the 6th century BC as part of the dramatic festivals held in honor of the god Dionysus.</a:t>
            </a:r>
            <a:br/>
            <a:r>
              <a:t>- The three major Greek tragedians were Aeschylus, Sophocles, and Euripides, who each made significant contributions to the development of this art form.</a:t>
            </a:r>
            <a:br/>
            <a:r>
              <a:t>- Tragedies were typically based on mythological stories and often explored themes of fate, morality, and the human experience.</a:t>
            </a:r>
            <a:br/>
            <a:r>
              <a:t>- The use of masks in Greek theater served practical and symbolic functions, allowing actors to portray multiple characters, amplify their voices in outdoor amphitheaters, and convey emotions effectively.</a:t>
            </a:r>
            <a:br/>
            <a:br/>
            <a:r>
              <a:t>Sources: [40]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Greek Tragedy Theatrical Elements: Masks, Chorus, Amphitheaters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Greek tragedy originated in Athens in the 6th century BC as part of the dramatic festivals held in honor of the god Dionysus.</a:t>
            </a:r>
            <a:br/>
            <a:r>
              <a:t>- The three major Greek tragedians were Aeschylus, Sophocles, and Euripides, who each made significant contributions to the development of this art form.</a:t>
            </a:r>
            <a:br/>
            <a:r>
              <a:t>- Tragedies were typically based on mythological stories and often explored themes of fate, morality, and the human experience.</a:t>
            </a:r>
            <a:br/>
            <a:r>
              <a:t>- The use of masks in Greek theater served practical and symbolic functions, allowing actors to portray multiple characters, amplify their voices in outdoor amphitheaters, and convey emotions effectively.</a:t>
            </a:r>
            <a:br/>
            <a:r>
              <a:t>- Ancient Greek theater was a form of entertainment that flourished in Greece around 600 BC, part of religious festivals honoring Dionysus, and included comedies and tragedies by renowned playwrights.</a:t>
            </a:r>
            <a:br/>
            <a:br/>
            <a:r>
              <a:t>Sources: [41]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Influence of Greek Theater on Modern Drama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Masks in ancient Greek theater were not only used for practical purposes but also held symbolic significance, connecting the performance to religious rituals and beliefs.</a:t>
            </a:r>
            <a:br/>
            <a:r>
              <a:t>- The wearing of masks allowed actors to embody divine and mythical beings, enhancing the spiritual elements of Greek theater performances.</a:t>
            </a:r>
            <a:br/>
            <a:br/>
            <a:r>
              <a:t>Sources: [42]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Styles of Dance: Ballet, Hip-Hop, Salsa, Contemporary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Ballet: Known for its graceful movements, ballet often incorporates classical music and focuses on precise technique and form.</a:t>
            </a:r>
            <a:br/>
            <a:r>
              <a:t>- Hip-Hop: Originating from urban communities, hip-hop is characterized by high energy, improvisation, and a mix of dance styles like breaking, locking, and popping.</a:t>
            </a:r>
            <a:br/>
            <a:r>
              <a:t>- Salsa: A lively Latin partner dance, salsa features rhythmic footwork, intricate turns, and vibrant music that blends elements of Afro-Cuban and Caribbean dance styles.</a:t>
            </a:r>
            <a:br/>
            <a:r>
              <a:t>- Contemporary: This genre blends various dance styles, focusing on expressive movements, innovative choreography, and pushing boundaries in storytelling and movement.</a:t>
            </a:r>
            <a:br/>
            <a:br/>
            <a:r>
              <a:t>Sources: [43]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Shakespearean Plays: Soliloquies, Irony, Iambic Pentameter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Shakespearean plays also utilize dramatic irony, where the audience is aware of crucial information that the characters are unaware of, creating tension and suspense in the storyline.</a:t>
            </a:r>
            <a:br/>
            <a:r>
              <a:t>- Iambic pentameter, a rhythmic pattern of five feet or iambs per line, is commonly used in Shakespearean plays to mimic natural speech patterns and enhance the poetic quality of the dialogue.</a:t>
            </a:r>
            <a:br/>
            <a:br/>
            <a:r>
              <a:t>Sources: [44]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Evolution of Broadway Productions: Plays to Musicals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Vaudeville shows and light entertainment dominated early Broadway productions before the genre of musical theater began to take shape in the 1920s and 1930s.</a:t>
            </a:r>
            <a:br/>
            <a:r>
              <a:t>- Innovations in staging, choreography, and storytelling have continuously pushed the boundaries of what is achievable on the Broadway stage.</a:t>
            </a:r>
            <a:br/>
            <a:r>
              <a:t>- Today, Broadway productions are renowned for their high production values, exceptionally talented performers, and a wide array of genres that cater to diverse audience preferences. </a:t>
            </a:r>
            <a:br/>
            <a:r>
              <a:t>- The evolution of Broadway from simple plays to elaborate musicals showcases the industry's commitment to creativity, innovation, and captivating storytelling through advanced technology and visual design.</a:t>
            </a:r>
            <a:br/>
            <a:br/>
            <a:r>
              <a:t>Sources: [45]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Religious Influence in Ancient Greek Theater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Greek tragedies originated in ancient Greece as part of the festival of Dionysia, which honored the god Dionysus. </a:t>
            </a:r>
            <a:br/>
            <a:r>
              <a:t>- These dramatic performances were a way for the Greeks to explore themes of fate, morality, and the human experience. </a:t>
            </a:r>
            <a:br/>
            <a:r>
              <a:t>- The earliest known Greek tragedian is Thespis, who is credited with introducing the first actor separate from the chorus. </a:t>
            </a:r>
            <a:br/>
            <a:r>
              <a:t>- Over time, playwrights like Aeschylus, Sophocles, and Euripides further developed the art form, incorporating complex characters and themes.</a:t>
            </a:r>
            <a:br/>
            <a:br/>
            <a:r>
              <a:t>Sources: [46]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Cultural Impact of Circus Performances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Circus performances have a long history in various cultures worldwide, serving as a reflection of society and showcasing a diverse range of skills and talents.</a:t>
            </a:r>
            <a:br/>
            <a:r>
              <a:t>- The fusion of acrobatics, clowning, juggling, and animal acts in circus performances captivates audiences and provides a sense of wonder and excitement.</a:t>
            </a:r>
            <a:br/>
            <a:r>
              <a:t>- Circuses have been an integral part of cultural traditions in countries like the United States, Russia, China, and many others, highlighting the universal appeal and entertainment value of circus arts.</a:t>
            </a:r>
            <a:br/>
            <a:br/>
            <a:r>
              <a:t>Sources: [47]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[40] Development of Greek Tragedy - https://www.britannica.com/art/tragedy-literature</a:t>
            </a:r>
            <a:br/>
            <a:r>
              <a:t>[41] Ancient Greek Theater History - https://www.history.com/topics/ancient-history/greek-theater</a:t>
            </a:r>
            <a:br/>
            <a:r>
              <a:t>[42] Role of Masks in Ancient Greek Theater - https://www.metmuseum.org/toah/hd/mask/hd_mask.htm</a:t>
            </a:r>
            <a:br/>
            <a:r>
              <a:t>[43] Different Types of Performance Arts: Dance - https://en.wikipedia.org/wiki/Dance</a:t>
            </a:r>
            <a:br/>
            <a:r>
              <a:t>[44] Theatrical Elements in Shakespearean Plays - https://www.britannica.com/art/dramatic-literature/Shakespeare-and-the-Elizabethan-theatre</a:t>
            </a:r>
            <a:br/>
            <a:r>
              <a:t>[45] Evolution of Broadway Productions - https://www.playbill.com/article/how-broadway-musicals-have-evolved-over-100-years</a:t>
            </a:r>
            <a:br/>
            <a:r>
              <a:t>[46] Origins of Greek Tragedies - https://www.britannica.com/art/tragedy-literature</a:t>
            </a:r>
            <a:br/>
            <a:r>
              <a:t>[47] Cultural Significance of Circus Performances - https://en.wikipedia.org/wiki/Circus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