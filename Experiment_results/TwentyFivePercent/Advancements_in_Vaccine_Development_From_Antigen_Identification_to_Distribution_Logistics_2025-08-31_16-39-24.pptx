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Advancements in Vaccine Development: From Antigen Identification to Distribution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Antigen Identification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Identification of conserved antigens across different strains or variants is crucial for developing broadly protective vaccines</a:t>
            </a:r>
            <a:br/>
            <a:r>
              <a:t>- Utilizing structural biology techniques such as cryo-electron microscopy can aid in visualizing antigen-antibody interactions for vaccine design</a:t>
            </a:r>
            <a:br/>
            <a:r>
              <a:t>- Incorporating epitope mapping studies helps identify specific regions on antigens that trigger immune responses for targeted vaccine development</a:t>
            </a:r>
            <a:br/>
            <a:r>
              <a:t>- Leveraging computational modeling and bioinformatics tools can predict antigen binding to immune receptors, guiding antigen selection for vaccine candidates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Artificial Intelligence in Vaccine Candidate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Artificial intelligence accelerates antigen identification and selection processes</a:t>
            </a:r>
            <a:br/>
            <a:r>
              <a:t>- Machine learning algorithms analyze large datasets to predict immune responses</a:t>
            </a:r>
            <a:br/>
            <a:r>
              <a:t>- AI aids in optimizing vaccine candidates for efficacy and safety</a:t>
            </a:r>
            <a:br/>
            <a:r>
              <a:t>- Predictive modeling enables rapid data analysis for vaccine design</a:t>
            </a:r>
            <a:br/>
            <a:r>
              <a:t>- AI applications in COVID-19 vaccine development and clinical trial optimization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Assessing Vaccine Immunogenicity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Immunogenicity assessment involves studying the interaction between the vaccine and the immune system to determine the vaccine's ability to elicit a protective immune response.</a:t>
            </a:r>
            <a:br/>
            <a:r>
              <a:t>- It measures the production of antibodies and activation of immune cells to evaluate vaccine effectiveness in inducing immunity.</a:t>
            </a:r>
            <a:br/>
            <a:r>
              <a:t>- The assessment is crucial for predicting how well a vaccine will protect against a specific disease and guiding further development and testing.</a:t>
            </a:r>
            <a:br/>
            <a:r>
              <a:t>- Understanding the immunogenicity of a vaccine is essential for assessing its safety, efficacy, and potential for long-term protection.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Vaccine Formulation Challenges: Stability &amp; Potency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Formulation development involves selecting ingredients and excipients for vaccine stability and potency</a:t>
            </a:r>
            <a:br/>
            <a:r>
              <a:t>- Factors like antigen stability, adjuvant compatibility, and administration route are considered in formulation design</a:t>
            </a:r>
            <a:br/>
            <a:r>
              <a:t>- The goal is to ensure the vaccine remains effective and safe during storage and transportation</a:t>
            </a:r>
            <a:br/>
            <a:r>
              <a:t>- Vaccine formulations must protect active ingredients to achieve the desired immune response for protection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Clinical Trial Design: Randomization &amp; Blinding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Randomized controlled trials are essential in vaccine development to minimize bias and ensure reliable results</a:t>
            </a:r>
            <a:br/>
            <a:r>
              <a:t>- Placebo-controlled trials are commonly used to compare vaccine effects against a placebo group</a:t>
            </a:r>
            <a:br/>
            <a:r>
              <a:t>- Blinded trials help reduce bias by maintaining participant and researcher unawareness of vaccine or placebo administration</a:t>
            </a:r>
            <a:br/>
            <a:r>
              <a:t>- Design elements such as randomization and blinding are crucial for producing high-quality data for regulatory approval.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Post-Market Surveillance for Vaccine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 surveillance involves continuous monitoring of vaccines post-approval in real-world settings</a:t>
            </a:r>
            <a:br/>
            <a:r>
              <a:t>- Data collection and analysis during surveillance help detect adverse events and effectiveness issues</a:t>
            </a:r>
            <a:br/>
            <a:r>
              <a:t>- Rare or long-term side effects that may not have been evident in clinical trials are identified through surveillance</a:t>
            </a:r>
            <a:br/>
            <a:r>
              <a:t>- Ensuring the ongoing safety and efficacy of vaccines in the general population is a primary goal of post-market surveillance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Distribution Logistics &amp; Cold Chain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distribution involves steps such as storage, transportation, and delivery to vaccination sites</a:t>
            </a:r>
            <a:br/>
            <a:r>
              <a:t>- Cold chain management is crucial to maintain vaccine integrity during storage and transport</a:t>
            </a:r>
            <a:br/>
            <a:r>
              <a:t>- Proper logistics ensure efficient and effective delivery of vaccines to populations in need</a:t>
            </a:r>
            <a:br/>
            <a:r>
              <a:t>- Maintaining specific temperature conditions is essential for the efficacy of many vaccines</a:t>
            </a:r>
            <a:br/>
            <a:r>
              <a:t>- The World Health Organization (WHO) emphasizes the importance of cold chain management in vaccine distribution to ensure the quality and potency of vaccines</a:t>
            </a:r>
            <a:br/>
            <a:r>
              <a:t>- Technologies like temperature monitoring devices and specialized storage containers help maintain the cold chain during vaccine transportation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Vaccine Adverse Event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Artificial intelligence accelerates vaccine development by identifying potential vaccine candidates, predicting their efficacy, and optimizing clinical trials</a:t>
            </a:r>
            <a:br/>
            <a:r>
              <a:t>- Machine learning algorithms analyze extensive datasets to identify patterns and predict how vaccines interact with the human immune system</a:t>
            </a:r>
            <a:br/>
            <a:r>
              <a:t>- AI aids in drug discovery by simulating the behavior of molecules and predicting their potential as vaccine components</a:t>
            </a:r>
            <a:br/>
            <a:r>
              <a:t>- Bioinformatics tools powered by AI help analyze genetic sequences and design tailored vaccines for specific pathogens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[56] Clinical Trial Design in Vaccine Development - https://www.ncbi.nlm.nih.gov/pmc/articles/PMC4360604/</a:t>
            </a:r>
            <a:br/>
            <a:r>
              <a:t>[57] Artificial Intelligence Applications in Vaccine Development - https://www.frontiersin.org/articles/10.3389/fimmu.2021.678409/full</a:t>
            </a:r>
            <a:br/>
            <a:r>
              <a:t>[58] Immunogenicity Assessment in Vaccine Development - https://www.ncbi.nlm.nih.gov/pmc/articles/PMC3560034/</a:t>
            </a:r>
            <a:br/>
            <a:r>
              <a:t>[59] Formulation Development in Vaccine Development Process - https://www.ncbi.nlm.nih.gov/pmc/articles/PMC6761114/</a:t>
            </a:r>
            <a:br/>
            <a:r>
              <a:t>[60] Key Considerations in Clinical Trial Design for Vaccine Development - https://www.ncbi.nlm.nih.gov/pmc/articles/PMC4438937/</a:t>
            </a:r>
            <a:br/>
            <a:r>
              <a:t>[61] Post-Market Surveillance in Vaccine Development - https://www.who.int/vaccine_safety/initiative/monitoring/Post_market_surveillance/en/</a:t>
            </a:r>
            <a:br/>
            <a:r>
              <a:t>[62] Vaccine Distribution Process - https://www.who.int/immunization/programmes_systems/supply_chain/en/</a:t>
            </a:r>
            <a:br/>
            <a:r>
              <a:t>[63] Role of Artificial Intelligence in Vaccine Development Process - https://www.nature.com/articles/s41564-019-0629-6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