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Promoting Sustainable Agriculture Through Regenerative Techniques and Agroecology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Regenerative Agriculture Techniques: Cover Cropping &amp;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Sustainable crop rotation helps disrupt pest life cycles, preventing the build-up of pests and diseases in the soil.</a:t>
            </a:r>
            <a:br/>
            <a:r>
              <a:t>- By rotating crops, farmers can improve soil structure and fertility, promoting long-term sustainability in agriculture.</a:t>
            </a:r>
            <a:br/>
            <a:r>
              <a:t>- Sustainable crop rotation reduces the need for synthetic fertilizers and pesticides, minimizing environmental impact and promoting ecosystem balance.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Regenerative Agriculture: Soil Health &amp;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promotes soil health by reducing soil erosion and improving nutrient availability.</a:t>
            </a:r>
            <a:br/>
            <a:r>
              <a:t>- Alternating between different crops helps break pest cycles, leading to reduced reliance on synthetic pesticides.</a:t>
            </a:r>
            <a:br/>
            <a:r>
              <a:t>- Incorporating legumes in crop rotation enhances soil fertility through nitrogen fixation.</a:t>
            </a:r>
            <a:br/>
            <a:r>
              <a:t>- Livestock grazing as part of crop rotation can improve soil structure and organic matter content.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Successful Regenerative Agriculture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Regenerative agriculture practices can lead to increased carbon sequestration in the soil, helping mitigate climate change by removing carbon dioxide from the atmosphere.</a:t>
            </a:r>
            <a:br/>
            <a:r>
              <a:t>- By enhancing soil biodiversity, regenerative agriculture can improve soil structure, water infiltration, and overall soil resilience to extreme weather events.</a:t>
            </a:r>
            <a:br/>
            <a:r>
              <a:t>- Integrating livestock into regenerative farming systems can help reduce greenhouse gas emissions by promoting rotational grazing practices that mimic natural ecosystems.</a:t>
            </a:r>
            <a:br/>
            <a:r>
              <a:t>- Regenerative agriculture can also enhance the nutritional quality of crops by increasing the availability of essential nutrients and minerals in the soil.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Agroecology Principles: Biodiversity &amp;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Agroecology aims to enhance the resilience of farming systems to climate change and other environmental challenges by promoting biodiversity, soil health, and natural resource conservation.</a:t>
            </a:r>
            <a:br/>
            <a:r>
              <a:t>- Integrating agroecological principles into farming practices can help reduce the reliance on external inputs, leading to more sustainable food production systems.</a:t>
            </a:r>
            <a:br/>
            <a:r>
              <a:t>- Agroecology focuses on recycling nutrients within the farming system, minimizing waste and promoting efficient resource use.</a:t>
            </a:r>
            <a:br/>
            <a:r>
              <a:t>- Enhancing soil health through agroecology practices can improve water retention, nutrient availability, and overall ecosystem balance.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Eco-Friendly Farming Practices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Climate-smart agriculture aims to sustainably increase agricultural productivity, adapt and build resilience to climate change, and reduce or remove greenhouse gas emissions where possible.</a:t>
            </a:r>
            <a:br/>
            <a:r>
              <a:t>- Implementing climate-smart agriculture practices can help farmers mitigate the impacts of climate change on food security and environmental sustainability.</a:t>
            </a:r>
            <a:br/>
            <a:r>
              <a:t>- By integrating climate-smart agriculture techniques, farmers can improve their crop yields, enhance soil health, and contribute to reducing greenhouse gas emissions.</a:t>
            </a:r>
            <a:br/>
            <a:r>
              <a:t>- Climate-smart agriculture focuses on promoting sustainable practices that not only benefit farmers economically but also contribute to environmental conservation efforts.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Agroecology in Food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Soil microbiology involves the study of microorganisms in soil, such as bacteria, fungi, protozoa, and algae, which play a critical role in maintaining soil health, nutrient cycling, and plant growth.</a:t>
            </a:r>
            <a:br/>
            <a:r>
              <a:t>- Bacteria and fungi in soil microbiology are essential for decomposing organic matter, releasing nutrients for plant uptake, and contributing to disease suppression in plants.</a:t>
            </a:r>
            <a:br/>
            <a:r>
              <a:t>- Understanding soil microbiology is crucial for sustainable agriculture practices as it helps farmers enhance soil fertility, improve crop productivity, and reduce the need for chemical inputs.</a:t>
            </a:r>
            <a:br/>
            <a:r>
              <a:t>- Soil microbiology research provides insights into how microorganisms interact with plants, soil, and the environment, offering innovative solutions for sustainable farming practices.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Role of Microorganisms in Soil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Microorganisms in soil play a crucial role in maintaining soil health, nutrient cycling, and promoting plant growth by decomposing organic matter and releasing essential nutrients for plants.</a:t>
            </a:r>
            <a:br/>
            <a:r>
              <a:t>- Soil microbiology research offers insights into the interactions between microorganisms, plants, and the environment, leading to innovative solutions for sustainable farming practices.</a:t>
            </a:r>
            <a:br/>
            <a:r>
              <a:t>- Bacteria and fungi in soil microbiology contribute significantly to disease suppression in plants, reducing the reliance on chemical inputs and enhancing crop productivity.</a:t>
            </a:r>
            <a:br/>
            <a:r>
              <a:t>- Understanding soil microbiology is essential for farmers to improve soil fertility, enhance crop yields, and implement sustainable agricultural practices effectively.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Microbial Role in Sustainable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Soil microbiology involves a diverse range of microorganisms, including bacteria, fungi, protozoa, and algae, which play a critical role in nutrient cycling, decomposition of organic matter, and disease suppression in sustainable agriculture.</a:t>
            </a:r>
            <a:br/>
            <a:r>
              <a:t>- Microorganisms in soil contribute to improving soil structure, increasing water retention capacity, and enhancing plant growth by facilitating nutrient uptake and promoting root development.</a:t>
            </a:r>
            <a:br/>
            <a:r>
              <a:t>- Research in soil microbiology provides valuable insights into the intricate interactions between microorganisms, plants, and the environment, leading to the development of innovative solutions for sustainable farming practices.</a:t>
            </a:r>
            <a:br/>
            <a:r>
              <a:t>- Understanding the importance of soil microbiology is essential for farmers to effectively manage soil health, enhance crop productivity, and reduce the reliance on chemical inputs in agriculture.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Sustainable Crop Rotation: An Overview - https://www.sare.org/Learning-Center/Books/Building-Soils-for-Better-Crops-3rd-Edition/Text-Version/Crop-Rotations/Sustainable-Crop-Rotations/</a:t>
            </a:r>
            <a:br/>
            <a:r>
              <a:t>[9] Crop Rotation Benefits and Best Practices for Sustainable Agriculture - https://extension.umn.edu/crop-production-practices/crop-rotation-and-intercropping</a:t>
            </a:r>
            <a:br/>
            <a:r>
              <a:t>[10] Benefits of Regenerative Agriculture - https://www.nationalgeographic.com/environment/article/regenerative-farming-agriculture-climate-change</a:t>
            </a:r>
            <a:br/>
            <a:r>
              <a:t>[11] What is Agroecology? - https://www.fao.org/agroecology/en/</a:t>
            </a:r>
            <a:br/>
            <a:r>
              <a:t>[12] What is Climate-Smart Agriculture? - https://www.fao.org/climate-change/resources/climate-smart-agriculture/en/</a:t>
            </a:r>
            <a:br/>
            <a:r>
              <a:t>[13] Soil Microbiology: Understanding the Role of Microorganisms in Sustainable Agriculture - https://www.sciencedirect.com/topics/agricultural-and-biological-sciences/soil-microbiology</a:t>
            </a:r>
            <a:br/>
            <a:r>
              <a:t>[14] Water Conservation Techniques in Sustainable Agriculture - https://www.nrcs.usda.gov/wps/portal/nrcs/main/national/water/manage/conservation/</a:t>
            </a:r>
            <a:br/>
            <a:r>
              <a:t>[15] Soil Microbiology: Importance in Sustainable Agriculture - https://www.sciencedirect.com/topics/agricultural-and-biological-sciences/soil-microbiology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