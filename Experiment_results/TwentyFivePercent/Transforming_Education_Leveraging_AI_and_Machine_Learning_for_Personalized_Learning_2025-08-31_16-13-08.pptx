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Transforming Education: Leveraging AI and Machine Learning for Personalized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"AI in Education: Definition and Scope"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in education utilizes machine learning algorithms to personalize learning experiences and provide real-time feedback to students.</a:t>
            </a:r>
            <a:br/>
            <a:r>
              <a:t>- AI-powered tools can analyze student data to identify areas for improvement and tailor lessons to meet individual needs.</a:t>
            </a:r>
            <a:br/>
            <a:r>
              <a:t>- Benefits of AI in education include increased efficiency, engagement, and the ability to cater to diverse learning styles.</a:t>
            </a:r>
            <a:br/>
            <a:r>
              <a:t>- Challenges in implementing AI in education involve data privacy concerns, the need for teacher training, and ensuring algorithm transparency and fairness.</a:t>
            </a:r>
            <a:br/>
            <a:br/>
            <a:r>
              <a:t>Sources: [0]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"Advantages of AI in Education"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Ethical considerations in AI-powered education revolve around issues such as data privacy, algorithm bias, transparency, and accountability.</a:t>
            </a:r>
            <a:br/>
            <a:r>
              <a:t>- Student data protection and responsible use are key ethical concerns in AI-powered education.</a:t>
            </a:r>
            <a:br/>
            <a:r>
              <a:t>- Fairness and unbiased decision-making in AI algorithms are essential for ensuring ethical AI practices in education.</a:t>
            </a:r>
            <a:br/>
            <a:r>
              <a:t>- Transparency in how AI systems operate and make decisions is crucial for building trust in AI technologies in the education sector.</a:t>
            </a:r>
            <a:br/>
            <a:br/>
            <a:r>
              <a:t>Sources: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Challenges of Implementing AI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Implementation of privacy regulations like GDPR and COPPA in education to safeguard student data in AI tools</a:t>
            </a:r>
            <a:br/>
            <a:r>
              <a:t>- Utilization of bias detection tools to ensure algorithmic fairness in AI-powered educational systems</a:t>
            </a:r>
            <a:br/>
            <a:br/>
            <a:r>
              <a:t>Sources: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"Machine Learning in Personalized Learning"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can analyze student performance data to identify areas of strength and weakness, allowing for targeted interventions.</a:t>
            </a:r>
            <a:br/>
            <a:r>
              <a:t>- AI-powered educational games and simulations can make learning more interactive and enjoyable, increasing student motivation and engagement.</a:t>
            </a:r>
            <a:br/>
            <a:r>
              <a:t>- Adaptive learning systems tailor educational content to individual student needs and preferences.</a:t>
            </a:r>
            <a:br/>
            <a:r>
              <a:t>- Through personalized learning experiences, AI enhances student engagement by providing tailored interventions.</a:t>
            </a:r>
            <a:br/>
            <a:br/>
            <a:r>
              <a:t>Sources: 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"Data Collection &amp; Analysis for Personalization"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encryption techniques such as advanced encryption standard (AES) or secure sockets layer (SSL) to protect data during transmission and storage.</a:t>
            </a:r>
            <a:br/>
            <a:r>
              <a:t>- Utilizing data anonymization methods like differential privacy or tokenization to ensure that individual identities cannot be traced back to the data.</a:t>
            </a:r>
            <a:br/>
            <a:r>
              <a:t>- Conducting regular security audits using tools like vulnerability scanners and penetration testing to identify and address potential weaknesses in the AI system.</a:t>
            </a:r>
            <a:br/>
            <a:r>
              <a:t>- Obtaining explicit user consent for data collection and processing, outlining the purposes and scope of data usage to promote transparency and trust with users.</a:t>
            </a:r>
            <a:br/>
            <a:br/>
            <a:r>
              <a:t>Sources: [4]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Overcoming ML Challenges in Personalized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encryption techniques such as advanced encryption standard (AES) or secure sockets layer (SSL) to protect data during transmission and storage.</a:t>
            </a:r>
            <a:br/>
            <a:r>
              <a:t>- Utilizing data anonymization methods like differential privacy or tokenization to ensure that individual identities cannot be traced back to the data.</a:t>
            </a:r>
            <a:br/>
            <a:r>
              <a:t>- Conducting regular security audits using tools like vulnerability scanners and penetration testing to identify and address potential weaknesses in the AI system.</a:t>
            </a:r>
            <a:br/>
            <a:r>
              <a:t>- Obtaining explicit user consent for data collection and processing, outlining the purposes and scope of data usage to promote transparency and trust with users.</a:t>
            </a:r>
            <a:br/>
            <a:r>
              <a:t>- Providing ongoing professional development and support for educators to enhance their knowledge and skills in AI integration in the classroom.</a:t>
            </a:r>
            <a:br/>
            <a:br/>
            <a:r>
              <a:t>Sources: [5]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Data Privacy in AI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multi-factor authentication to enhance the security of user accounts and prevent unauthorized access to sensitive data.</a:t>
            </a:r>
            <a:br/>
            <a:r>
              <a:t>- Employing secure data deletion methods to ensure that data is properly removed when no longer needed, reducing the risk of data breaches.</a:t>
            </a:r>
            <a:br/>
            <a:r>
              <a:t>- Implementing data minimization practices to only collect and store the minimum amount of data necessary for the AI tool's functionality, reducing the potential impact of data breaches.</a:t>
            </a:r>
            <a:br/>
            <a:r>
              <a:t>- Regularly updating and patching software and systems to address known vulnerabilities and enhance overall security posture in AI tools.</a:t>
            </a:r>
            <a:br/>
            <a:br/>
            <a:r>
              <a:t>Sources: [6]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Addressing Algorithm Bias in AI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Implementing bias detection algorithms to identify and mitigate potential biases in AI systems used in education.</a:t>
            </a:r>
            <a:br/>
            <a:r>
              <a:t>- Incorporating explainable AI techniques to enhance transparency and understanding of how AI systems make decisions in educational settings.</a:t>
            </a:r>
            <a:br/>
            <a:br/>
            <a:r>
              <a:t>Sources: [7]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[0] The Role of AI in Education - https://www.edtechmagazine.com/k12/article/2020/09/how-ai-changing-education-perfcon</a:t>
            </a:r>
            <a:br/>
            <a:r>
              <a:t>[1] Ethical Considerations in AI-Powered Education - https://www.edsurge.com/news/2019-05-14-why-ethical-considerations-are-necessary-in-ai-powered-education</a:t>
            </a:r>
            <a:br/>
            <a:r>
              <a:t>[2] Impact of AI on Traditional Teaching Methods - https://www.forbes.com/sites/forbestechcouncil/2021/05/25/the-impact-of-ai-on-traditional-education-methods/?sh=6e8b7c9e1a07</a:t>
            </a:r>
            <a:br/>
            <a:r>
              <a:t>[3] Enhancing Student Engagement Through AI - https://www.edsurge.com/news/2019-03-25-how-ai-is-helping-to-create-the-ideal-student-learning-experience</a:t>
            </a:r>
            <a:br/>
            <a:r>
              <a:t>[4] Ensuring Data Privacy in AI Tools: Best Practices - https://www.forbes.com/sites/forbestechcouncil/2021/05/21/ensuring-data-privacy-in-ai-tools-best-practices/?sh=5d1a1d6640f2</a:t>
            </a:r>
            <a:br/>
            <a:r>
              <a:t>[5] Effective Strategies for Teacher Training in AI Integration - https://www.edutopia.org/article/ai-education-teacher-training</a:t>
            </a:r>
            <a:br/>
            <a:r>
              <a:t>[6] Ethical Concerns in Implementing AI in Education - https://www.edtechmagazine.com/k12/article/2019/10/5-ethical-concerns-ai-education</a:t>
            </a:r>
            <a:br/>
            <a:r>
              <a:t>[7] Benefits of AI in Education - https://www.forbes.com/sites/forbestechcouncil/2020/02/25/the-benefits-of-ai-in-education/?sh=1a6a33d34c6b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