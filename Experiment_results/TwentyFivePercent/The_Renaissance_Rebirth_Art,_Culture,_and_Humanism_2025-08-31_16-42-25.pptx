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Renaissance Rebirth: Art, Culture, and Humanism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Historical Context and Timeline of the Renaissance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Artists during the Renaissance period also developed the technique of sfumato, a subtle blending of colors and tones to create soft transitions and a sense of depth in their paintings.</a:t>
            </a:r>
            <a:br/>
            <a:r>
              <a:t>- The use of perspective in Renaissance art allowed for the creation of more dynamic and immersive compositions, drawing viewers into the scene depicted on the canvas.</a:t>
            </a:r>
            <a:br/>
            <a:r>
              <a:t>- Innovations in artistic techniques during the Renaissance period revolutionized the way artists portrayed the world around them, leading to a new level of realism and sophistication in art.</a:t>
            </a:r>
            <a:br/>
            <a:r>
              <a:t>- The availability of a wider range of pigments and materials, such as canvas and wooden panels, enabled artists to experiment with different textures and surfaces in their artworks, expanding the possibilities of artistic expression.</a:t>
            </a:r>
            <a:br/>
            <a:br/>
            <a:r>
              <a:t>Sources: [64]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Key Characteristics of Renaissance Art &amp;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Michelangelo Buonarroti's sculptures, such as the David and the Pietà, exemplify his mastery of anatomical accuracy and emotional expression.</a:t>
            </a:r>
            <a:br/>
            <a:r>
              <a:t>- The frescoes on the ceiling of the Sistine Chapel showcase Michelangelo's exceptional skill in creating dynamic compositions and intricate details.</a:t>
            </a:r>
            <a:br/>
            <a:r>
              <a:t>- Michelangelo's work is renowned for its realism, conveying a sense of movement and intensity that captivates viewers.</a:t>
            </a:r>
            <a:br/>
            <a:r>
              <a:t>- His use of light and shadow, known as chiaroscuro, adds depth and drama to his sculptures and paintings.</a:t>
            </a:r>
            <a:br/>
            <a:br/>
            <a:r>
              <a:t>Sources: [65]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Humanism's Impact on Renaissance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invention of the printing press by Johannes Gutenberg in the mid-15th century revolutionized the dissemination of art during the Renaissance period.</a:t>
            </a:r>
            <a:br/>
            <a:r>
              <a:t>- Prior to the printing press, art was primarily shared through hand-copied manuscripts and individual commissioned works.</a:t>
            </a:r>
            <a:br/>
            <a:r>
              <a:t>- With the printing press, artists could now reproduce their works on a larger scale and distribute them more widely.</a:t>
            </a:r>
            <a:br/>
            <a:r>
              <a:t>- This led to a greater accessibility of art to a larger audience and played a significant role in the spread of artistic ideas and styles across Europe.</a:t>
            </a:r>
            <a:br/>
            <a:br/>
            <a:r>
              <a:t>Sources: [66]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"Development of Linear Perspective in Renaissance Art"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sfumato technique, meaning 'soft' or 'pale' in Italian, was developed during the Renaissance period</a:t>
            </a:r>
            <a:br/>
            <a:r>
              <a:t>- Sfumato involves blending colors and tones together gradually to create a soft, hazy effect without harsh outlines</a:t>
            </a:r>
            <a:br/>
            <a:r>
              <a:t>- Artists like Leonardo da Vinci utilized sfumato to achieve depth, realism, and mystery in their paintings</a:t>
            </a:r>
            <a:br/>
            <a:r>
              <a:t>- Da Vinci's famous works, such as the Mona Lisa, showcase his masterful use of sfumato to create enigmatic expressions</a:t>
            </a:r>
            <a:br/>
            <a:br/>
            <a:r>
              <a:t>Sources: [67]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Leonardo da Vinci's Vitruvian Man: Ideal Human Proportions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Vitruvian Man drawing by Leonardo da Vinci is based on the work of the Roman architect Vitruvius, showcasing ideal human proportions</a:t>
            </a:r>
            <a:br/>
            <a:r>
              <a:t>- Leonardo da Vinci's Vitruvian Man features a man in two superimposed positions within a square and a circle, symbolizing the beauty and complexity of the human form</a:t>
            </a:r>
            <a:br/>
            <a:r>
              <a:t>- This iconic representation of ideal human proportions highlights the intersection of art and science during the Renaissance period</a:t>
            </a:r>
            <a:br/>
            <a:r>
              <a:t>- The Vitruvian Man drawing exemplifies the Renaissance focus on harmonious proportions and the significance of the human figure</a:t>
            </a:r>
            <a:br/>
            <a:br/>
            <a:r>
              <a:t>Sources: [68]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Michelangelo's Sculpture &amp; Fresco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Michelangelo's sculpture 'David' is a masterpiece of Renaissance art, showcasing his skill in capturing human anatomy and emotion</a:t>
            </a:r>
            <a:br/>
            <a:r>
              <a:t>- The Pietà, another iconic sculpture by Michelangelo, depicts the Virgin Mary holding the body of Christ with exquisite detail and expression</a:t>
            </a:r>
            <a:br/>
            <a:r>
              <a:t>- Michelangelo's frescoes on the Sistine Chapel ceiling are renowned for their grandeur and complexity, depicting biblical scenes with remarkable realism and depth</a:t>
            </a:r>
            <a:br/>
            <a:r>
              <a:t>- His artistic style is characterized by a unique blend of realism, emotional intensity, and meticulous attention to detail, setting new standards for sculptors and fresco painters of his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Iconic Works of Sandro Botticelli: 'The Birth of Venus' and 'Primavera'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Botticelli's 'The Birth of Venus' is inspired by classical mythology, with Venus depicted as a symbol of love and beauty emerging from the sea foam.</a:t>
            </a:r>
            <a:br/>
            <a:r>
              <a:t>- In 'Primavera,' Botticelli incorporates various mythological figures such as Venus, Mercury, and the Three Graces, symbolizing the arrival of spring and fertility.</a:t>
            </a:r>
            <a:br/>
            <a:r>
              <a:t>- The intricate symbolism in Botticelli's works reflects the artist's fascination with classical mythology and the ideals of beauty and harmony.</a:t>
            </a:r>
            <a:br/>
            <a:r>
              <a:t>- Botticelli's attention to delicate details and graceful movement in 'The Birth of Venus' and 'Primavera' exemplifies his mastery of capturing ethereal beauty in his paintings.</a:t>
            </a:r>
            <a:br/>
            <a:br/>
            <a:r>
              <a:t>Sources: [69]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Raphael's Ideal Beauty in 'The School of Athens'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Raphael's meticulous craftsmanship in 'The School of Athens' reflects his dedication to portraying ideal beauty through perfect proportions and serene expressions of the great philosophers.</a:t>
            </a:r>
            <a:br/>
            <a:r>
              <a:t>- The influence of classical Greek and Roman art on Raphael's work is evident in the harmonious compositions and balanced use of light and color in 'The School of Athens.'</a:t>
            </a:r>
            <a:br/>
            <a:r>
              <a:t>- Raphael's emphasis on ideal beauty in his artworks aligns with the Renaissance ideals of humanism and the pursuit of perfection in artistic expression.</a:t>
            </a:r>
            <a:br/>
            <a:r>
              <a:t>- The serene expressions and harmonious compositions in 'The School of Athens' showcase Raphael's mastery in capturing the essence of classical beauty and intellectual thought.</a:t>
            </a:r>
            <a:br/>
            <a:br/>
            <a:r>
              <a:t>Sources: [70]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[64] Artistic Innovations During the Renaissance - https://www.metmuseum.org/toah/hd/ital/hd_ital.htm</a:t>
            </a:r>
            <a:br/>
            <a:r>
              <a:t>[65] Key Figures of the Renaissance: Michelangelo - https://www.biography.com/artist/michelangelo</a:t>
            </a:r>
            <a:br/>
            <a:r>
              <a:t>[66] The Impact of the Printing Press on Art Dissemination - https://www.metmuseum.org/toah/hd/prnt/hd_prnt.htm</a:t>
            </a:r>
            <a:br/>
            <a:r>
              <a:t>[67] The Development of Sfumato Technique - https://www.britannica.com/technology/sfumato</a:t>
            </a:r>
            <a:br/>
            <a:r>
              <a:t>[68] Leonardo da Vinci's Vitruvian Man - https://www.britannica.com/topic/Vitruvian-Man</a:t>
            </a:r>
            <a:br/>
            <a:r>
              <a:t>[69] Botticelli's Mythological Paintings - https://www.britannica.com/biography/Sandro-Botticelli</a:t>
            </a:r>
            <a:br/>
            <a:r>
              <a:t>[70] Raphael's Portrayal of Ideal Beauty in The School of Athens - https://www.wga.hu/html_m/r/raphael/2roma/4/21school.html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