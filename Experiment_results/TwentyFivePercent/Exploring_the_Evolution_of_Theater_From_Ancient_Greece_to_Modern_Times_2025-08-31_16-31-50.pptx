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Exploring the Evolution of Theater: From Ancient Greece to Modern Times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Ancient Greek Theater in Athens</a:t>
            </a:r>
          </a:p>
        </p:txBody>
      </p:sp>
      <p:sp>
        <p:nvSpPr>
          <p:cNvPr id="3" name="Content Placeholder 2"/>
          <p:cNvSpPr>
            <a:spLocks noGrp="1"/>
          </p:cNvSpPr>
          <p:nvPr>
            <p:ph idx="1"/>
          </p:nvPr>
        </p:nvSpPr>
        <p:spPr/>
        <p:txBody>
          <a:bodyPr/>
          <a:lstStyle/>
          <a:p>
            <a:pPr>
              <a:defRPr sz="1200"/>
            </a:pPr>
            <a:r>
              <a:t>- Playwrights like Aeschylus, Sophocles, and Euripides are famous for their tragic works in Ancient Greek theater.</a:t>
            </a:r>
            <a:br/>
            <a:r>
              <a:t>- Aristophanes is known for his comedic plays that provided satire and humor in Greek drama.</a:t>
            </a:r>
            <a:br/>
            <a:r>
              <a:t>- The theater of Dionysus, located at the foot of the Acropolis in Athens, was one of the earliest theaters in ancient Greece where performances took place.</a:t>
            </a:r>
            <a:br/>
            <a:r>
              <a:t>- Ancient Greek theater was a communal experience that brought together the community to celebrate and reflect on important themes through dramatic performances.</a:t>
            </a:r>
            <a:br/>
            <a:br/>
            <a:r>
              <a:t>Sources: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Greek Religious Festivals in Theater</a:t>
            </a:r>
          </a:p>
        </p:txBody>
      </p:sp>
      <p:sp>
        <p:nvSpPr>
          <p:cNvPr id="3" name="Content Placeholder 2"/>
          <p:cNvSpPr>
            <a:spLocks noGrp="1"/>
          </p:cNvSpPr>
          <p:nvPr>
            <p:ph idx="1"/>
          </p:nvPr>
        </p:nvSpPr>
        <p:spPr/>
        <p:txBody>
          <a:bodyPr/>
          <a:lstStyle/>
          <a:p>
            <a:pPr>
              <a:defRPr sz="2400"/>
            </a:pPr>
            <a:r>
              <a:t>- Mystery plays were a popular form of religious theater in medieval times, depicting biblical stories to educate the masses.</a:t>
            </a:r>
            <a:br/>
            <a:r>
              <a:t>- These plays were performed in churches and town squares, serving as a means of entertainment and religious instruction.</a:t>
            </a:r>
            <a:br/>
            <a:br/>
            <a:r>
              <a:t>Sources: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Distinction Between Tragedy and Comedy in Greek Drama</a:t>
            </a:r>
          </a:p>
        </p:txBody>
      </p:sp>
      <p:sp>
        <p:nvSpPr>
          <p:cNvPr id="3" name="Content Placeholder 2"/>
          <p:cNvSpPr>
            <a:spLocks noGrp="1"/>
          </p:cNvSpPr>
          <p:nvPr>
            <p:ph idx="1"/>
          </p:nvPr>
        </p:nvSpPr>
        <p:spPr/>
        <p:txBody>
          <a:bodyPr/>
          <a:lstStyle/>
          <a:p>
            <a:pPr>
              <a:defRPr sz="1200"/>
            </a:pPr>
            <a:r>
              <a:t>- Tragic masks in Ancient Greek theater were characterized by their larger size and exaggerated features like high foreheads and elongated expressions to convey intense emotions.</a:t>
            </a:r>
            <a:br/>
            <a:r>
              <a:t>- Comedy masks in Ancient Greek theater were smaller and featured exaggerated elements such as large noses or wide grins to emphasize comedic elements.</a:t>
            </a:r>
            <a:br/>
            <a:r>
              <a:t>- The evolution of masks in Greek theater led to more intricate designs and finer details over time, enhancing the portrayal of characters on stage.</a:t>
            </a:r>
            <a:br/>
            <a:br/>
            <a:r>
              <a:t>Sources: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Role of Masks in Greek Theater Characters</a:t>
            </a:r>
          </a:p>
        </p:txBody>
      </p:sp>
      <p:sp>
        <p:nvSpPr>
          <p:cNvPr id="3" name="Content Placeholder 2"/>
          <p:cNvSpPr>
            <a:spLocks noGrp="1"/>
          </p:cNvSpPr>
          <p:nvPr>
            <p:ph idx="1"/>
          </p:nvPr>
        </p:nvSpPr>
        <p:spPr/>
        <p:txBody>
          <a:bodyPr/>
          <a:lstStyle/>
          <a:p>
            <a:pPr>
              <a:defRPr sz="1200"/>
            </a:pPr>
            <a:r>
              <a:t>- Masks were essential in Ancient Greek theater not only for portraying characters and emotions effectively but also for amplifying actors' voices in outdoor theaters.</a:t>
            </a:r>
            <a:br/>
            <a:r>
              <a:t>- Tragic masks in Ancient Greek theater were designed to convey intense emotions like suffering and loss through their larger size and exaggerated features like high foreheads and elongated expressions.</a:t>
            </a:r>
            <a:br/>
            <a:r>
              <a:t>- Comedy masks in Ancient Greek theater featured smaller sizes and exaggerated elements such as large noses or wide grins to emphasize comedic elements and entertain the audience.</a:t>
            </a:r>
            <a:br/>
            <a:r>
              <a:t>- The evolution of masks in Greek theater over time resulted in more intricate designs and finer details, which further enhanced the portrayal of characters on stage.</a:t>
            </a:r>
            <a:br/>
            <a:br/>
            <a:r>
              <a:t>Sources: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Roman Theater's Impact on Modern Productions</a:t>
            </a:r>
          </a:p>
        </p:txBody>
      </p:sp>
      <p:sp>
        <p:nvSpPr>
          <p:cNvPr id="3" name="Content Placeholder 2"/>
          <p:cNvSpPr>
            <a:spLocks noGrp="1"/>
          </p:cNvSpPr>
          <p:nvPr>
            <p:ph idx="1"/>
          </p:nvPr>
        </p:nvSpPr>
        <p:spPr/>
        <p:txBody>
          <a:bodyPr/>
          <a:lstStyle/>
          <a:p>
            <a:pPr>
              <a:defRPr sz="1200"/>
            </a:pPr>
            <a:r>
              <a:t>- Roman theater's emphasis on elaborate and grandiose productions, including large-scale sets, intricate costumes, and special effects, has influenced modern theater in terms of production design and spectacle.</a:t>
            </a:r>
            <a:br/>
            <a:r>
              <a:t>- The development of dramatic structure and storytelling techniques in Roman theater has had a lasting impact on modern performances, shaping the way narratives are constructed and presented on stage.</a:t>
            </a:r>
            <a:br/>
            <a:r>
              <a:t>- The legacy of Roman theater is evident in the continued use of masks in modern performance art, with influences seen in genres like commedia dell'arte and avant-garde theater.</a:t>
            </a:r>
            <a:br/>
            <a:br/>
            <a:r>
              <a:t>Sources: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Roman Theater Legacy in Modern Performances</a:t>
            </a:r>
          </a:p>
        </p:txBody>
      </p:sp>
      <p:sp>
        <p:nvSpPr>
          <p:cNvPr id="3" name="Content Placeholder 2"/>
          <p:cNvSpPr>
            <a:spLocks noGrp="1"/>
          </p:cNvSpPr>
          <p:nvPr>
            <p:ph idx="1"/>
          </p:nvPr>
        </p:nvSpPr>
        <p:spPr/>
        <p:txBody>
          <a:bodyPr/>
          <a:lstStyle/>
          <a:p>
            <a:pPr>
              <a:defRPr sz="1200"/>
            </a:pPr>
            <a:r>
              <a:t>- The legacy of Roman theater can be seen in the continued use of grandiose productions and elaborate sets in modern theater, reflecting the influence of Roman theatrical spectacle on contemporary performances.</a:t>
            </a:r>
            <a:br/>
            <a:r>
              <a:t>- Roman theater's emphasis on intricate costumes and special effects has shaped modern production design, with contemporary performances drawing inspiration from the opulence and visual richness of Roman theatrical presentations.</a:t>
            </a:r>
            <a:br/>
            <a:r>
              <a:t>- The evolution of theater spaces from ancient open-air amphitheaters to modern indoor venues showcases the lasting impact of Roman theater on the architectural design and functionality of performance spaces throughout history.</a:t>
            </a:r>
            <a:br/>
            <a:r>
              <a:t>- The incorporation of Roman theater elements in modern performances extends to the development of storytelling techniques and dramatic structure, contributing to the diverse and dynamic nature of theatrical narratives in contemporary theater.</a:t>
            </a:r>
            <a:br/>
            <a:br/>
            <a:r>
              <a:t>Sources: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Theater Space Evolution: Ancient to Modern</a:t>
            </a:r>
          </a:p>
        </p:txBody>
      </p:sp>
      <p:sp>
        <p:nvSpPr>
          <p:cNvPr id="3" name="Content Placeholder 2"/>
          <p:cNvSpPr>
            <a:spLocks noGrp="1"/>
          </p:cNvSpPr>
          <p:nvPr>
            <p:ph idx="1"/>
          </p:nvPr>
        </p:nvSpPr>
        <p:spPr/>
        <p:txBody>
          <a:bodyPr/>
          <a:lstStyle/>
          <a:p>
            <a:pPr>
              <a:defRPr sz="1200"/>
            </a:pPr>
            <a:r>
              <a:t>- The history of theater dates back to ancient Greece, where it was a part of religious festivals honoring the god Dionysus.</a:t>
            </a:r>
            <a:br/>
            <a:r>
              <a:t>- Greek theater consisted of tragedy and comedy performances, with actors wearing masks to portray different characters.</a:t>
            </a:r>
            <a:br/>
            <a:r>
              <a:t>- The Roman Empire adopted and expanded upon Greek theater, incorporating elements of spectacle and entertainment.</a:t>
            </a:r>
            <a:br/>
            <a:r>
              <a:t>- During the Middle Ages, theater evolved into religious plays performed in churches and town squares.</a:t>
            </a:r>
            <a:br/>
            <a:r>
              <a:t>- The Renaissance period saw a revival of classical theater traditions, leading to the establishment of permanent theaters and the rise of playwrights like William Shakespeare.</a:t>
            </a:r>
            <a:br/>
            <a:br/>
            <a:r>
              <a:t>Sources: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Embracing Cultural Diversity in Modern Theater</a:t>
            </a:r>
          </a:p>
        </p:txBody>
      </p:sp>
      <p:sp>
        <p:nvSpPr>
          <p:cNvPr id="3" name="Content Placeholder 2"/>
          <p:cNvSpPr>
            <a:spLocks noGrp="1"/>
          </p:cNvSpPr>
          <p:nvPr>
            <p:ph idx="1"/>
          </p:nvPr>
        </p:nvSpPr>
        <p:spPr/>
        <p:txBody>
          <a:bodyPr/>
          <a:lstStyle/>
          <a:p>
            <a:pPr>
              <a:defRPr sz="1200"/>
            </a:pPr>
            <a:r>
              <a:t>- Embracing cultural diversity in modern theater involves casting actors from diverse ethnicities and backgrounds to reflect the global nature of society.</a:t>
            </a:r>
            <a:br/>
            <a:r>
              <a:t>- Exploring stories from different cultures allows for a more authentic representation on stage and creates a deeper connection with audiences from various backgrounds.</a:t>
            </a:r>
            <a:br/>
            <a:r>
              <a:t>- Celebrating the richness of global heritage through multicultural themes enhances the overall impact and resonance of theatrical performances.</a:t>
            </a:r>
            <a:br/>
            <a:r>
              <a:t>- Incorporating cultural diversity in modern theater aims to create inclusive and representative productions that appeal to diverse audiences and promote understanding and appreciation of different traditions.</a:t>
            </a:r>
            <a:br/>
            <a:br/>
            <a:r>
              <a:t>Sources: [47]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[40] Ancient Greek Theater History - https://www.britannica.com/art/Western-theatre/Ancient-Greek-theatre</a:t>
            </a:r>
            <a:br/>
            <a:r>
              <a:t>[41] Impact of Religious Plays on Medieval Theater - https://www.britannica.com/art/Western-theatre/Medieval-theatre</a:t>
            </a:r>
            <a:br/>
            <a:r>
              <a:t>[42] Evolution of Masks in Ancient Greek Theater - https://www.ancient.eu/Greek_Theatre/</a:t>
            </a:r>
            <a:br/>
            <a:r>
              <a:t>[43] Influence of Roman Theater on Modern Performances - https://www.ancient.eu/Roman_Theatre/</a:t>
            </a:r>
            <a:br/>
            <a:r>
              <a:t>[44] Influence of Roman Theater on Modern Performances - https://www.britannica.com/art/Western-theatre/Roman-theatre</a:t>
            </a:r>
            <a:br/>
            <a:r>
              <a:t>[45] Cultural Diversity in Modern Theater - https://www.americantheatre.org/2020/06/29/diversity-and-inclusion-in-theatre-are-not-just-about-race/</a:t>
            </a:r>
            <a:br/>
            <a:r>
              <a:t>[46] History of Theater - https://www.britannica.com/art/theatre</a:t>
            </a:r>
            <a:br/>
            <a:r>
              <a:t>[47] Cultural Diversity in Modern Theater - https://www.americantheatre.org/2020/07/07/cultural-diversity-and-theatre-5-tips-for-making-your-production-more-inclusive/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