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Cultural Integration and Preservation in Immigrant Communities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of Immigrant Assimilation</a:t>
            </a:r>
          </a:p>
        </p:txBody>
      </p:sp>
      <p:sp>
        <p:nvSpPr>
          <p:cNvPr id="3" name="Content Placeholder 2"/>
          <p:cNvSpPr>
            <a:spLocks noGrp="1"/>
          </p:cNvSpPr>
          <p:nvPr>
            <p:ph idx="1"/>
          </p:nvPr>
        </p:nvSpPr>
        <p:spPr/>
        <p:txBody>
          <a:bodyPr/>
          <a:lstStyle/>
          <a:p>
            <a:pPr>
              <a:defRPr sz="1200"/>
            </a:pPr>
            <a:r>
              <a:t>- Cultural festivals provide a sense of community and belonging for immigrants, fostering connections among individuals with shared cultural backgrounds.</a:t>
            </a:r>
            <a:br/>
            <a:r>
              <a:t>- These festivals offer opportunities for cultural exchange, allowing immigrants to share their traditions with the wider society and promote cross-cultural understanding.</a:t>
            </a:r>
            <a:br/>
            <a:r>
              <a:t>- Immigrant communities use cultural festivals as a way to preserve and pass down their cultural heritage to future generations, ensuring the continuity of traditions and customs.</a:t>
            </a:r>
            <a:br/>
            <a:r>
              <a:t>- Participating in cultural festivals can enhance immigrants' sense of identity and pride in their cultural background, contributing to their overall well-being and integration into the new society.</a:t>
            </a:r>
            <a:br/>
            <a:br/>
            <a:r>
              <a:t>Sources: [71]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"Preserving Cultural Identity in Immigrant Communities"</a:t>
            </a:r>
          </a:p>
        </p:txBody>
      </p:sp>
      <p:sp>
        <p:nvSpPr>
          <p:cNvPr id="3" name="Content Placeholder 2"/>
          <p:cNvSpPr>
            <a:spLocks noGrp="1"/>
          </p:cNvSpPr>
          <p:nvPr>
            <p:ph idx="1"/>
          </p:nvPr>
        </p:nvSpPr>
        <p:spPr/>
        <p:txBody>
          <a:bodyPr/>
          <a:lstStyle/>
          <a:p>
            <a:pPr>
              <a:defRPr sz="1200"/>
            </a:pPr>
            <a:r>
              <a:t>- Cultural preservation in immigrant communities is crucial for maintaining a sense of belonging, fostering pride in heritage, and strengthening community bonds.</a:t>
            </a:r>
            <a:br/>
            <a:r>
              <a:t>- Immigrants contribute to the diversity of their new home by passing down important traditions to future generations through cultural preservation efforts.</a:t>
            </a:r>
            <a:br/>
            <a:r>
              <a:t>- Preserving cultural identity in immigrant communities helps in promoting cross-cultural understanding and enhancing immigrants' overall well-being and integration into the new society.</a:t>
            </a:r>
            <a:br/>
            <a:br/>
            <a:r>
              <a:t>Sources: [72]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Cultural Preservation Strategies in Immigrant Communities</a:t>
            </a:r>
          </a:p>
        </p:txBody>
      </p:sp>
      <p:sp>
        <p:nvSpPr>
          <p:cNvPr id="3" name="Content Placeholder 2"/>
          <p:cNvSpPr>
            <a:spLocks noGrp="1"/>
          </p:cNvSpPr>
          <p:nvPr>
            <p:ph idx="1"/>
          </p:nvPr>
        </p:nvSpPr>
        <p:spPr/>
        <p:txBody>
          <a:bodyPr/>
          <a:lstStyle/>
          <a:p>
            <a:pPr>
              <a:defRPr sz="1200"/>
            </a:pPr>
            <a:r>
              <a:t>- Implementing language immersion programs to enhance language proficiency and cultural understanding</a:t>
            </a:r>
            <a:br/>
            <a:r>
              <a:t>- Hosting cultural workshops and seminars to educate both immigrants and the wider community on diverse cultural practices</a:t>
            </a:r>
            <a:br/>
            <a:r>
              <a:t>- Supporting community-led initiatives that focus on preserving traditional art forms, music, and storytelling techniques</a:t>
            </a:r>
            <a:br/>
            <a:r>
              <a:t>- Establishing mentorship programs to connect younger generations with elders who can share cultural knowledge and experiences</a:t>
            </a:r>
            <a:br/>
            <a:br/>
            <a:r>
              <a:t>Sources: [73]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Intergenerational Communication Challenges in Immigrant Families</a:t>
            </a:r>
          </a:p>
        </p:txBody>
      </p:sp>
      <p:sp>
        <p:nvSpPr>
          <p:cNvPr id="3" name="Content Placeholder 2"/>
          <p:cNvSpPr>
            <a:spLocks noGrp="1"/>
          </p:cNvSpPr>
          <p:nvPr>
            <p:ph idx="1"/>
          </p:nvPr>
        </p:nvSpPr>
        <p:spPr/>
        <p:txBody>
          <a:bodyPr/>
          <a:lstStyle/>
          <a:p>
            <a:pPr>
              <a:defRPr sz="1200"/>
            </a:pPr>
            <a:r>
              <a:t>- Language barriers can impact not only verbal communication but also the understanding of cultural nuances and context in intergenerational interactions</a:t>
            </a:r>
            <a:br/>
            <a:r>
              <a:t>- Cultural values play a significant role in shaping communication patterns within immigrant families, influencing the way messages are conveyed and received across generations</a:t>
            </a:r>
            <a:br/>
            <a:r>
              <a:t>- Generational gaps can lead to misunderstandings and conflicts in communication, as different age groups may have varying perspectives on cultural traditions and societal norms</a:t>
            </a:r>
            <a:br/>
            <a:r>
              <a:t>- Addressing these challenges requires a holistic approach that considers language proficiency, cultural sensitivity, and bridging the gap between generations to foster effective communication within immigrant families</a:t>
            </a:r>
            <a:br/>
            <a:br/>
            <a:r>
              <a:t>Sources: [74]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Intergenerational Communication in Immigrant Families</a:t>
            </a:r>
          </a:p>
        </p:txBody>
      </p:sp>
      <p:sp>
        <p:nvSpPr>
          <p:cNvPr id="3" name="Content Placeholder 2"/>
          <p:cNvSpPr>
            <a:spLocks noGrp="1"/>
          </p:cNvSpPr>
          <p:nvPr>
            <p:ph idx="1"/>
          </p:nvPr>
        </p:nvSpPr>
        <p:spPr/>
        <p:txBody>
          <a:bodyPr/>
          <a:lstStyle/>
          <a:p>
            <a:pPr>
              <a:defRPr sz="1200"/>
            </a:pPr>
            <a:r>
              <a:t>- Cultural festivals serve as a platform for immigrants to showcase their unique traditions, music, dance, food, and art to the wider society, promoting cultural integration and understanding</a:t>
            </a:r>
            <a:br/>
            <a:r>
              <a:t>- Participation in cultural festivals allows immigrants to share their cultural identities, fostering appreciation and respect among diverse communities</a:t>
            </a:r>
            <a:br/>
            <a:r>
              <a:t>- Immigrants utilize cultural festivals to maintain a connection to their heritage, passing down traditions to future generations and preserving their cultural identity</a:t>
            </a:r>
            <a:br/>
            <a:r>
              <a:t>- Festivals play a crucial role in celebrating and showcasing the diverse customs, languages, beliefs, and heritage of immigrant communities, contributing to the richness of cultural diversity within society.</a:t>
            </a:r>
            <a:br/>
            <a:br/>
            <a:r>
              <a:t>Sources: [75]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Role of Cultural Festivals in Immigrant Communities</a:t>
            </a:r>
          </a:p>
        </p:txBody>
      </p:sp>
      <p:sp>
        <p:nvSpPr>
          <p:cNvPr id="3" name="Content Placeholder 2"/>
          <p:cNvSpPr>
            <a:spLocks noGrp="1"/>
          </p:cNvSpPr>
          <p:nvPr>
            <p:ph idx="1"/>
          </p:nvPr>
        </p:nvSpPr>
        <p:spPr/>
        <p:txBody>
          <a:bodyPr/>
          <a:lstStyle/>
          <a:p>
            <a:pPr>
              <a:defRPr sz="1200"/>
            </a:pPr>
            <a:r>
              <a:t>- Social media platforms like Facebook, Instagram, and Twitter enable immigrants to share their cultural traditions, connect with others from similar backgrounds, and engage in cultural exchanges within immigrant communities</a:t>
            </a:r>
            <a:br/>
            <a:r>
              <a:t>- Immigrants use social media to maintain ties to their heritage, language, and traditions while also integrating with the local culture of their new country</a:t>
            </a:r>
            <a:br/>
            <a:r>
              <a:t>- Online platforms facilitate communication and collaboration among immigrants, helping to bridge cultural gaps, foster a sense of community, and promote cultural integration</a:t>
            </a:r>
            <a:br/>
            <a:r>
              <a:t>- Social media plays a vital role in promoting understanding and appreciation among diverse communities, allowing immigrants to share their cultural identities and experiences with a wider audience</a:t>
            </a:r>
            <a:br/>
            <a:br/>
            <a:r>
              <a:t>Sources: [76]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Celebrating Cultural Diversity Through Immigrant Festivals</a:t>
            </a:r>
          </a:p>
        </p:txBody>
      </p:sp>
      <p:sp>
        <p:nvSpPr>
          <p:cNvPr id="3" name="Content Placeholder 2"/>
          <p:cNvSpPr>
            <a:spLocks noGrp="1"/>
          </p:cNvSpPr>
          <p:nvPr>
            <p:ph idx="1"/>
          </p:nvPr>
        </p:nvSpPr>
        <p:spPr/>
        <p:txBody>
          <a:bodyPr/>
          <a:lstStyle/>
          <a:p>
            <a:pPr>
              <a:defRPr sz="1200"/>
            </a:pPr>
            <a:r>
              <a:t>- Immigrants often face barriers when trying to access cultural resources in their new communities, such as language barriers, lack of information, financial constraints, discrimination, and cultural differences</a:t>
            </a:r>
            <a:br/>
            <a:r>
              <a:t>- Community organizations and government agencies can help overcome these barriers by providing language support, outreach programs, financial assistance, and culturally sensitive services to facilitate immigrant integration and access to cultural resources</a:t>
            </a:r>
            <a:br/>
            <a:r>
              <a:t>- Ensuring availability of resources like language support, outreach programs, financial assistance, and culturally sensitive services can aid immigrants in integrating and accessing cultural resources effectively</a:t>
            </a:r>
            <a:br/>
            <a:r>
              <a:t>- Community organizations and government agencies play a crucial role in providing the necessary support and resources for immigrants to overcome barriers and access cultural services in their new communities</a:t>
            </a:r>
            <a:br/>
            <a:br/>
            <a:r>
              <a:t>Sources: [77]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Power of Social Media in Cultural Integration</a:t>
            </a:r>
          </a:p>
        </p:txBody>
      </p:sp>
      <p:sp>
        <p:nvSpPr>
          <p:cNvPr id="3" name="Content Placeholder 2"/>
          <p:cNvSpPr>
            <a:spLocks noGrp="1"/>
          </p:cNvSpPr>
          <p:nvPr>
            <p:ph idx="1"/>
          </p:nvPr>
        </p:nvSpPr>
        <p:spPr/>
        <p:txBody>
          <a:bodyPr/>
          <a:lstStyle/>
          <a:p>
            <a:pPr>
              <a:defRPr sz="1200"/>
            </a:pPr>
            <a:r>
              <a:t>- Social media platforms like Facebook, Instagram, and Twitter enable immigrants to share their cultural traditions, connect with others from similar backgrounds, and engage in cultural exchange, fostering a sense of belonging and unity within immigrant communities.</a:t>
            </a:r>
            <a:br/>
            <a:r>
              <a:t>- The use of social media in promoting cultural integration allows immigrants to maintain ties with their homeland while adapting to their new environment, facilitating the spread of cultural events, festivals, and traditions.</a:t>
            </a:r>
            <a:br/>
            <a:r>
              <a:t>- Through social media, immigrants can showcase their unique customs, traditions, languages, and beliefs, contributing to the preservation and celebration of cultural identity within immigrant communities.</a:t>
            </a:r>
            <a:br/>
            <a:r>
              <a:t>- Social media serves as a powerful tool for promoting cultural diversity, understanding, and integration by bridging cultural gaps and fostering cross-cultural communication among diverse communities.</a:t>
            </a:r>
            <a:br/>
            <a:br/>
            <a:r>
              <a:t>Sources: [78]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[71] The Significance of Cultural Festivals in Immigrant Communities - https://www.migrationpolicy.org/article/assimilation-and-cultural-identity</a:t>
            </a:r>
            <a:br/>
            <a:r>
              <a:t>[72] The Importance of Cultural Preservation in Immigrant Communities - https://www.migrationpolicy.org/article/immigrant-cultural-preservation-and-community-engagement</a:t>
            </a:r>
            <a:br/>
            <a:r>
              <a:t>[73] Understanding Immigrant Assimilation - https://www.migrationpolicy.org/article/immigrant-assimilation-united-states</a:t>
            </a:r>
            <a:br/>
            <a:r>
              <a:t>[74] Challenges of Immigrant Assimilation - https://www.migrationpolicy.org/article/immigrant-assimilation-challenges-and-opportunities</a:t>
            </a:r>
            <a:br/>
            <a:r>
              <a:t>[75] The Impact of Cultural Festivals on Immigrant Communities - https://www.migrationpolicy.org/article/immigrant-cultural-festivals-integration</a:t>
            </a:r>
            <a:br/>
            <a:r>
              <a:t>[76] The Role of Social Media in Cultural Integration - https://www.migrationpolicy.org/article/immigrant-integration-and-social-media</a:t>
            </a:r>
            <a:br/>
            <a:r>
              <a:t>[77] Overcoming Barriers to Accessing Cultural Resources for Immigrants - https://www.migrationpolicy.org/article/immigrant-access-resources-challenges-and-responses</a:t>
            </a:r>
            <a:br/>
            <a:r>
              <a:t>[78] The Impact of Social Media on Cultural Integration - https://www.migrationpolicy.org/article/social-media-and-immigrant-integration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