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
            </a:r>
          </a:p>
          <a:p/>
          <a:p>
            <a:r>
              <a:t>Mastering Machine Learning: A Comprehensive Overview of Algorithms and Applications</a:t>
            </a:r>
          </a:p>
        </p:txBody>
      </p:sp>
      <p:sp>
        <p:nvSpPr>
          <p:cNvPr id="3" name="Content Placeholder 2"/>
          <p:cNvSpPr>
            <a:spLocks noGrp="1"/>
          </p:cNvSpPr>
          <p:nvPr>
            <p:ph idx="1"/>
          </p:nvPr>
        </p:nvSpPr>
        <p:spPr/>
        <p:txBody>
          <a:bodyPr/>
          <a:lstStyle/>
          <a:p>
            <a:pPr>
              <a:defRPr sz="2400"/>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"Machine Learning Algorithm Types Overview"</a:t>
            </a:r>
          </a:p>
        </p:txBody>
      </p:sp>
      <p:sp>
        <p:nvSpPr>
          <p:cNvPr id="3" name="Content Placeholder 2"/>
          <p:cNvSpPr>
            <a:spLocks noGrp="1"/>
          </p:cNvSpPr>
          <p:nvPr>
            <p:ph idx="1"/>
          </p:nvPr>
        </p:nvSpPr>
        <p:spPr/>
        <p:txBody>
          <a:bodyPr/>
          <a:lstStyle/>
          <a:p>
            <a:pPr>
              <a:defRPr sz="1200"/>
            </a:pPr>
            <a:r>
              <a:t>- Machine learning algorithms are mathematical models that enable computers to learn from data and make decisions or predictions.</a:t>
            </a:r>
            <a:br/>
            <a:r>
              <a:t>- Supervised learning algorithms learn from labeled training data, while unsupervised learning algorithms identify patterns in unlabeled data.</a:t>
            </a:r>
            <a:br/>
            <a:r>
              <a:t>- Reinforcement learning algorithms learn through trial and error interactions with an environment.</a:t>
            </a:r>
            <a:br/>
            <a:r>
              <a:t>- Machine learning algorithms play a crucial role in various applications such as predictive analytics in finance, healthcare diagnosis, and recommendation systems.</a:t>
            </a:r>
            <a:br/>
            <a:br/>
            <a:r>
              <a:t>Sources: [0]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"Supervised Learning Essentials"</a:t>
            </a:r>
          </a:p>
        </p:txBody>
      </p:sp>
      <p:sp>
        <p:nvSpPr>
          <p:cNvPr id="3" name="Content Placeholder 2"/>
          <p:cNvSpPr>
            <a:spLocks noGrp="1"/>
          </p:cNvSpPr>
          <p:nvPr>
            <p:ph idx="1"/>
          </p:nvPr>
        </p:nvSpPr>
        <p:spPr/>
        <p:txBody>
          <a:bodyPr/>
          <a:lstStyle/>
          <a:p>
            <a:pPr>
              <a:defRPr sz="1200"/>
            </a:pPr>
            <a:r>
              <a:t>- Machine learning algorithms can be categorized into different types based on the way they learn and make predictions, including supervised learning, unsupervised learning, and reinforcement learning.</a:t>
            </a:r>
            <a:br/>
            <a:r>
              <a:t>- Supervised learning involves training a model on labeled data to make predictions, while unsupervised learning deals with unlabeled data to find patterns and relationships.</a:t>
            </a:r>
            <a:br/>
            <a:r>
              <a:t>- Reinforcement learning focuses on decision-making processes and learns through trial and error interactions with an environment.</a:t>
            </a:r>
            <a:br/>
            <a:r>
              <a:t>- Other types of machine learning algorithms include classification, regression, and clustering algorithms, each serving specific purposes in data analysis and prediction.</a:t>
            </a:r>
            <a:br/>
            <a:br/>
            <a:r>
              <a:t>Sources: [1]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"Unsupervised &amp; Reinforcement Learning Overview"</a:t>
            </a:r>
          </a:p>
        </p:txBody>
      </p:sp>
      <p:sp>
        <p:nvSpPr>
          <p:cNvPr id="3" name="Content Placeholder 2"/>
          <p:cNvSpPr>
            <a:spLocks noGrp="1"/>
          </p:cNvSpPr>
          <p:nvPr>
            <p:ph idx="1"/>
          </p:nvPr>
        </p:nvSpPr>
        <p:spPr/>
        <p:txBody>
          <a:bodyPr/>
          <a:lstStyle/>
          <a:p>
            <a:pPr>
              <a:defRPr sz="1200"/>
            </a:pPr>
            <a:r>
              <a:t>- Random Forest is an ensemble learning method that uses multiple decision trees to improve the predictive accuracy and control over-fitting.</a:t>
            </a:r>
            <a:br/>
            <a:r>
              <a:t>- It creates a forest of decision trees, where each tree is trained on a random subset of the training data and a random subset of features.</a:t>
            </a:r>
            <a:br/>
            <a:r>
              <a:t>- The final prediction is made by averaging the predictions of all the individual trees.</a:t>
            </a:r>
            <a:br/>
            <a:r>
              <a:t>- Random Forest is known for its high accuracy, flexibility, and ease of use.</a:t>
            </a:r>
            <a:br/>
            <a:br/>
            <a:r>
              <a:t>Sources: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"Applications of Machine Learning Algorithms"</a:t>
            </a:r>
          </a:p>
        </p:txBody>
      </p:sp>
      <p:sp>
        <p:nvSpPr>
          <p:cNvPr id="3" name="Content Placeholder 2"/>
          <p:cNvSpPr>
            <a:spLocks noGrp="1"/>
          </p:cNvSpPr>
          <p:nvPr>
            <p:ph idx="1"/>
          </p:nvPr>
        </p:nvSpPr>
        <p:spPr/>
        <p:txBody>
          <a:bodyPr/>
          <a:lstStyle/>
          <a:p>
            <a:pPr>
              <a:defRPr sz="1200"/>
            </a:pPr>
            <a:r>
              <a:t>- SVM is effective in high-dimensional spaces and is versatile in handling both linear and non-linear data.</a:t>
            </a:r>
            <a:br/>
            <a:r>
              <a:t>- SVM aims to find the hyperplane that best separates the data points into different classes by maximizing the margin between the hyperplane and the nearest data points, known as support vectors.</a:t>
            </a:r>
            <a:br/>
            <a:r>
              <a:t>- Support Vector Machines (SVM) are supervised learning models used for classification and regression analysis.</a:t>
            </a:r>
            <a:br/>
            <a:r>
              <a:t>- SVM works by finding the hyperplane that best separates the data points into different classes, with the goal of maximizing the margin between the hyperplane and support vectors.</a:t>
            </a:r>
            <a:br/>
            <a:br/>
            <a:r>
              <a:t>Sources: [3]</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Neural Networks: Structure &amp; Function</a:t>
            </a:r>
          </a:p>
        </p:txBody>
      </p:sp>
      <p:sp>
        <p:nvSpPr>
          <p:cNvPr id="3" name="Content Placeholder 2"/>
          <p:cNvSpPr>
            <a:spLocks noGrp="1"/>
          </p:cNvSpPr>
          <p:nvPr>
            <p:ph idx="1"/>
          </p:nvPr>
        </p:nvSpPr>
        <p:spPr/>
        <p:txBody>
          <a:bodyPr/>
          <a:lstStyle/>
          <a:p>
            <a:pPr>
              <a:defRPr sz="1200"/>
            </a:pPr>
            <a:r>
              <a:t>- Clustering algorithms are unsupervised machine learning techniques designed to group similar data points without labeled outcomes.</a:t>
            </a:r>
            <a:br/>
            <a:r>
              <a:t>- These algorithms aim to uncover underlying patterns and relationships in data by organizing it into clusters, enabling the identification of valuable insights.</a:t>
            </a:r>
            <a:br/>
            <a:r>
              <a:t>- Common clustering algorithms include K-means, DBSCAN, and hierarchical clustering, each offering unique approaches to data grouping and analysis.</a:t>
            </a:r>
            <a:br/>
            <a:br/>
            <a:r>
              <a:t>Sources: [4]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Deep Learning Applications Overview</a:t>
            </a:r>
          </a:p>
        </p:txBody>
      </p:sp>
      <p:sp>
        <p:nvSpPr>
          <p:cNvPr id="3" name="Content Placeholder 2"/>
          <p:cNvSpPr>
            <a:spLocks noGrp="1"/>
          </p:cNvSpPr>
          <p:nvPr>
            <p:ph idx="1"/>
          </p:nvPr>
        </p:nvSpPr>
        <p:spPr/>
        <p:txBody>
          <a:bodyPr/>
          <a:lstStyle/>
          <a:p>
            <a:pPr>
              <a:defRPr sz="1200"/>
            </a:pPr>
            <a:r>
              <a:t>- SVMs find the hyperplane that best separates data points into different classes, maximizing the margin between the hyperplane and support vectors</a:t>
            </a:r>
            <a:br/>
            <a:r>
              <a:t>- SVMs are effective in handling non-linear decision boundaries and tasks where data is not linearly separable</a:t>
            </a:r>
            <a:br/>
            <a:r>
              <a:t>- SVMs can be applied in image classification, text categorization, handwriting recognition, bioinformatics, and spam detection</a:t>
            </a:r>
            <a:br/>
            <a:r>
              <a:t>- SVMs are particularly useful for tasks where the data is not linearly separable, as they can effectively handle non-linear decision boundaries.</a:t>
            </a:r>
            <a:br/>
            <a:br/>
            <a:r>
              <a:t>Sources: [5]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"Convolutional Neural Networks for Image Recognition"</a:t>
            </a:r>
          </a:p>
        </p:txBody>
      </p:sp>
      <p:sp>
        <p:nvSpPr>
          <p:cNvPr id="3" name="Content Placeholder 2"/>
          <p:cNvSpPr>
            <a:spLocks noGrp="1"/>
          </p:cNvSpPr>
          <p:nvPr>
            <p:ph idx="1"/>
          </p:nvPr>
        </p:nvSpPr>
        <p:spPr/>
        <p:txBody>
          <a:bodyPr/>
          <a:lstStyle/>
          <a:p>
            <a:pPr>
              <a:defRPr sz="1200"/>
            </a:pPr>
            <a:r>
              <a:t>- CNNs are specifically designed for image recognition tasks, utilizing multiple layers of neurons to apply convolutional filters to input images for feature learning.</a:t>
            </a:r>
            <a:br/>
            <a:r>
              <a:t>- These networks excel in various visual recognition tasks such as object detection, image classification, and facial recognition due to their ability to learn hierarchical features.</a:t>
            </a:r>
            <a:br/>
            <a:r>
              <a:t>- CNNs have been successfully applied in real-world scenarios like identifying objects in images for autonomous driving systems, showcasing their practical utility in advanced technologies.</a:t>
            </a:r>
            <a:br/>
            <a:r>
              <a:t>- The architecture of CNNs allows them to capture intricate patterns and features in images, making them highly effective in tasks requiring detailed visual analysis.</a:t>
            </a:r>
            <a:br/>
            <a:br/>
            <a:r>
              <a:t>Sources: [6]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Ensemble Learning: Decision Trees &amp; Random Forest</a:t>
            </a:r>
          </a:p>
        </p:txBody>
      </p:sp>
      <p:sp>
        <p:nvSpPr>
          <p:cNvPr id="3" name="Content Placeholder 2"/>
          <p:cNvSpPr>
            <a:spLocks noGrp="1"/>
          </p:cNvSpPr>
          <p:nvPr>
            <p:ph idx="1"/>
          </p:nvPr>
        </p:nvSpPr>
        <p:spPr/>
        <p:txBody>
          <a:bodyPr/>
          <a:lstStyle/>
          <a:p>
            <a:pPr>
              <a:defRPr sz="1200"/>
            </a:pPr>
            <a:r>
              <a:t>- Ensemble learning combines multiple decision trees to improve predictive accuracy and reduce overfitting.</a:t>
            </a:r>
            <a:br/>
            <a:r>
              <a:t>- Random Forest is an ensemble learning method that uses bagging to build multiple decision trees with random subsets of features and data points.</a:t>
            </a:r>
            <a:br/>
            <a:r>
              <a:t>- The diversity of decision trees in Random Forest helps in capturing different aspects of the data, leading to a robust and more accurate model.</a:t>
            </a:r>
            <a:br/>
            <a:r>
              <a:t>- Ensemble learning methods like Random Forest are effective in handling high-dimensional data and complex relationships between features.</a:t>
            </a:r>
            <a:br/>
            <a:br/>
            <a:r>
              <a:t>Sources: [7]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400"/>
              <a:t>Sources</a:t>
            </a:r>
          </a:p>
        </p:txBody>
      </p:sp>
      <p:sp>
        <p:nvSpPr>
          <p:cNvPr id="3" name="Content Placeholder 2"/>
          <p:cNvSpPr>
            <a:spLocks noGrp="1"/>
          </p:cNvSpPr>
          <p:nvPr>
            <p:ph idx="1"/>
          </p:nvPr>
        </p:nvSpPr>
        <p:spPr/>
        <p:txBody>
          <a:bodyPr/>
          <a:lstStyle/>
          <a:p>
            <a:pPr>
              <a:defRPr sz="1200"/>
            </a:pPr>
            <a:r>
              <a:t>[0] Introduction to Machine Learning Algorithms - https://www.ibm.com/cloud/learn/machine-learning-algorithms</a:t>
            </a:r>
            <a:br/>
            <a:r>
              <a:t>[1] Types of Machine Learning Algorithms - https://www.ibm.com/cloud/learn/machine-learning-algorithms</a:t>
            </a:r>
            <a:br/>
            <a:r>
              <a:t>[2] Random Forest Algorithm Explained - https://builtin.com/data-science/random-forest-algorithm</a:t>
            </a:r>
            <a:br/>
            <a:r>
              <a:t>[3] Support Vector Machines Explained - https://en.wikipedia.org/wiki/Support_vector_machine</a:t>
            </a:r>
            <a:br/>
            <a:r>
              <a:t>[4] Clustering Algorithms Explained - https://towardsdatascience.com/the-5-clustering-algorithms-data-scientists-need-to-know-a36d136ef68</a:t>
            </a:r>
            <a:br/>
            <a:r>
              <a:t>[5] Applications of Support Vector Machines - https://www.analyticsvidhya.com/blog/2017/09/understaing-support-vector-machine-example-code/</a:t>
            </a:r>
            <a:br/>
            <a:r>
              <a:t>[6] Convolutional Neural Networks (CNNs) Explained - https://towardsdatascience.com/a-comprehensive-introduction-to-different-types-of-convolutions-in-deep-learning-669281e58215</a:t>
            </a:r>
            <a:br/>
            <a:r>
              <a:t>[7] Decision Trees Explained - https://towardsdatascience.com/decision-trees-in-machine-learning-641b9c4e8052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