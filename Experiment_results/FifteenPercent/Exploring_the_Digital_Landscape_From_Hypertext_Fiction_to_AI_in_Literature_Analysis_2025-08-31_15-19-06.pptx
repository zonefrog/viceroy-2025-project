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Exploring the Digital Landscape: From Hypertext Fiction to AI in Literature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"Evolution of Hypertext Fiction and Interactive Storytelling"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Hypertext fiction and interactive storytelling have paved the way for non-linear narratives and increased reader interaction in the digital age.</a:t>
            </a:r>
            <a:br/>
            <a:r>
              <a:t>- The origins of hypertext fiction and interactive storytelling can be traced back to the 1980s, with notable works like "Afternoon, a story" and "Myst" setting the foundation for these innovative storytelling formats.</a:t>
            </a:r>
            <a:br/>
            <a:r>
              <a:t>- These digital literary forms allow readers to navigate through interconnected texts and make choices that impact the unfolding narrative.</a:t>
            </a:r>
            <a:br/>
            <a:r>
              <a:t>- The evolution of hypertext fiction and interactive storytelling has revolutionized traditional storytelling methods, offering readers a more engaging and immersive reading experience.</a:t>
            </a:r>
            <a:br/>
            <a:br/>
            <a:r>
              <a:t>Sources: [24]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"The Impact of Technology on Reading Habits"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Audiobooks have gained popularity in the digital age due to their convenience and accessibility, allowing readers to listen to books on-the-go.</a:t>
            </a:r>
            <a:br/>
            <a:r>
              <a:t>- The widespread use of smartphones and other portable devices has made audiobooks a preferred choice for individuals who enjoy listening to stories rather than reading them.</a:t>
            </a:r>
            <a:br/>
            <a:r>
              <a:t>- Audiobooks cater to a diverse audience, offering a unique way to experience literature through narration and sound effects.</a:t>
            </a:r>
            <a:br/>
            <a:r>
              <a:t>- The format of audiobooks enhances the immersive experience for readers, providing a dynamic and engaging way to consume literary content.</a:t>
            </a:r>
            <a:br/>
            <a:br/>
            <a:r>
              <a:t>Sources: [25]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Digital Reading Habits: E-readers, Tablets, Smartphones Engagement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Social media platforms like Goodreads, Instagram, and Twitter have created virtual book clubs, author Q&amp;A sessions, and reading challenges, fostering a sense of community among book lovers.</a:t>
            </a:r>
            <a:br/>
            <a:r>
              <a:t>- Readers can easily connect with authors, publishers, and other readers through social media, leading to increased interest in literature and book recommendations.</a:t>
            </a:r>
            <a:br/>
            <a:br/>
            <a:r>
              <a:t>Sources: [26]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Immersive Interactive Fiction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Virtual reality technology in interactive fiction can create a sense of presence and immersion, allowing readers to feel like they are part of the story world.</a:t>
            </a:r>
            <a:br/>
            <a:r>
              <a:t>- Interactive fiction experiences can offer branching narratives, where reader choices lead to different story outcomes, enhancing engagement and replay value.</a:t>
            </a:r>
            <a:br/>
            <a:br/>
            <a:r>
              <a:t>Sources: [27]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Virtual Reality in Immersive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Virtual reality technology allows readers to experience a sense of presence and immersion, immersing them in the story world and enhancing their connection to the narrative.</a:t>
            </a:r>
            <a:br/>
            <a:r>
              <a:t>- Interactive fiction in virtual reality can offer complex branching narratives, where reader choices lead to diverse story outcomes, increasing engagement and providing a personalized reading experience.</a:t>
            </a:r>
            <a:br/>
            <a:br/>
            <a:r>
              <a:t>Sources: [28]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Social Media Book Communities: Engaging Readers Through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Interactive fiction allows readers to actively participate in the story by making choices that influence the narrative direction, creating a more engaging and immersive reading experience.</a:t>
            </a:r>
            <a:br/>
            <a:r>
              <a:t>- With advancements in technology, interactive fiction in virtual reality can offer readers complex branching narratives, where their decisions lead to various story outcomes, enhancing reader engagement and providing a personalized storytelling experience.</a:t>
            </a:r>
            <a:br/>
            <a:br/>
            <a:r>
              <a:t>Sources: [29]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Audiobooks: Convenience and Flexibility for Readers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Audiobooks provide a hands-free reading experience, allowing individuals to multitask while listening to books, increasing productivity and accessibility.</a:t>
            </a:r>
            <a:br/>
            <a:r>
              <a:t>- The narration in audiobooks can enhance the emotional impact of the story, bringing characters to life and immersing listeners in the narrative.</a:t>
            </a:r>
            <a:br/>
            <a:r>
              <a:t>- Audiobooks offer a unique listening experience through the use of professional voice actors, sound effects, and music, creating a dynamic and engaging storytelling medium.</a:t>
            </a:r>
            <a:br/>
            <a:r>
              <a:t>- The flexibility of audiobooks allows readers to enjoy literature in various settings, such as during commutes, workouts, or while completing household tasks, catering to different lifestyle preferences.</a:t>
            </a:r>
            <a:br/>
            <a:br/>
            <a:r>
              <a:t>Sources: [30]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Artificial Intelligence in Literature Analysis: Advanced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technologies like text mining and natural language processing are revolutionizing literature analysis by identifying patterns, themes, and sentiments in texts.</a:t>
            </a:r>
            <a:br/>
            <a:r>
              <a:t>- Researchers and scholars benefit from AI algorithms that provide valuable insights and enable automated summarization, sentiment analysis, and even the creation of new literary content.</a:t>
            </a:r>
            <a:br/>
            <a:r>
              <a:t>- AI in literature analysis enhances the understanding of complex texts by offering advanced technologies for text interpretation.</a:t>
            </a:r>
            <a:br/>
            <a:r>
              <a:t>- The application of AI in literature analysis opens up new possibilities for in-depth analysis and exploration of literary works.</a:t>
            </a:r>
            <a:br/>
            <a:br/>
            <a:r>
              <a:t>Sources: [31]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[24] The Power of Bookstagram: How Social Media Influences Literature Engagement - https://www.theguardian.com/books/2019/feb/06/inside-the-instagram-community-of-book-lovers</a:t>
            </a:r>
            <a:br/>
            <a:r>
              <a:t>[25] The Rise of Audiobooks in the Digital Age - https://www.nytimes.com/2019/05/16/books/audiobooks-booming-publishing-industry.html</a:t>
            </a:r>
            <a:br/>
            <a:r>
              <a:t>[26] The Influence of Social Media on Literature Engagement - https://www.publishersweekly.com/pw/by-topic/industry-news/tip-sheet/article/80141-how-social-media-has-changed-book-marketing.html</a:t>
            </a:r>
            <a:br/>
            <a:r>
              <a:t>[27] The Role of Artificial Intelligence in Literature Analysis - https://www.springer.com/gp/book/9783030230911</a:t>
            </a:r>
            <a:br/>
            <a:r>
              <a:t>[28] The Role of Virtual Reality in Enhancing Reading Experiences - https://www.forbes.com/sites/forbes-personal-shopper/2021/06/08/best-virtual-reality-headsets-of-2021/?sh=1f3f9c4f6d33</a:t>
            </a:r>
            <a:br/>
            <a:r>
              <a:t>[29] The Rise of Interactive Fiction in Digital Storytelling - https://www.bbc.com/culture/article/20210608-the-rise-of-interactive-fiction-in-digital-storytelling</a:t>
            </a:r>
            <a:br/>
            <a:r>
              <a:t>[30] Digital Reading Habits: A Comprehensive Guide - https://www.psychologytoday.com/us/blog/reading-between-the-headlines/201809/what-we-know-and-dont-know-about-digital-reading-habits</a:t>
            </a:r>
            <a:br/>
            <a:r>
              <a:t>[31] Emerging Trends in Digital Publishing - https://www.forbes.com/sites/forbescommunicationscouncil/2021/09/13/the-future-of-digital-publishing-trends-to-watch-for/?sh=6b8d17e6206c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