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Sustainable Agriculture: Cultivating a Healthy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Principles of Sustainable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involves delivering water directly to the roots of plants, reducing evaporation and water waste</a:t>
            </a:r>
            <a:br/>
            <a:r>
              <a:t>- Sprinkler irrigation uses overhead sprinklers to distribute water evenly over the soil surface</a:t>
            </a:r>
            <a:br/>
            <a:r>
              <a:t>- Subsurface irrigation involves delivering water below the soil surface, reducing evaporation and water runoff</a:t>
            </a:r>
            <a:br/>
            <a:r>
              <a:t>- Rainwater harvesting collects and stores rainwater for later use in irrigation</a:t>
            </a:r>
            <a:br/>
            <a:r>
              <a:t>- Micro-irrigation systems, such as micro-sprinklers and drip emitters, provide precise water delivery to plants, minimizing water waste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Soil Health for Sustainable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Improving soil health is essential for promoting plant growth, increasing crop yields, and enhancing overall farm productivity</a:t>
            </a:r>
            <a:br/>
            <a:r>
              <a:t>- Practices such as cover cropping, reduced tillage, and organic matter addition enhance soil structure, increase nutrient availability, and promote beneficial soil microorganisms</a:t>
            </a:r>
            <a:br/>
            <a:r>
              <a:t>- Benefits include maintaining soil fertility, reducing erosion, and minimizing the need for chemical inputs</a:t>
            </a:r>
            <a:br/>
            <a:r>
              <a:t>- Example: Implementing cover cropping to reduce erosion, improve soil fertility, and promote beneficial soil microorganisms in sustainable agriculture</a:t>
            </a:r>
            <a:br/>
            <a:r>
              <a:t>- Healthy soil is crucial for sustainable agriculture as it supports diverse microbial communities that contribute to nutrient cycling and plant health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"Cover Crop Benefits for Soil Conservation"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cropping promotes soil biodiversity and enhances nutrient cycling, leading to improved soil fertility and ecosystem resilience</a:t>
            </a:r>
            <a:br/>
            <a:r>
              <a:t>- The use of cover crops can help reduce soil compaction, enhance water infiltration, and improve overall soil structure</a:t>
            </a:r>
            <a:br/>
            <a:r>
              <a:t>- Implementing cover cropping can also contribute to carbon sequestration in the soil, aiding in mitigating climate change impacts</a:t>
            </a:r>
            <a:br/>
            <a:r>
              <a:t>- Cover crops serve as a natural weed management strategy, reducing the need for synthetic herbicides and promoting a more sustainable agricultural system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Water Efficiency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Agroforestry systems integrate trees, crops, and livestock on the same land to enhance soil health, increase biodiversity, and improve ecosystem resilience</a:t>
            </a:r>
            <a:br/>
            <a:r>
              <a:t>- Combining agriculture with forestry practices in agroforestry systems provides benefits such as improved water quality, carbon sequestration, and habitat for wildlife.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"Benefits of Integrated Pest Management"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IPM helps to maintain ecological balance by preserving beneficial insects that contribute to natural pest control</a:t>
            </a:r>
            <a:br/>
            <a:r>
              <a:t>- Implementing IPM strategies can lead to increased crop yields and overall farm productivity</a:t>
            </a:r>
            <a:br/>
            <a:r>
              <a:t>- By reducing the reliance on chemical pesticides, IPM helps to minimize environmental pollution and protect water quality</a:t>
            </a:r>
            <a:br/>
            <a:r>
              <a:t>- Integrated Pest Management promotes sustainable farming practices by focusing on long-term pest management solutions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"Agroforestry Systems for Soil Health"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Agroforestry systems help reduce greenhouse gas emissions by sequestering carbon in trees and soil</a:t>
            </a:r>
            <a:br/>
            <a:r>
              <a:t>- The integration of trees in agroforestry systems can improve water quality by reducing nutrient runoff and erosion</a:t>
            </a:r>
            <a:br/>
            <a:r>
              <a:t>- Agroforestry practices contribute to climate change adaptation by enhancing soil resilience and promoting ecosystem stability</a:t>
            </a:r>
            <a:br/>
            <a:r>
              <a:t>- Research shows that agroforestry systems can lead to increased crop yields and economic benefits for farmers in the long term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"Drip Irrigation for Water Conservation"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systems are a key water conservation technique in sustainable agriculture</a:t>
            </a:r>
            <a:br/>
            <a:r>
              <a:t>- Rainwater harvesting is another effective method for conserving water in agriculture</a:t>
            </a:r>
            <a:br/>
            <a:r>
              <a:t>- Implementing cover crops and mulching can help retain soil moisture and reduce the need for excessive watering</a:t>
            </a:r>
            <a:br/>
            <a:r>
              <a:t>- Research shows that sustainable water conservation techniques, such as drip irrigation, can lead to improved crop yields and environmental sustainability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Successful Sustainable Agriculture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Climate-smart agriculture practices focus on increasing agricultural productivity, enhancing resilience to climate variability, and reducing greenhouse gas emissions</a:t>
            </a:r>
            <a:br/>
            <a:r>
              <a:t>- Conservation tillage, agroforestry, and water-efficient irrigation methods are key components of climate-smart agriculture</a:t>
            </a:r>
            <a:br/>
            <a:r>
              <a:t>- These practices help farmers adapt to and mitigate the impacts of climate change while promoting environmental sustainability</a:t>
            </a:r>
            <a:br/>
            <a:r>
              <a:t>- By implementing sustainable farming techniques, farmers can improve yields and protect the environment from the effects of climate change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Types of Sustainable Irrigation Methods - https://www.agriculture.com/sustainable-agriculture/irrigation</a:t>
            </a:r>
            <a:br/>
            <a:r>
              <a:t>[9] Improving Soil Health in Sustainable Agriculture - https://www.sare.org/Learning-Center/Books/Building-Soils-for-Better-Crops-3rd-Edition/Text-Version/Soil-Organic-Matter/Improving-Soil-Health-in-Sustainable-Agriculture/</a:t>
            </a:r>
            <a:br/>
            <a:r>
              <a:t>[10] The Benefits of Cover Cropping in Sustainable Agriculture - https://www.sare.org/resources/cover-crops/</a:t>
            </a:r>
            <a:br/>
            <a:r>
              <a:t>[11] The Role of Agroforestry Systems in Sustainable Agriculture - https://www.nrcs.usda.gov/wps/portal/nrcs/detail/national/newsroom/features/?cid=nrcseprd1284912</a:t>
            </a:r>
            <a:br/>
            <a:r>
              <a:t>[12] The Importance of Crop Rotation in Sustainable Agriculture - https://www.sare.org/Learning-Center/Books/Managing-Cover-Crops-Profitably-3rd-Edition/Text-Version/Cover-Crop-Basics/Crop-Rotation/</a:t>
            </a:r>
            <a:br/>
            <a:r>
              <a:t>[13] The Benefits of Agroforestry Systems in Sustainable Agriculture - https://www.sciencedirect.com/science/article/abs/pii/S221209632030113X</a:t>
            </a:r>
            <a:br/>
            <a:r>
              <a:t>[14] Water Conservation Techniques in Sustainable Agriculture - https://www.nrcs.usda.gov/wps/portal/nrcs/main/national/soils/health/</a:t>
            </a:r>
            <a:br/>
            <a:r>
              <a:t>[15] Implementing Climate-Smart Agriculture Practices - https://www.fao.org/climate-smart-agriculture/en/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