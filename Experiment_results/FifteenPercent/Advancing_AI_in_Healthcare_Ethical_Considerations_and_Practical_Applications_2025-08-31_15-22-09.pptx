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AI in Healthcare: Ethical Considerations and 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Addressing Bias in AI Algorithms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Incorporating diverse datasets in AI algorithms can help mitigate bias and improve accuracy in medical decision-making</a:t>
            </a:r>
            <a:br/>
            <a:r>
              <a:t>- Implementing robust encryption and access controls can enhance data privacy and security in AI systems</a:t>
            </a:r>
            <a:br/>
            <a:r>
              <a:t>- Establishing clear guidelines for auditing and explaining AI algorithms can promote transparency and accountability in healthcare settings</a:t>
            </a:r>
            <a:br/>
            <a:r>
              <a:t>- Building trust with patients through open communication about AI technology and its potential impact on medical care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Patient Privacy in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multi-factor authentication and role-based access control systems can further strengthen data security in AI technology</a:t>
            </a:r>
            <a:br/>
            <a:r>
              <a:t>- Conducting regular security audits and vulnerability assessments can help identify and address potential weaknesses in AI systems</a:t>
            </a:r>
            <a:br/>
            <a:r>
              <a:t>- Ensuring compliance with data protection regulations such as HIPAA and GDPR is essential for safeguarding patient privacy in AI applications</a:t>
            </a:r>
            <a:br/>
            <a:r>
              <a:t>- Educating healthcare staff on best practices for data security and privacy in AI technology is crucial for maintaining a secure environment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AI Accountability and Transparency in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explainable AI techniques can enhance transparency in AI systems by providing insights into how decisions are made during surgical procedures</a:t>
            </a:r>
            <a:br/>
            <a:r>
              <a:t>- Establishing clear protocols for human-AI collaboration in surgery can help define roles and responsibilities, ensuring greater accountability for errors or malfunctions</a:t>
            </a:r>
            <a:br/>
            <a:r>
              <a:t>- Conducting regular audits of AI algorithms and updating them based on real-world data can improve the accuracy and reliability of AI systems in surgical settings</a:t>
            </a:r>
            <a:br/>
            <a:r>
              <a:t>- Collaborating with interdisciplinary teams of healthcare professionals, ethicists, and AI experts can provide diverse perspectives on ethical dilemmas and transparency challenges in AI-assisted surgery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Automating Routine Tasks in Healthcare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assist in streamlining processes and improving efficiency in healthcare, but there are concerns about potential job displacement and the necessity for healthcare workers to adapt to new technologies</a:t>
            </a:r>
            <a:br/>
            <a:r>
              <a:t>- Upskilling healthcare workers is crucial to ensure they can effectively utilize AI tools and embrace new roles in the evolving healthcare landscape</a:t>
            </a:r>
            <a:br/>
            <a:r>
              <a:t>- The integration of AI in healthcare requires a strategic approach to workforce planning, including identifying areas where automation can enhance productivity and where human expertise is irreplaceable</a:t>
            </a:r>
            <a:br/>
            <a:r>
              <a:t>- Collaborative efforts between healthcare organizations, educational institutions, and AI developers are essential to design training programs that equip healthcare workers with the skills needed to work alongside AI technologies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Navigating AI Challenges in Healthcare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Healthcare professionals will need to develop skills in data analysis, machine learning, and AI technology to stay relevant in the rapidly evolving industry.</a:t>
            </a:r>
            <a:br/>
            <a:r>
              <a:t>- Some jobs may become obsolete in the healthcare workforce due to automation, while new roles focused on managing and interpreting AI-generated data are likely to emerge.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FDA Regulations for AI in Medical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FDA regulations for AI in medical technology require transparency in algorithms, safety and efficacy testing, and post-market monitoring.</a:t>
            </a:r>
            <a:br/>
            <a:r>
              <a:t>- The FDA aims to ensure patient safety, data privacy, and ethical considerations in the development and use of AI technology in healthcare.</a:t>
            </a:r>
            <a:br/>
            <a:r>
              <a:t>- European Commission guidelines also play a role in establishing regulatory frameworks for AI algorithms in healthcare.</a:t>
            </a:r>
            <a:br/>
            <a:r>
              <a:t>- Standardization and monitoring of AI systems are essential components of regulatory frameworks to ensure ethical use of AI technology in healthcare.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Cases of Patient Autonomy Compromised by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Case study of AI system overriding patient preferences in treatment decisions</a:t>
            </a:r>
            <a:br/>
            <a:r>
              <a:t>- Ethical implications of lack of transparency in AI algorithms on patient autonomy</a:t>
            </a:r>
            <a:br/>
            <a:r>
              <a:t>- Impact of compromised patient autonomy in healthcare settings on trust between patients and healthcare providers</a:t>
            </a:r>
            <a:br/>
            <a:r>
              <a:t>- Legal considerations in cases where patient autonomy is compromised by AI technology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Personalized Treatment Plans with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machine learning algorithms can enhance the accuracy of personalized treatment plans by analyzing a patient's unique genetic makeup, lifestyle factors, and medical history.</a:t>
            </a:r>
            <a:br/>
            <a:r>
              <a:t>- AI-driven treatment plans can predict individual responses to medications and identify personalized therapies tailored to optimize treatment outcomes and minimize adverse effects. </a:t>
            </a:r>
            <a:br/>
            <a:r>
              <a:t>- Personalized medicine aims to revolutionize healthcare by offering tailored treatments based on an individual's specific characteristics and needs. </a:t>
            </a:r>
            <a:br/>
            <a:r>
              <a:t>- Machine learning algorithms have the potential to transform healthcare by providing predictive analytics in medical imaging to assist in predicting patient outcomes, disease progression, and treatment responses.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Ethical Considerations in AI in Medical Technology - https://www.ncbi.nlm.nih.gov/pmc/articles/PMC6517302/</a:t>
            </a:r>
            <a:br/>
            <a:r>
              <a:t>[33] Data Security Concerns in Integrating AI into Electronic Health Records - https://www.healthit.gov/faq/what-are-some-privacy-and-security-concerns-associated-integrating-ai-electronic-health-records</a:t>
            </a:r>
            <a:br/>
            <a:r>
              <a:t>[34] Ethical Dilemmas in the Use of AI in Surgical Robotics - https://www.ncbi.nlm.nih.gov/pmc/articles/PMC6822286/</a:t>
            </a:r>
            <a:br/>
            <a:r>
              <a:t>[35] Impact of AI on Healthcare Workforce - https://www.healthcareitnews.com/news/ai-impact-healthcare-workforce</a:t>
            </a:r>
            <a:br/>
            <a:r>
              <a:t>[36] The Future of Healthcare Jobs in the Age of AI - https://www.healthcareitnews.com/news/how-ai-will-reshape-healthcare-workforce</a:t>
            </a:r>
            <a:br/>
            <a:r>
              <a:t>[37] Regulations and Guidelines for AI in Medical Technology - https://www.fda.gov/medical-devices/software-medical-device-samd/artificial-intelligence-and-machine-learning-software-medical-device</a:t>
            </a:r>
            <a:br/>
            <a:r>
              <a:t>[38] Patient Education on AI Technology in Healthcare - https://www.ncbi.nlm.nih.gov/pmc/articles/PMC6616182/</a:t>
            </a:r>
            <a:br/>
            <a:r>
              <a:t>[39] AI-Powered Predictive Analytics in Medical Imaging - https://www.ncbi.nlm.nih.gov/pmc/articles/PMC6320841/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