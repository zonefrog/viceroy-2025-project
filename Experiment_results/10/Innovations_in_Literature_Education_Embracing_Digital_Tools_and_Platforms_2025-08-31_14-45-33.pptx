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Innovations in Literature Education: Embracing Digital Tools and Platforms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E-books: Transforming Publishing Distribution &amp; Consumption</a:t>
            </a:r>
          </a:p>
        </p:txBody>
      </p:sp>
      <p:sp>
        <p:nvSpPr>
          <p:cNvPr id="3" name="Content Placeholder 2"/>
          <p:cNvSpPr>
            <a:spLocks noGrp="1"/>
          </p:cNvSpPr>
          <p:nvPr>
            <p:ph idx="1"/>
          </p:nvPr>
        </p:nvSpPr>
        <p:spPr/>
        <p:txBody>
          <a:bodyPr/>
          <a:lstStyle/>
          <a:p>
            <a:pPr>
              <a:defRPr sz="1200"/>
            </a:pPr>
            <a:r>
              <a:t>- E-books have revolutionized the publishing industry by providing authors with a new platform to reach readers instantly on their devices.</a:t>
            </a:r>
            <a:br/>
            <a:r>
              <a:t>- Online publishing platforms have made it easier for writers to share their work with a global audience, disrupting traditional publishing processes.</a:t>
            </a:r>
            <a:br/>
            <a:r>
              <a:t>- The digital age has opened up new possibilities for interactive storytelling, multimedia elements in literature, and collaborative writing projects.</a:t>
            </a:r>
            <a:br/>
            <a:r>
              <a:t>- E-books offer readers access to a wide range of books at their fingertips, transforming the way literature is distributed and consumed.</a:t>
            </a:r>
            <a:br/>
            <a:br/>
            <a:r>
              <a:t>Sources: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Artificial Intelligence in Literature Education: Personalized Learning Experiences</a:t>
            </a:r>
          </a:p>
        </p:txBody>
      </p:sp>
      <p:sp>
        <p:nvSpPr>
          <p:cNvPr id="3" name="Content Placeholder 2"/>
          <p:cNvSpPr>
            <a:spLocks noGrp="1"/>
          </p:cNvSpPr>
          <p:nvPr>
            <p:ph idx="1"/>
          </p:nvPr>
        </p:nvSpPr>
        <p:spPr/>
        <p:txBody>
          <a:bodyPr/>
          <a:lstStyle/>
          <a:p>
            <a:pPr>
              <a:defRPr sz="1200"/>
            </a:pPr>
            <a:r>
              <a:t>- AI tools in literature education can analyze student performance data to identify strengths and weaknesses, enabling teachers to provide targeted support and personalized learning experiences.</a:t>
            </a:r>
            <a:br/>
            <a:r>
              <a:t>- By leveraging AI technology, teachers can generate tailored reading recommendations based on individual student preferences and learning styles, enhancing student engagement and comprehension.</a:t>
            </a:r>
            <a:br/>
            <a:r>
              <a:t>- The integration of artificial intelligence in literature education not only improves student outcomes but also allows for more efficient and effective teaching practices in the digital age.</a:t>
            </a:r>
            <a:br/>
            <a:r>
              <a:t>- AI tools can assist educators in monitoring student progress, identifying areas for improvement, and adapting lesson plans to meet the unique needs of each learner.</a:t>
            </a:r>
            <a:br/>
            <a:br/>
            <a:r>
              <a:t>Sources: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Student Performance with AI Integration</a:t>
            </a:r>
          </a:p>
        </p:txBody>
      </p:sp>
      <p:sp>
        <p:nvSpPr>
          <p:cNvPr id="3" name="Content Placeholder 2"/>
          <p:cNvSpPr>
            <a:spLocks noGrp="1"/>
          </p:cNvSpPr>
          <p:nvPr>
            <p:ph idx="1"/>
          </p:nvPr>
        </p:nvSpPr>
        <p:spPr/>
        <p:txBody>
          <a:bodyPr/>
          <a:lstStyle/>
          <a:p>
            <a:pPr>
              <a:defRPr sz="1200"/>
            </a:pPr>
            <a:r>
              <a:t>- AI tools can analyze student performance data to provide insights into individual reading habits, comprehension levels, and areas for improvement, allowing educators to tailor instruction accordingly.</a:t>
            </a:r>
            <a:br/>
            <a:r>
              <a:t>- Through AI integration, teachers can create personalized learning paths for students, offering customized reading materials and activities that cater to their unique preferences and learning styles.</a:t>
            </a:r>
            <a:br/>
            <a:r>
              <a:t>- AI technology enables educators to assess student engagement levels by tracking interactions with digital texts, quizzes, and other literary resources, providing valuable feedback for instructional adjustments.</a:t>
            </a:r>
            <a:br/>
            <a:r>
              <a:t>- By leveraging AI tools in literature education, teachers can enhance student motivation and critical thinking skills through interactive activities, personalized feedback, and data-driven teaching strategies.</a:t>
            </a:r>
            <a:br/>
            <a:br/>
            <a:r>
              <a:t>Sources: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Harnessing Social Media for Literary Promotion</a:t>
            </a:r>
          </a:p>
        </p:txBody>
      </p:sp>
      <p:sp>
        <p:nvSpPr>
          <p:cNvPr id="3" name="Content Placeholder 2"/>
          <p:cNvSpPr>
            <a:spLocks noGrp="1"/>
          </p:cNvSpPr>
          <p:nvPr>
            <p:ph idx="1"/>
          </p:nvPr>
        </p:nvSpPr>
        <p:spPr/>
        <p:txBody>
          <a:bodyPr/>
          <a:lstStyle/>
          <a:p>
            <a:pPr>
              <a:defRPr sz="1200"/>
            </a:pPr>
            <a:r>
              <a:t>- Social media platforms like Twitter, Instagram, and Facebook offer targeted marketing campaigns, author interactions, and book recommendations to promote literature effectively.</a:t>
            </a:r>
            <a:br/>
            <a:r>
              <a:t>- Hashtags, sponsored posts, and influencer collaborations are common strategies used to increase the visibility of books and authors on social media platforms.</a:t>
            </a:r>
            <a:br/>
            <a:r>
              <a:t>- Leveraging social media leads to increased book sales, a loyal fan base, and broader reach for authors, publishers, and bookstores.</a:t>
            </a:r>
            <a:br/>
            <a:r>
              <a:t>- Successful social media campaigns by authors and publishers provide valuable insights into engaging readers and promoting literary works effectively.</a:t>
            </a:r>
            <a:br/>
            <a:br/>
            <a:r>
              <a:t>Sources: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Engaging Students Through Literary Gamification</a:t>
            </a:r>
          </a:p>
        </p:txBody>
      </p:sp>
      <p:sp>
        <p:nvSpPr>
          <p:cNvPr id="3" name="Content Placeholder 2"/>
          <p:cNvSpPr>
            <a:spLocks noGrp="1"/>
          </p:cNvSpPr>
          <p:nvPr>
            <p:ph idx="1"/>
          </p:nvPr>
        </p:nvSpPr>
        <p:spPr/>
        <p:txBody>
          <a:bodyPr/>
          <a:lstStyle/>
          <a:p>
            <a:pPr>
              <a:defRPr sz="1200"/>
            </a:pPr>
            <a:r>
              <a:t>- Gamification in literature education involves the integration of game elements such as points, badges, leaderboards, and rewards to make learning more interactive and enjoyable for students.</a:t>
            </a:r>
            <a:br/>
            <a:r>
              <a:t>- By incorporating gamification strategies, educators can enhance student engagement, motivation, participation, retention, and overall learning outcomes in literature education.</a:t>
            </a:r>
            <a:br/>
            <a:r>
              <a:t>- Successful implementation of gamification in literature courses has been shown to improve student performance and foster a deeper understanding and appreciation of literary concepts.</a:t>
            </a:r>
            <a:br/>
            <a:r>
              <a:t>- The use of gamified reading challenges with rewards and incentives can effectively encourage students to actively participate in literary activities and discussions.</a:t>
            </a:r>
            <a:br/>
            <a:br/>
            <a:r>
              <a:t>Sources: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Designing a Literary Gamified Reading Challenge</a:t>
            </a:r>
          </a:p>
        </p:txBody>
      </p:sp>
      <p:sp>
        <p:nvSpPr>
          <p:cNvPr id="3" name="Content Placeholder 2"/>
          <p:cNvSpPr>
            <a:spLocks noGrp="1"/>
          </p:cNvSpPr>
          <p:nvPr>
            <p:ph idx="1"/>
          </p:nvPr>
        </p:nvSpPr>
        <p:spPr/>
        <p:txBody>
          <a:bodyPr/>
          <a:lstStyle/>
          <a:p>
            <a:pPr>
              <a:defRPr sz="1200"/>
            </a:pPr>
            <a:r>
              <a:t>- Utilizing gamification in literature education can involve creating a gamified reading challenge that incorporates elements like points, badges, and rewards to increase student engagement and motivation.</a:t>
            </a:r>
            <a:br/>
            <a:r>
              <a:t>- The design of a gamified reading challenge can focus on setting clear goals, providing instant feedback, and offering incentives to encourage active participation and deeper exploration of literary concepts.</a:t>
            </a:r>
            <a:br/>
            <a:r>
              <a:t>- Incorporating gamification strategies in literature courses can lead to improved student performance, retention, and overall learning outcomes by making the learning process more interactive and enjoyable.</a:t>
            </a:r>
            <a:br/>
            <a:r>
              <a:t>- Implementing gamified reading challenges can help foster a sense of competition, collaboration, and achievement among students, enhancing their overall experience with literary activities and discussions.</a:t>
            </a:r>
            <a:br/>
            <a:br/>
            <a:r>
              <a:t>Sources: [29]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Virtual Reality in Storytelling: Immersive Experiences</a:t>
            </a:r>
          </a:p>
        </p:txBody>
      </p:sp>
      <p:sp>
        <p:nvSpPr>
          <p:cNvPr id="3" name="Content Placeholder 2"/>
          <p:cNvSpPr>
            <a:spLocks noGrp="1"/>
          </p:cNvSpPr>
          <p:nvPr>
            <p:ph idx="1"/>
          </p:nvPr>
        </p:nvSpPr>
        <p:spPr/>
        <p:txBody>
          <a:bodyPr/>
          <a:lstStyle/>
          <a:p>
            <a:pPr>
              <a:defRPr sz="1200"/>
            </a:pPr>
            <a:r>
              <a:t>- Virtual reality technology allows readers to actively participate in the story by immersing themselves in a digital world through VR headsets.</a:t>
            </a:r>
            <a:br/>
            <a:r>
              <a:t>- The immersive nature of VR storytelling blurs the boundaries between fiction and reality, creating a unique and engaging narrative experience.</a:t>
            </a:r>
            <a:br/>
            <a:r>
              <a:t>- VR storytelling experiences like "The Blue" and "Wolves in the Walls" showcase the potential of virtual reality technology in creating interactive and captivating narratives.</a:t>
            </a:r>
            <a:br/>
            <a:r>
              <a:t>- By leveraging VR technology, storytellers can transport readers to fantastical worlds, enabling them to explore and engage with the story in a way that traditional mediums cannot replicate.</a:t>
            </a:r>
            <a:br/>
            <a:br/>
            <a:r>
              <a:t>Sources: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Impact of Audiobooks on Reading Habits</a:t>
            </a:r>
          </a:p>
        </p:txBody>
      </p:sp>
      <p:sp>
        <p:nvSpPr>
          <p:cNvPr id="3" name="Content Placeholder 2"/>
          <p:cNvSpPr>
            <a:spLocks noGrp="1"/>
          </p:cNvSpPr>
          <p:nvPr>
            <p:ph idx="1"/>
          </p:nvPr>
        </p:nvSpPr>
        <p:spPr/>
        <p:txBody>
          <a:bodyPr/>
          <a:lstStyle/>
          <a:p>
            <a:pPr>
              <a:defRPr sz="1200"/>
            </a:pPr>
            <a:r>
              <a:t>- Audiobooks offer a convenient way to consume literature on-the-go, allowing individuals to engage with books while performing other activities like commuting, exercising, or doing chores.</a:t>
            </a:r>
            <a:br/>
            <a:r>
              <a:t>- The increasing popularity of audiobooks has led to a rise in overall book consumption, particularly benefiting individuals with visual impairments or learning disabilities who may find traditional reading challenging.</a:t>
            </a:r>
            <a:br/>
            <a:r>
              <a:t>- Some argue that audiobooks enable multitasking, making it easier for people to incorporate reading into their busy schedules, although concerns exist regarding the level of comprehension compared to traditional reading methods.</a:t>
            </a:r>
            <a:br/>
            <a:br/>
            <a:r>
              <a:t>Sources: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[24] The Impact of Digital Technology on Literature - https://www.publishersweekly.com/pw/by-topic/digital/content-and-e-books/article/60572-the-impact-of-technology-on-literature.html</a:t>
            </a:r>
            <a:br/>
            <a:r>
              <a:t>[25] The Role of AI in Literature Education - https://www.edsurge.com/news/2019-02-05-how-ai-is-transforming-education</a:t>
            </a:r>
            <a:br/>
            <a:r>
              <a:t>[26] AI in Literature Education: Enhancing Learning Through Technology - https://www.edutopia.org/article/how-ai-transforming-literature-education</a:t>
            </a:r>
            <a:br/>
            <a:r>
              <a:t>[27] The Influence of Social Media on Literature Promotion - https://www.forbes.com/sites/jaysondemers/2014/08/22/6-ways-social-media-has-changed-the-way-we-do-business/?sh=4f1f01b74ac9</a:t>
            </a:r>
            <a:br/>
            <a:r>
              <a:t>[28] Gamification in Literature Education: A Comprehensive Guide - https://www.edutopia.org/article/gamification-education-resources</a:t>
            </a:r>
            <a:br/>
            <a:r>
              <a:t>[29] The Power of Crowdsourcing in Collaborative Writing Projects - https://www.writersdigest.com/be-inspired/the-power-of-crowdsourcing-in-collaborative-writing-projects</a:t>
            </a:r>
            <a:br/>
            <a:r>
              <a:t>[30] Exploring Virtual Reality in Storytelling - https://www.forbes.com/sites/forbescommunicationscouncil/2020/01/30/how-virtual-reality-is-changing-the-game-in-storytelling/?sh=2b9c4a3a3a3a</a:t>
            </a:r>
            <a:br/>
            <a:r>
              <a:t>[31] The Shift Towards Audiobooks: How It Affects Reading Habits - https://www.nytimes.com/2019/05/21/books/audiobooks-reading.html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