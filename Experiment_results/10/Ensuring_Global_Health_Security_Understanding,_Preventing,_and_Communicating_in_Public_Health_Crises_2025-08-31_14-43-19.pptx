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Ensuring Global Health Security: Understanding, Preventing, and Communicating in Public Health Crises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Understanding Infectious Diseases and Public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Epidemiology of infectious diseases involves studying patterns, causes, and effects of diseases caused by microorganisms like bacteria, viruses, parasites, or fungi</a:t>
            </a:r>
            <a:br/>
            <a:r>
              <a:t>- The field focuses on understanding disease spread within populations, identifying transmission risk factors, and developing prevention and control strategies</a:t>
            </a:r>
            <a:br/>
            <a:r>
              <a:t>- Epidemiologists use methods such as surveillance, outbreak investigation, and statistical analysis to track and monitor infectious diseases</a:t>
            </a:r>
            <a:br/>
            <a:r>
              <a:t>- Understanding the epidemiology of infectious diseases is crucial for effective public health crisis management and response efforts</a:t>
            </a:r>
            <a:br/>
            <a:br/>
            <a:r>
              <a:t>Sources: [16]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Common Microorganisms Causing Infectious Diseases: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Risk assessment and management in public health crises involves identifying potential risks, evaluating their likelihood and potential impact, and implementing strategies to mitigate these risks</a:t>
            </a:r>
            <a:br/>
            <a:r>
              <a:t>- This process is crucial for effective pandemic preparedness and response, as it allows public health officials to proactively address potential threats to public health</a:t>
            </a:r>
            <a:br/>
            <a:r>
              <a:t>- By conducting risk assessments, health authorities can prioritize resources and interventions to address the most pressing risks and minimize the impact of a public health crisis</a:t>
            </a:r>
            <a:br/>
            <a:br/>
            <a:r>
              <a:t>Sources: [17]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Modes of Infectious Disease Transmission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Global Health Security Index evaluates countries based on their ability to prevent, detect, and respond to public health crises, including infectious diseases.</a:t>
            </a:r>
            <a:br/>
            <a:r>
              <a:t>- It assesses global health security capabilities in 195 countries to help improve preparedness for infectious disease outbreaks and other health emergencies.</a:t>
            </a:r>
            <a:br/>
            <a:r>
              <a:t>- The Index is designed to prioritize resources and interventions by identifying the most pressing risks and minimizing the impact of public health crises.</a:t>
            </a:r>
            <a:br/>
            <a:r>
              <a:t>- Countries can utilize the findings from the Index to enhance their readiness for managing infectious disease outbreaks effectively.</a:t>
            </a:r>
            <a:br/>
            <a:br/>
            <a:r>
              <a:t>Sources: [18]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Global Health Security Index: Definition and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Healthcare system capacity planning involves evaluating the availability of beds, medical supplies, healthcare personnel, and infrastructure to respond effectively to a surge in patients during public health crises.</a:t>
            </a:r>
            <a:br/>
            <a:r>
              <a:t>- Effective capacity planning is essential for ensuring that healthcare systems can adequately handle emergencies and provide quality care to those in need.</a:t>
            </a:r>
            <a:br/>
            <a:r>
              <a:t>- Assessing healthcare system capacity helps prioritize resources and interventions by identifying the most pressing risks and minimizing the impact of public health crises.</a:t>
            </a:r>
            <a:br/>
            <a:r>
              <a:t>- Capacity planning plays a crucial role in enhancing readiness for managing infectious disease outbreaks and other health emergencies effectively.</a:t>
            </a:r>
            <a:br/>
            <a:br/>
            <a:r>
              <a:t>Sources: [19]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Evaluation Criteria in Global Health Security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Evaluation criteria and indicators are essential components of the Global Health Security Index (GHSI)</a:t>
            </a:r>
            <a:br/>
            <a:r>
              <a:t>- Criteria are used to assess countries' capabilities in preventing, detecting, and responding to public health crises</a:t>
            </a:r>
            <a:br/>
            <a:r>
              <a:t>- Indicators are specific metrics or measures that help evaluate countries' performance in global health security</a:t>
            </a:r>
            <a:br/>
            <a:r>
              <a:t>- Examples of evaluation criteria and indicators in GHSI may include healthcare system capacity, surveillance systems effectiveness, emergency preparedness and response, and adherence to international norms and agreements</a:t>
            </a:r>
            <a:br/>
            <a:br/>
            <a:r>
              <a:t>Sources: [20]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Global Rankings and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Evaluation criteria and indicators are essential components of the Global Health Security Index (GHSI)</a:t>
            </a:r>
            <a:br/>
            <a:r>
              <a:t>- Criteria are used to assess countries' capabilities in preventing, detecting, and responding to public health crises</a:t>
            </a:r>
            <a:br/>
            <a:r>
              <a:t>- Indicators are specific metrics or measures that help evaluate countries' performance in global health security</a:t>
            </a:r>
            <a:br/>
            <a:r>
              <a:t>- Examples of evaluation criteria and indicators in GHSI may include healthcare system capacity, surveillance systems effectiveness, emergency preparedness and response, adherence to international norms and agreements</a:t>
            </a:r>
            <a:br/>
            <a:r>
              <a:t>- The GHSI also considers factors such as laboratory systems, healthcare access, risk communication, and coordination among different sectors in its evaluation of countries' readiness for health emergencies</a:t>
            </a:r>
            <a:br/>
            <a:br/>
            <a:r>
              <a:t>Sources: [21]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Importance of Crisis Communication in Public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Crisis communication strategies play a crucial role in providing accurate information, addressing concerns, and maintaining trust during public health crises</a:t>
            </a:r>
            <a:br/>
            <a:r>
              <a:t>- Timely and transparent communication with the public, healthcare workers, and stakeholders is essential for effective crisis communication</a:t>
            </a:r>
            <a:br/>
            <a:r>
              <a:t>- Effective communication can help manage fear, prevent misinformation, and promote compliance with public health measures</a:t>
            </a:r>
            <a:br/>
            <a:r>
              <a:t>- Examples of crisis communication strategies include clear messaging, transparency, active listening, and empathy towards the concerns of the community</a:t>
            </a:r>
            <a:br/>
            <a:br/>
            <a:r>
              <a:t>Sources: [22]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Effective Crisis Communication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Utilizing multiple communication channels such as social media, press releases, and community meetings to reach a diverse audience</a:t>
            </a:r>
            <a:br/>
            <a:r>
              <a:t>- Providing regular updates to the public on the evolving situation and any changes in public health measures</a:t>
            </a:r>
            <a:br/>
            <a:r>
              <a:t>- Demonstrating empathy towards the concerns of the community by acknowledging fears and uncertainties</a:t>
            </a:r>
            <a:br/>
            <a:r>
              <a:t>- Coordinating with local health authorities, government agencies, and community organizations to ensure a unified and effective crisis communication approach</a:t>
            </a:r>
            <a:br/>
            <a:br/>
            <a:r>
              <a:t>Sources: [23]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[16] Epidemiology of Infectious Diseases: An Overview - https://www.cdc.gov/ophss/csels/dsepd/ss1978/lesson1/section11.html</a:t>
            </a:r>
            <a:br/>
            <a:r>
              <a:t>[17] Risk Assessment and Management in Public Health Crises - https://www.cdc.gov/phpr/readiness/risk.htm</a:t>
            </a:r>
            <a:br/>
            <a:r>
              <a:t>[18] Global Health Security Index - https://www.ghsindex.org/</a:t>
            </a:r>
            <a:br/>
            <a:r>
              <a:t>[19] Healthcare System Capacity Planning in Public Health Crises Management - https://www.who.int/health-topics/health-systems#tab=tab_1</a:t>
            </a:r>
            <a:br/>
            <a:r>
              <a:t>[20] Behavioral Interventions in Public Health Crises - https://www.ncbi.nlm.nih.gov/pmc/articles/PMC3835543/</a:t>
            </a:r>
            <a:br/>
            <a:r>
              <a:t>[21] Strategies for Healthcare System Capacity Planning in Public Health Crises Management - https://www.ncbi.nlm.nih.gov/pmc/articles/PMC7194936/</a:t>
            </a:r>
            <a:br/>
            <a:r>
              <a:t>[22] Crisis Communication Strategies in Public Health Crises Management - https://www.ncbi.nlm.nih.gov/pmc/articles/PMC7185630/</a:t>
            </a:r>
            <a:br/>
            <a:r>
              <a:t>[23] Effective Crisis Communication Strategies in Public Health Crises Management - https://www.ncbi.nlm.nih.gov/pmc/articles/PMC7165008/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