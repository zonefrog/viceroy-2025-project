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Closing the Gap: Addressing Gender Inequality in the Workplace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Factors Contributing to Gender Pay Gap: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Discrimination, based on gender, contributes to the gender pay gap by affecting hiring, promotion, and compensation decisions</a:t>
            </a:r>
            <a:br/>
            <a:r>
              <a:t>- Occupational segregation, where certain industries or roles are dominated by one gender, leads to disparities in pay and opportunities</a:t>
            </a:r>
            <a:br/>
            <a:r>
              <a:t>- Education plays a role in the gender pay gap as women are often steered towards lower-paying fields or face barriers in accessing higher education opportunities</a:t>
            </a:r>
            <a:br/>
            <a:r>
              <a:t>- Experience, influenced by factors like caregiving responsibilities or lack of advancement opportunities, can impact women's earning potential compared to men</a:t>
            </a:r>
            <a:br/>
            <a:br/>
            <a:r>
              <a:t>Sources: [48]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Gender Pay Gap Impact: Individuals and Society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Conducting regular pay audits to identify gender pay disparities and rectify inequities</a:t>
            </a:r>
            <a:br/>
            <a:r>
              <a:t>- Implementing transparent salary structures to promote fairness and accountability in compensation practices</a:t>
            </a:r>
            <a:br/>
            <a:r>
              <a:t>- Providing equal opportunities for career advancement based on merit rather than gender</a:t>
            </a:r>
            <a:br/>
            <a:r>
              <a:t>- Promoting work-life balance policies to support employees in balancing professional and personal responsibilities</a:t>
            </a:r>
            <a:br/>
            <a:br/>
            <a:r>
              <a:t>Sources: [49]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Efforts to Address Gender Pay Gap in Workplace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Pay transparency initiatives have been shown to reduce the gender pay gap by increasing awareness and accountability in compensation decisions</a:t>
            </a:r>
            <a:br/>
            <a:r>
              <a:t>- Equal pay legislation, such as the Equal Pay Act, aims to ensure that men and women receive equal pay for equal work, addressing systemic inequalities</a:t>
            </a:r>
            <a:br/>
            <a:r>
              <a:t>- Workplace diversity initiatives, including targeted recruitment and advancement programs, help create a more inclusive environment that values and promotes gender equality</a:t>
            </a:r>
            <a:br/>
            <a:r>
              <a:t>- Providing training on unconscious bias and gender stereotypes can help employees recognize and challenge their own biases, fostering a more equitable workplace culture</a:t>
            </a:r>
            <a:br/>
            <a:br/>
            <a:r>
              <a:t>Sources: [50]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Types of Workplace Discrimination: Gender, Race, Age, Disability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Research indicates that gender bias in performance evaluations can lead to women receiving less favorable feedback, fewer opportunities for advancement, and lower compensation compared to their male counterparts.</a:t>
            </a:r>
            <a:br/>
            <a:r>
              <a:t>- Studies have shown that women are often subject to microaggressions and stereotypes in performance assessments, affecting their professional development and career progression.</a:t>
            </a:r>
            <a:br/>
            <a:r>
              <a:t>- Addressing gender bias in performance evaluations requires implementing objective criteria, providing training on unconscious bias, and fostering a culture of fairness and equality in performance feedback.</a:t>
            </a:r>
            <a:br/>
            <a:r>
              <a:t>- Efforts to mitigate gender bias in performance assessments can lead to improved employee satisfaction, retention, and overall organizational performance.</a:t>
            </a:r>
            <a:br/>
            <a:br/>
            <a:r>
              <a:t>Sources: [51]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"The Impact of Workplace Discrimination"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Gender bias in performance evaluations can result in women being underestimated or overlooked for promotions and raises.</a:t>
            </a:r>
            <a:br/>
            <a:r>
              <a:t>- Research has shown that women are often judged on their likability and personality traits, while men are evaluated based on their accomplishments and potential.</a:t>
            </a:r>
            <a:br/>
            <a:r>
              <a:t>- This bias can lead to disparities in performance ratings and opportunities for career advancement.</a:t>
            </a:r>
            <a:br/>
            <a:r>
              <a:t>- Studies have indicated that addressing gender bias in performance assessments is crucial for promoting fairness, equality, and improving overall organizational performance.</a:t>
            </a:r>
            <a:br/>
            <a:br/>
            <a:r>
              <a:t>Sources: [52]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Strategies to Prevent Workplace Discrimination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Unconscious bias training aims to help employees recognize and address stereotypes or prejudices that can influence decision-making in hiring, promotion, and performance evaluations.</a:t>
            </a:r>
            <a:br/>
            <a:r>
              <a:t>- By increasing awareness of unconscious biases, individuals can contribute to creating a more inclusive and diverse workplace environment.</a:t>
            </a:r>
            <a:br/>
            <a:r>
              <a:t>- The program focuses on identifying common types of biases prevalent in the workplace and implementing strategies to mitigate their impact on organizational processes.</a:t>
            </a:r>
            <a:br/>
            <a:r>
              <a:t>- Research has shown that unconscious bias training can lead to improved decision-making, reduced discrimination, and enhanced collaboration among employees.</a:t>
            </a:r>
            <a:br/>
            <a:br/>
            <a:r>
              <a:t>Sources: [53]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Gender Discrimination in the Workplace: Forms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Using gender-inclusive language in job descriptions can help attract a more diverse pool of candidates and signal commitment to diversity.</a:t>
            </a:r>
            <a:br/>
            <a:r>
              <a:t>- Research indicates that job postings with masculine or feminine-coded language may deter individuals from applying, highlighting the importance of inclusive language.</a:t>
            </a:r>
            <a:br/>
            <a:r>
              <a:t>- Inclusive language creates a more welcoming environment for all applicants and promotes diversity and inclusion within the workplace.</a:t>
            </a:r>
            <a:br/>
            <a:r>
              <a:t>- Companies can benefit from utilizing gender-inclusive language in job postings to enhance gender equality and attract a broader range of qualified candidates.</a:t>
            </a:r>
            <a:br/>
            <a:br/>
            <a:r>
              <a:t>Sources: [54]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Creating Gender-Inclusive Workplace Policies &amp;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Unconscious bias training in the workplace aims to raise awareness about implicit biases that may affect decision-making processes, including those related to gender.</a:t>
            </a:r>
            <a:br/>
            <a:r>
              <a:t>- Providing employees with the tools to recognize and address these biases can create a more inclusive and equitable work environment.</a:t>
            </a:r>
            <a:br/>
            <a:r>
              <a:t>- Studies have shown that unconscious bias training can lead to a reduction in discriminatory behaviors and attitudes, ultimately contributing to improved gender equality in the workplace.</a:t>
            </a:r>
            <a:br/>
            <a:r>
              <a:t>- Implementing unconscious bias training programs can help organizations foster a culture of fairness and respect, benefiting both employees and the overall work environment.</a:t>
            </a:r>
            <a:br/>
            <a:br/>
            <a:r>
              <a:t>Sources: [55]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[48] The Role of Diversity and Inclusion Training in Promoting Gender Equality in the Workplace - https://www.shrm.org/resourcesandtools/tools-and-samples/toolkits/pages/diversityandinclusionbasics.aspx</a:t>
            </a:r>
            <a:br/>
            <a:r>
              <a:t>[49] Strategies to Address the Gender Pay Gap - https://www.shrm.org/resourcesandtools/hr-topics/compensation/pages/strategies-to-address-the-gender-pay-gap.aspx</a:t>
            </a:r>
            <a:br/>
            <a:r>
              <a:t>[50] Understanding the Gender Pay Gap - https://www.payscale.com/data/gender-pay-gap</a:t>
            </a:r>
            <a:br/>
            <a:r>
              <a:t>[51] Gender Bias in Performance Evaluations - https://www.forbes.com/sites/forbeshumanresourcescouncil/2021/03/08/how-to-eliminate-gender-bias-in-performance-evaluations/?sh=7a6f9c5b4945</a:t>
            </a:r>
            <a:br/>
            <a:r>
              <a:t>[52] How Gender Bias Impacts Performance Evaluations in the Workplace - https://hbr.org/2019/06/research-women-are-more-likely-to-be-underestimated-by-their-colleagues</a:t>
            </a:r>
            <a:br/>
            <a:r>
              <a:t>[53] Unconscious Bias Training in the Workplace - https://www.forbes.com/sites/forbeshumanresourcescouncil/2019/11/21/how-to-implement-effective-unconscious-bias-training-in-the-workplace/#4c2f1a3e7f6e</a:t>
            </a:r>
            <a:br/>
            <a:r>
              <a:t>[54] The Impact of Gender-Inclusive Language in Job Descriptions - https://hbr.org/2021/06/how-to-write-job-listings-that-appeal-to-all-genders</a:t>
            </a:r>
            <a:br/>
            <a:r>
              <a:t>[55] The Impact of Unconscious Bias Training on Workplace Gender Equality - https://www.forbes.com/sites/forbescoachescouncil/2019/05/24/how-unconscious-bias-training-can-promote-gender-equality-in-the-workplace/?sh=5f4f3bf4e6d5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