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Foundations of Machine Learning: A Comprehensive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"Linear Regression Basics: Predicting Continuous Values"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Ensemble learning combines multiple models to enhance predictive performance in machine learning.</a:t>
            </a:r>
            <a:br/>
            <a:r>
              <a:t>- Popular ensemble learning techniques include Bagging, Boosting, and Stacking.</a:t>
            </a:r>
            <a:br/>
            <a:r>
              <a:t>- Bagging involves training models independently and averaging or voting their predictions.</a:t>
            </a:r>
            <a:br/>
            <a:r>
              <a:t>- Boosting trains models sequentially to correct errors made by previous models.</a:t>
            </a:r>
            <a:br/>
            <a:br/>
            <a:r>
              <a:t>Sources: [0]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"Support Vector Machines in Machine Learning"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SVM can handle high-dimensional data efficiently by using a subset of training points called support vectors to define the decision boundary.</a:t>
            </a:r>
            <a:br/>
            <a:r>
              <a:t>- The optimization objective of SVM involves maximizing the margin or distance between the decision boundary and the support vectors.</a:t>
            </a:r>
            <a:br/>
            <a:r>
              <a:t>- SVM can also handle non-linear relationships between features by using kernel functions to map the input data into a higher-dimensional space where a linear separation is possible.</a:t>
            </a:r>
            <a:br/>
            <a:br/>
            <a:r>
              <a:t>Sources: [1]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Decision Trees for Predictive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Bagging involves creating multiple subsets of the training data through bootstrapping and training a separate model on each subset, then averaging the predictions of all the individual models for the final prediction.</a:t>
            </a:r>
            <a:br/>
            <a:r>
              <a:t>- Boosting iteratively trains models where each subsequent model focuses on the instances that the previous models struggled with, effectively learning from the mistakes of the previous models.</a:t>
            </a:r>
            <a:br/>
            <a:r>
              <a:t>- Both Bagging and Boosting have been shown to improve the performance of individual models by reducing variance and bias, respectively.</a:t>
            </a:r>
            <a:br/>
            <a:br/>
            <a:r>
              <a:t>Sources: [2]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"Introduction to Clustering in Unsupervised Learning"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- Unsupervised learning applications include clustering, where data points are grouped based on similarities, and anomaly detection for identifying rare events or outliers.</a:t>
            </a:r>
            <a:br/>
            <a:r>
              <a:t>- Dimensionality reduction is another key application in unsupervised learning, aiming to reduce the number of features in a dataset while preserving important information.</a:t>
            </a:r>
            <a:br/>
            <a:br/>
            <a:r>
              <a:t>Sources: [3]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"Dimensionality Reduction Techniques Overview"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Dimensionality Reduction Techniques aim to reduce the number of features in a dataset while retaining important information</a:t>
            </a:r>
            <a:br/>
            <a:r>
              <a:t>- Common applications include reducing computational complexity, visualizing high-dimensional data, and improving model performance</a:t>
            </a:r>
            <a:br/>
            <a:r>
              <a:t>- Examples of Dimensionality Reduction Techniques are Principal Component Analysis (PCA), t-Distributed Stochastic Neighbor Embedding (t-SNE), and Singular Value Decomposition (SVD)</a:t>
            </a:r>
            <a:br/>
            <a:r>
              <a:t>- PCA, for example, transforms the original features into a new set of orthogonal components that capture the maximum variance in the data</a:t>
            </a:r>
            <a:br/>
            <a:r>
              <a:t>- t-SNE is particularly effective for visualizing high-dimensional data in a lower-dimensional space, preserving local structure and clustering patterns</a:t>
            </a:r>
            <a:br/>
            <a:br/>
            <a:r>
              <a:t>Sources: [4]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"Understanding Neural Network Structure and Nodes"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Neural network architecture refers to the layout or structure of interconnected layers of nodes</a:t>
            </a:r>
            <a:br/>
            <a:r>
              <a:t>- Nodes, also known as neurons, process and transmit information throughout the network</a:t>
            </a:r>
            <a:br/>
            <a:r>
              <a:t>- Common architectures include feedforward, convolutional, and recurrent neural networks</a:t>
            </a:r>
            <a:br/>
            <a:r>
              <a:t>- Architecture impacts the flow of data, influencing the network's learning and prediction abilities</a:t>
            </a:r>
            <a:br/>
            <a:r>
              <a:t>- The structure of neural networks is characterized by the arrangement of layers, such as input, hidden, and output layers, with each layer containing multiple nodes/neurons.</a:t>
            </a:r>
            <a:br/>
            <a:br/>
            <a:r>
              <a:t>Sources: [5]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"Understanding CNN Layers for Image Processing"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CNNs are designed to analyze visual data efficiently through specialized layers</a:t>
            </a:r>
            <a:br/>
            <a:r>
              <a:t>- Convolutional layers apply filters to input data to extract features</a:t>
            </a:r>
            <a:br/>
            <a:r>
              <a:t>- Pooling layers reduce spatial dimensions to simplify information processing</a:t>
            </a:r>
            <a:br/>
            <a:r>
              <a:t>- Fully connected layers make predictions based on the extracted features and learned patterns</a:t>
            </a:r>
            <a:br/>
            <a:br/>
            <a:r>
              <a:t>Sources: [6]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"Evaluating ML Models: Accuracy, Precision, F1 Score"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Accuracy, precision, recall, and F1 score are essential supervised learning evaluation metrics to assess model performance accurately.</a:t>
            </a:r>
            <a:br/>
            <a:r>
              <a:t>- The ROC curve illustrates the trade-off between true positive rate and false positive rate across different classification thresholds.</a:t>
            </a:r>
            <a:br/>
            <a:r>
              <a:t>- AUC summarizes the model's performance by calculating the area under the ROC curve, providing a single metric for model evaluation.</a:t>
            </a:r>
            <a:br/>
            <a:br/>
            <a:r>
              <a:t>Sources: [7]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[0] Ensemble Learning Techniques - https://en.wikipedia.org/wiki/Ensemble_learning</a:t>
            </a:r>
            <a:br/>
            <a:r>
              <a:t>[1] Supervised Learning Algorithms - https://towardsdatascience.com/supervised-learning-algorithms-overview-68f0a1a4f1d2</a:t>
            </a:r>
            <a:br/>
            <a:r>
              <a:t>[2] Bagging and Boosting in Ensemble Learning - https://towardsdatascience.com/ensemble-learning-bagging-and-boosting-d20f38be9b1</a:t>
            </a:r>
            <a:br/>
            <a:r>
              <a:t>[3] Applications of Unsupervised Learning - https://builtin.com/data-science/unsupervised-learning-applications</a:t>
            </a:r>
            <a:br/>
            <a:r>
              <a:t>[4] Unsupervised Learning Algorithms - https://builtin.com/data-science/unsupervised-learning</a:t>
            </a:r>
            <a:br/>
            <a:r>
              <a:t>[5] Neural Networks Architecture - https://builtin.com/data-science/neural-network-architecture</a:t>
            </a:r>
            <a:br/>
            <a:r>
              <a:t>[6] Convolutional Neural Networks (CNN) - https://en.wikipedia.org/wiki/Convolutional_neural_network</a:t>
            </a:r>
            <a:br/>
            <a:r>
              <a:t>[7] Supervised Learning Evaluation Metrics - https://towardsdatascience.com/understanding-data-science-evaluation-metrics-6d4808e4f34e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