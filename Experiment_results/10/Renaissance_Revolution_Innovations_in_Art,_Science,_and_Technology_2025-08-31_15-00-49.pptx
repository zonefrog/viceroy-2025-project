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Renaissance Revolution: Innovations in Art, Science, and Technology</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Artistic Innovations in the Renaissance Period</a:t>
            </a:r>
          </a:p>
        </p:txBody>
      </p:sp>
      <p:sp>
        <p:nvSpPr>
          <p:cNvPr id="3" name="Content Placeholder 2"/>
          <p:cNvSpPr>
            <a:spLocks noGrp="1"/>
          </p:cNvSpPr>
          <p:nvPr>
            <p:ph idx="1"/>
          </p:nvPr>
        </p:nvSpPr>
        <p:spPr/>
        <p:txBody>
          <a:bodyPr/>
          <a:lstStyle/>
          <a:p>
            <a:pPr>
              <a:defRPr sz="1200"/>
            </a:pPr>
            <a:r>
              <a:t>- Artists like Leonardo da Vinci, Michelangelo, and Raphael also experimented with new materials and techniques, such as fresco painting and sculpting in marble, to push the boundaries of artistic expression during the Renaissance period.</a:t>
            </a:r>
            <a:br/>
            <a:r>
              <a:t>- The use of mathematical principles in art, particularly in the application of geometry and proportion, became a hallmark of Renaissance artworks, reflecting the era's fascination with the intersection of art and science.</a:t>
            </a:r>
            <a:br/>
            <a:br/>
            <a:r>
              <a:t>Sources: [64]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Leonardo da Vinci's Artistic Innovations</a:t>
            </a:r>
          </a:p>
        </p:txBody>
      </p:sp>
      <p:sp>
        <p:nvSpPr>
          <p:cNvPr id="3" name="Content Placeholder 2"/>
          <p:cNvSpPr>
            <a:spLocks noGrp="1"/>
          </p:cNvSpPr>
          <p:nvPr>
            <p:ph idx="1"/>
          </p:nvPr>
        </p:nvSpPr>
        <p:spPr/>
        <p:txBody>
          <a:bodyPr/>
          <a:lstStyle/>
          <a:p>
            <a:pPr>
              <a:defRPr sz="1200"/>
            </a:pPr>
            <a:r>
              <a:t>- The invention of the printing press during the Renaissance period allowed for the mass production of prints and books, significantly increasing the accessibility of art to a broader audience.</a:t>
            </a:r>
            <a:br/>
            <a:r>
              <a:t>- Oil painting techniques were adopted during the Renaissance, providing artists with more flexibility and durability in their artwork compared to traditional methods.</a:t>
            </a:r>
            <a:br/>
            <a:r>
              <a:t>- The woodcut technique became popular for producing intricate designs and illustrations in prints, showcasing the artistic innovation and creativity of the period.</a:t>
            </a:r>
            <a:br/>
            <a:br/>
            <a:r>
              <a:t>Sources: [65]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Michelangelo: Renaissance Master of Art</a:t>
            </a:r>
          </a:p>
        </p:txBody>
      </p:sp>
      <p:sp>
        <p:nvSpPr>
          <p:cNvPr id="3" name="Content Placeholder 2"/>
          <p:cNvSpPr>
            <a:spLocks noGrp="1"/>
          </p:cNvSpPr>
          <p:nvPr>
            <p:ph idx="1"/>
          </p:nvPr>
        </p:nvSpPr>
        <p:spPr/>
        <p:txBody>
          <a:bodyPr/>
          <a:lstStyle/>
          <a:p>
            <a:pPr>
              <a:defRPr sz="1200"/>
            </a:pPr>
            <a:r>
              <a:t>- Michelangelo's artistic talents extended beyond sculpture and painting to include architecture, with notable works such as the dome of St. Peter's Basilica in Rome showcasing his architectural prowess.</a:t>
            </a:r>
            <a:br/>
            <a:r>
              <a:t>- His masterpiece, the Sistine Chapel ceiling in Vatican City, is a monumental fresco depicting scenes from the Book of Genesis, showcasing his mastery of composition, perspective, and anatomical accuracy.</a:t>
            </a:r>
            <a:br/>
            <a:r>
              <a:t>- Michelangelo's influence on Renaissance architecture can be seen in his innovative use of classical architectural elements, such as columns, arches, and domes, which helped revive interest in ancient Roman and Greek architectural styles.</a:t>
            </a:r>
            <a:br/>
            <a:r>
              <a:t>- The complexity and emotional intensity of Michelangelo's sculptures, such as the Pieta and the David, exemplify his ability to convey human emotions and spiritual themes through marble and other sculpting materials.</a:t>
            </a:r>
            <a:br/>
            <a:br/>
            <a:r>
              <a:t>Sources: [66]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Nicolaus Copernicus: Heliocentric Model Revolution</a:t>
            </a:r>
          </a:p>
        </p:txBody>
      </p:sp>
      <p:sp>
        <p:nvSpPr>
          <p:cNvPr id="3" name="Content Placeholder 2"/>
          <p:cNvSpPr>
            <a:spLocks noGrp="1"/>
          </p:cNvSpPr>
          <p:nvPr>
            <p:ph idx="1"/>
          </p:nvPr>
        </p:nvSpPr>
        <p:spPr/>
        <p:txBody>
          <a:bodyPr/>
          <a:lstStyle/>
          <a:p>
            <a:pPr>
              <a:defRPr sz="1200"/>
            </a:pPr>
            <a:r>
              <a:t>- Copernicus's heliocentric model proposed that the Earth and other planets revolve around the sun, challenging the prevailing geocentric view of the universe.</a:t>
            </a:r>
            <a:br/>
            <a:r>
              <a:t>- His publication "De revolutionibus orbium coelestium" laid out his theory, which was a major departure from the Ptolemaic system and set the stage for the scientific revolution.</a:t>
            </a:r>
            <a:br/>
            <a:r>
              <a:t>- Copernicus's work was not widely accepted during his lifetime, but it paved the way for future astronomers like Galileo and Kepler to build upon his ideas.</a:t>
            </a:r>
            <a:br/>
            <a:r>
              <a:t>- The heliocentric model fundamentally changed the understanding of the cosmos and marked a significant shift in scientific thinking during the Renaissance period.</a:t>
            </a:r>
            <a:br/>
            <a:br/>
            <a:r>
              <a:t>Sources: [67]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Andreas Vesalius: Human Anatomy Innovations</a:t>
            </a:r>
          </a:p>
        </p:txBody>
      </p:sp>
      <p:sp>
        <p:nvSpPr>
          <p:cNvPr id="3" name="Content Placeholder 2"/>
          <p:cNvSpPr>
            <a:spLocks noGrp="1"/>
          </p:cNvSpPr>
          <p:nvPr>
            <p:ph idx="1"/>
          </p:nvPr>
        </p:nvSpPr>
        <p:spPr/>
        <p:txBody>
          <a:bodyPr/>
          <a:lstStyle/>
          <a:p>
            <a:pPr>
              <a:defRPr sz="1200"/>
            </a:pPr>
            <a:r>
              <a:t>- Vesalius's detailed illustrations of human anatomy were considered revolutionary in the Renaissance period, providing a more accurate representation of the human body than previous anatomical studies.</a:t>
            </a:r>
            <a:br/>
            <a:r>
              <a:t>- His work challenged traditional beliefs about the structure of the human body, leading to a significant shift in how anatomy was studied and understood.</a:t>
            </a:r>
            <a:br/>
            <a:r>
              <a:t>- Vesalius's emphasis on direct observation and hands-on dissections laid the groundwork for modern anatomical research methods and medical education.</a:t>
            </a:r>
            <a:br/>
            <a:r>
              <a:t>- His contributions to the field of human anatomy not only advanced scientific knowledge but also influenced medical practices and the development of surgical techniques during the Renaissance.</a:t>
            </a:r>
            <a:br/>
            <a:br/>
            <a:r>
              <a:t>Sources: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Printing Press: Renaissance Idea Dissemination</a:t>
            </a:r>
          </a:p>
        </p:txBody>
      </p:sp>
      <p:sp>
        <p:nvSpPr>
          <p:cNvPr id="3" name="Content Placeholder 2"/>
          <p:cNvSpPr>
            <a:spLocks noGrp="1"/>
          </p:cNvSpPr>
          <p:nvPr>
            <p:ph idx="1"/>
          </p:nvPr>
        </p:nvSpPr>
        <p:spPr/>
        <p:txBody>
          <a:bodyPr/>
          <a:lstStyle/>
          <a:p>
            <a:pPr>
              <a:defRPr sz="1200"/>
            </a:pPr>
            <a:r>
              <a:t>- The printing press allowed for the mass production of books, significantly reducing their cost and making them more accessible to a wider audience.</a:t>
            </a:r>
            <a:br/>
            <a:r>
              <a:t>- This technological innovation revolutionized communication by enabling the rapid dissemination of ideas, leading to an increase in intellectual exchange and cultural development during the Renaissance period.</a:t>
            </a:r>
            <a:br/>
            <a:br/>
            <a:r>
              <a:t>Sources: [69]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Renaissance Art: Technological Innovations Impact Art Production</a:t>
            </a:r>
          </a:p>
        </p:txBody>
      </p:sp>
      <p:sp>
        <p:nvSpPr>
          <p:cNvPr id="3" name="Content Placeholder 2"/>
          <p:cNvSpPr>
            <a:spLocks noGrp="1"/>
          </p:cNvSpPr>
          <p:nvPr>
            <p:ph idx="1"/>
          </p:nvPr>
        </p:nvSpPr>
        <p:spPr/>
        <p:txBody>
          <a:bodyPr/>
          <a:lstStyle/>
          <a:p>
            <a:pPr>
              <a:defRPr sz="1200"/>
            </a:pPr>
            <a:r>
              <a:t>- The adoption of oil painting techniques not only provided artists with more flexibility and durability in their work but also allowed for the creation of more vibrant and realistic colors, enhancing the overall visual impact of artworks.</a:t>
            </a:r>
            <a:br/>
            <a:r>
              <a:t>- The popularization of the woodcut technique during the Renaissance period not only enabled artists to create intricate designs and illustrations in prints but also facilitated the reproduction of images on a larger scale, contributing to the accessibility and dissemination of art to a wider audience.</a:t>
            </a:r>
            <a:br/>
            <a:r>
              <a:t>- The introduction of new pigments and materials in art production, such as the use of lapis lazuli for blue pigments, revolutionized the color palette available to artists, leading to the development of richer and more diverse visual compositions in Renaissance artworks.</a:t>
            </a:r>
            <a:br/>
            <a:r>
              <a:t>- The development of innovative artistic tools and equipment, such as the camera obscura and perspective frames, provided artists with new methods to achieve greater accuracy and realism in their representations, further advancing the technical aspects of art production during the Renaissance.</a:t>
            </a:r>
            <a:br/>
            <a:br/>
            <a:r>
              <a:t>Sources: [70]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Patronage: Fostering Artistic Creativity in the Renaissance</a:t>
            </a:r>
          </a:p>
        </p:txBody>
      </p:sp>
      <p:sp>
        <p:nvSpPr>
          <p:cNvPr id="3" name="Content Placeholder 2"/>
          <p:cNvSpPr>
            <a:spLocks noGrp="1"/>
          </p:cNvSpPr>
          <p:nvPr>
            <p:ph idx="1"/>
          </p:nvPr>
        </p:nvSpPr>
        <p:spPr/>
        <p:txBody>
          <a:bodyPr/>
          <a:lstStyle/>
          <a:p>
            <a:pPr>
              <a:defRPr sz="1200"/>
            </a:pPr>
            <a:r>
              <a:t>- Patrons often had specific requirements or themes they wanted artists to incorporate into their commissioned artworks, shaping the content and style of the final pieces to align with their personal preferences and values.</a:t>
            </a:r>
            <a:br/>
            <a:r>
              <a:t>- Some patrons established workshops or studios where artists could collaborate and exchange ideas, fostering a sense of community and creativity among artists working under the patron's sponsorship.</a:t>
            </a:r>
            <a:br/>
            <a:r>
              <a:t>- Patrons not only supported established artists but also provided opportunities for emerging talents to showcase their skills and gain recognition in the art world, contributing to the diversity and dynamism of artistic expression during the Renaissance period.</a:t>
            </a:r>
            <a:br/>
            <a:br/>
            <a:r>
              <a:t>Sources: [71]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[64] Artistic Innovations During the Renaissance - https://www.metmuseum.org/toah/hd/itar/hd_itar.htm</a:t>
            </a:r>
            <a:br/>
            <a:r>
              <a:t>[65] Technological Developments in Art Production During the Renaissance Period - https://www.metmuseum.org/toah/hd/arte/hd_arte.htm</a:t>
            </a:r>
            <a:br/>
            <a:r>
              <a:t>[66] Patronage and Its Role in Fostering Artistic Creativity - https://www.metmuseum.org/toah/hd/patr/hd_patr.htm</a:t>
            </a:r>
            <a:br/>
            <a:r>
              <a:t>[67] Architectural Innovations of the Renaissance Period - https://www.britannica.com/art/Western-architecture/The-Renaissance</a:t>
            </a:r>
            <a:br/>
            <a:r>
              <a:t>[68] Scientific Advancements in Medicine During the Renaissance - https://www.britannica.com/science/medicine/Advances-in-surgery</a:t>
            </a:r>
            <a:br/>
            <a:r>
              <a:t>[69] Impact of the Printing Press on the Dissemination of Renaissance Ideas - https://www.history.com/topics/reformation/johannes-gutenberg</a:t>
            </a:r>
            <a:br/>
            <a:r>
              <a:t>[70] Humanism in Renaissance Art: A Shift in Focus - https://www.metmuseum.org/toah/hd/arth/hd_arth.htm</a:t>
            </a:r>
            <a:br/>
            <a:r>
              <a:t>[71] Patronage and Its Role in Fostering Artistic Creativity - https://www.britannica.com/topic/patronage-art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