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Closing the Gap: Strategies for Achieving Gender Equality in the Workplace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Understanding the Gender Pay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Analyzing various metrics such as pay equity, representation in leadership roles, employee satisfaction, and retention rates</a:t>
            </a:r>
            <a:br/>
            <a:r>
              <a:t>- Tracking key indicators to assess the effectiveness of gender equality programs within organizations</a:t>
            </a:r>
            <a:br/>
            <a:r>
              <a:t>- Identifying areas for improvement based on the analysis of gender equality initiatives</a:t>
            </a:r>
            <a:br/>
            <a:r>
              <a:t>- Evaluating the success of gender equality programs through data-driven assessments and feedback mechanisms</a:t>
            </a:r>
            <a:br/>
            <a:br/>
            <a:r>
              <a:t>Sources: [48]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Factors Driving Gender Pay Gap: Discrimination, Segregation, Transparency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Analyzing various metrics such as pay equity, representation in leadership roles, employee satisfaction, and retention rates</a:t>
            </a:r>
            <a:br/>
            <a:r>
              <a:t>- Tracking key indicators to assess the effectiveness of gender equality programs within organizations</a:t>
            </a:r>
            <a:br/>
            <a:r>
              <a:t>- Identifying areas for improvement based on the analysis of gender equality initiatives</a:t>
            </a:r>
            <a:br/>
            <a:r>
              <a:t>- Evaluating the success of gender equality programs through data-driven assessments and feedback mechanisms</a:t>
            </a:r>
            <a:br/>
            <a:r>
              <a:t>- Recognizing the importance of considering intersectionality in addressing pay disparities and discrimination in the workplace, especially for individuals with multiple marginalized identities.</a:t>
            </a:r>
            <a:br/>
            <a:br/>
            <a:r>
              <a:t>Sources: [49]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Strategies to Address the Gender Pay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Examining the impact of gender equality initiatives on employee satisfaction and morale</a:t>
            </a:r>
            <a:br/>
            <a:r>
              <a:t>- Utilizing feedback mechanisms to gather input from employees on the effectiveness of gender equality programs</a:t>
            </a:r>
            <a:br/>
            <a:r>
              <a:t>- Incorporating intersectionality considerations in the evaluation of gender equality initiatives</a:t>
            </a:r>
            <a:br/>
            <a:r>
              <a:t>- Addressing the compounding effects of gender and racial discrimination on pay disparities in the workplace</a:t>
            </a:r>
            <a:br/>
            <a:br/>
            <a:r>
              <a:t>Sources: [50]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Types of Workplace Discrimination: Gender, Racial, Age, Disability, Sexual Orientation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Implementing flexible work arrangements to support work-life balance for all employees</a:t>
            </a:r>
            <a:br/>
            <a:r>
              <a:t>- Providing mentorship and sponsorship opportunities specifically tailored to women in the organization</a:t>
            </a:r>
            <a:br/>
            <a:r>
              <a:t>- Creating diverse hiring and promotion practices to ensure equal opportunities for all employees</a:t>
            </a:r>
            <a:br/>
            <a:r>
              <a:t>- Establishing clear criteria for performance evaluations to minimize bias and promote fairness in assessments</a:t>
            </a:r>
            <a:br/>
            <a:br/>
            <a:r>
              <a:t>Sources: [51]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Strategies to Combat Unconscious Bias in Evaluations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Providing feedback training to managers on how to deliver performance evaluations objectively and without bias</a:t>
            </a:r>
            <a:br/>
            <a:r>
              <a:t>- Encouraging self-assessment and peer evaluations to supplement traditional performance reviews</a:t>
            </a:r>
            <a:br/>
            <a:r>
              <a:t>- Implementing a 360-degree feedback process to gather input from multiple sources on an individual's performance</a:t>
            </a:r>
            <a:br/>
            <a:r>
              <a:t>- Offering resources for employees to seek guidance and support in addressing bias or discrimination in performance evaluations</a:t>
            </a:r>
            <a:br/>
            <a:br/>
            <a:r>
              <a:t>Sources: [52]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"Gender Inclusive Recruitment Strategies for Diversity"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Incorporating diversity and inclusion training for hiring managers to recognize and address unconscious biases in recruitment processes</a:t>
            </a:r>
            <a:br/>
            <a:r>
              <a:t>- Establishing mentorship programs specifically designed to support underrepresented candidates throughout the recruitment and onboarding process</a:t>
            </a:r>
            <a:br/>
            <a:r>
              <a:t>- Implementing diversity metrics to track the representation of diverse candidates at each stage of the recruitment process</a:t>
            </a:r>
            <a:br/>
            <a:r>
              <a:t>- Utilizing technology tools like AI-powered recruitment platforms to ensure unbiased candidate selection based on skills and qualifications</a:t>
            </a:r>
            <a:br/>
            <a:br/>
            <a:r>
              <a:t>Sources: [53]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"Gender Equality Impact Metrics: Pay, Leadership, Retention"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Evaluating the impact of gender equality initiatives through surveys, focus groups, interviews, and data analysis to measure effectiveness</a:t>
            </a:r>
            <a:br/>
            <a:r>
              <a:t>- Establishing clear goals and key performance indicators to track progress and make data-driven decisions regarding gender equality initiatives</a:t>
            </a:r>
            <a:br/>
            <a:r>
              <a:t>- Utilizing employee satisfaction and retention rates as key metrics to assess the success of gender equality programs within organizations</a:t>
            </a:r>
            <a:br/>
            <a:r>
              <a:t>- Implementing regular assessments and reviews of gender equality initiatives to ensure continuous improvement and alignment with organizational goals</a:t>
            </a:r>
            <a:br/>
            <a:br/>
            <a:r>
              <a:t>Sources: [54]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Empowering Underrepresented Groups Through Mentorship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Mentorship programs can help underrepresented groups overcome barriers to career advancement by providing valuable support, guidance, and networking opportunities.</a:t>
            </a:r>
            <a:br/>
            <a:r>
              <a:t>- Pairing mentees with experienced mentors not only fosters professional development but also builds confidence and self-efficacy among underrepresented individuals.</a:t>
            </a:r>
            <a:br/>
            <a:r>
              <a:t>- These programs play a crucial role in increasing the representation of underrepresented groups in leadership positions within organizations.</a:t>
            </a:r>
            <a:br/>
            <a:r>
              <a:t>- Research shows that mentorship programs contribute to higher retention rates among underrepresented employees and promote diversity in the workplace.</a:t>
            </a:r>
            <a:br/>
            <a:br/>
            <a:r>
              <a:t>Sources: [55]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[48] Measuring the Effectiveness of Gender Equality Initiatives in the Workplace - https://www.forbes.com/sites/forbeshumanresourcescouncil/2020/03/06/how-to-measure-the-impact-of-your-gender-equality-initiatives-in-the-workplace/?sh=5f3a9c1e58d8</a:t>
            </a:r>
            <a:br/>
            <a:r>
              <a:t>[49] Understanding Intersectionality in Pay Disparities - https://www.payscale.com/data/gender-pay-gap-intersectionality</a:t>
            </a:r>
            <a:br/>
            <a:r>
              <a:t>[50] The Impact of Intersectionality on Pay Disparities in the Workplace - https://www.cnbc.com/2021/03/24/how-intersectionality-affects-the-gender-pay-gap.html</a:t>
            </a:r>
            <a:br/>
            <a:r>
              <a:t>[51] 10 Ways to Address the Gender Pay Gap in the Workplace - https://www.forbes.com/sites/forbeshumanresourcescouncil/2019/04/02/10-ways-to-address-the-gender-pay-gap-in-the-workplace/?sh=5f3b2e8b5b8d</a:t>
            </a:r>
            <a:br/>
            <a:r>
              <a:t>[52] Implementing Diversity and Inclusion Training in the Workplace - https://www.shrm.org/resourcesandtools/hr-topics/organizational-and-employee-development/pages/diversity-inclusion-training.aspx</a:t>
            </a:r>
            <a:br/>
            <a:r>
              <a:t>[53] Understanding Workplace Discrimination - https://www.eeoc.gov/sex-based-discrimination</a:t>
            </a:r>
            <a:br/>
            <a:r>
              <a:t>[54] Measuring the Impact of Gender Equality Initiatives in the Workplace - https://www.shrm.org/resourcesandtools/tools-and-samples/toolkits/pages/measuringandevaluatingdiversityinitiatives.aspx</a:t>
            </a:r>
            <a:br/>
            <a:r>
              <a:t>[55] The Importance of Mentorship Programs for Underrepresented Groups in the Workplace - https://www.forbes.com/sites/forbescoachescouncil/2020/02/26/why-mentorship-programs-are-crucial-for-diversity-and-inclusion/?sh=7d4e9b6a2b3e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