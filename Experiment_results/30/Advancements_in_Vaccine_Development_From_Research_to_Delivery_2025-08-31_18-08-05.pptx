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Advancements in Vaccine Development: From Research to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Exploratory Research &amp; Preclinical Testing in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Various types of vaccine delivery systems include traditional injection, oral vaccines, intranasal vaccines, and transdermal vaccines.</a:t>
            </a:r>
            <a:br/>
            <a:r>
              <a:t>- Innovative approaches such as the use of microneedles for vaccine delivery offer less invasive and more convenient options for patients. </a:t>
            </a:r>
            <a:br/>
            <a:r>
              <a:t>- Microneedles can enhance vaccine efficacy by targeting specific immune cells in the skin for a robust immune response.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Clinical Development Phases 1-3 in Vaccine Trials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Preclinical testing assesses the safety and efficacy of vaccine candidates through laboratory research on cells and animal models.</a:t>
            </a:r>
            <a:br/>
            <a:r>
              <a:t>- This stage helps researchers determine the appropriate dosage, understand the mechanism of action, and identify potential side effects before advancing to clinical trials.</a:t>
            </a:r>
            <a:br/>
            <a:r>
              <a:t>- Preclinical studies play a crucial role in providing preliminary data that informs the decision to move forward with vaccine development.</a:t>
            </a:r>
            <a:br/>
            <a:r>
              <a:t>- Researchers use preclinical testing to evaluate the immunogenicity of the vaccine candidate and assess its ability to induce a protective immune response.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Regulatory Approval Process for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Antigens are carefully selected based on the target pathogen and the desired immune response to elicit a protective immune response in the host.</a:t>
            </a:r>
            <a:br/>
            <a:r>
              <a:t>- Formulation development aims to create a stable and effective vaccine product by optimizing the antigen formulation for maximum efficacy and safety.</a:t>
            </a:r>
            <a:br/>
            <a:r>
              <a:t>- Production involves the growth of antigens in cell cultures or eggs, followed by purification processes to isolate and concentrate the antigen for vaccine formulation.</a:t>
            </a:r>
            <a:br/>
            <a:r>
              <a:t>- Quality control measures are implemented throughout the manufacturing process to ensure the safety, potency, and consistency of the vaccine product before distribution to the market.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 in Identifying Vaccine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vast data to identify potential vaccine candidates with high precision and efficiency.</a:t>
            </a:r>
            <a:br/>
            <a:r>
              <a:t>- Machine learning models help researchers understand the immune response to different pathogens, aiding in the rapid identification of suitable vaccine targets.</a:t>
            </a:r>
            <a:br/>
            <a:r>
              <a:t>- AI streamlines drug discovery by accelerating the optimization of vaccine design for enhanced efficacy and safety.</a:t>
            </a:r>
            <a:br/>
            <a:r>
              <a:t>- Researchers utilize AI to analyze clinical trial data effectively, enabling early identification of potential adverse effects during vaccine development processes.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Predicting Vaccine Efficacy with AI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vast data to identify potential vaccine candidates with high precision and efficiency.</a:t>
            </a:r>
            <a:br/>
            <a:r>
              <a:t>- Machine learning models help researchers understand the immune response to different pathogens, aiding in the rapid identification of suitable vaccine targets.</a:t>
            </a:r>
            <a:br/>
            <a:r>
              <a:t>- AI streamlines drug discovery by accelerating the optimization of vaccine design for enhanced efficacy and safety.</a:t>
            </a:r>
            <a:br/>
            <a:r>
              <a:t>- Researchers utilize AI to analyze clinical trial data effectively, enabling early identification of potential adverse effects during vaccine development processes.</a:t>
            </a:r>
            <a:br/>
            <a:r>
              <a:t>- AI algorithms predict vaccine efficacy by analyzing complex datasets and identifying key factors influencing immune responses.</a:t>
            </a:r>
            <a:br/>
            <a:r>
              <a:t>- Machine learning models assist in optimizing vaccine formulations by predicting the most effective dosage regimens based on immunological data.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Optimizing Vaccine Design with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techniques in vaccine design utilize AI algorithms to analyze vast data, predict vaccine efficacy, and identify potential candidates with high precision and efficiency.</a:t>
            </a:r>
            <a:br/>
            <a:r>
              <a:t>- AI-driven optimization of vaccine design accelerates the vaccine development process through data analysis and modeling, streamlining drug discovery and enhancing understanding of the immune response to pathogens.</a:t>
            </a:r>
            <a:br/>
            <a:r>
              <a:t>- Researchers employ machine learning models to predict vaccine efficacy by analyzing complex datasets and identifying key factors that influence immune responses.</a:t>
            </a:r>
            <a:br/>
            <a:r>
              <a:t>- AI algorithms assist in optimizing vaccine formulations by predicting the most effective dosage regimens based on immunological data, leading to enhanced vaccine efficacy and safety.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Key Steps in Vaccine Manufacturing: Antigen to 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antigen generation process involves selecting the specific antigen based on the target pathogen and desired immune response.</a:t>
            </a:r>
            <a:br/>
            <a:r>
              <a:t>- Formulation development includes creating a stable and effective vaccine product through rigorous testing and optimization.</a:t>
            </a:r>
            <a:br/>
            <a:r>
              <a:t>- Production entails growing the antigen in cell cultures or eggs, followed by purification to isolate the antigen from other components.</a:t>
            </a:r>
            <a:br/>
            <a:r>
              <a:t>- Quality control tests are crucial at every stage of manufacturing to ensure the safety and efficacy of the vaccine product meet regulatory standards.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Delivery Systems and Adjuvants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 delivery systems ensure vaccines reach target cells or tissues effectively.</a:t>
            </a:r>
            <a:br/>
            <a:r>
              <a:t>- Intramuscular injections, subcutaneous injections, oral vaccines, nasal vaccines, and needle-free delivery systems are common methods.</a:t>
            </a:r>
            <a:br/>
            <a:r>
              <a:t>- Adjuvants enhance immune responses and improve vaccine efficacy.</a:t>
            </a:r>
            <a:br/>
            <a:r>
              <a:t>- Adjuvants work by activating the immune system to produce a stronger and longer-lasting immune response.</a:t>
            </a:r>
            <a:br/>
            <a:br/>
            <a:r>
              <a:t>Sources: [63]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[56] Types of Vaccine Delivery Systems - https://www.ncbi.nlm.nih.gov/pmc/articles/PMC7287325/</a:t>
            </a:r>
            <a:br/>
            <a:r>
              <a:t>[57] Preclinical Stage of Vaccine Development - https://www.historyofvaccines.org/content/articles/vaccine-development-testing-and-regulation</a:t>
            </a:r>
            <a:br/>
            <a:r>
              <a:t>[58] Vaccine Manufacturing Process Overview - https://www.who.int/immunization/research/manufacturing/vaccine_manufacturing_processes/en/</a:t>
            </a:r>
            <a:br/>
            <a:r>
              <a:t>[59] Role of AI in Vaccine Research - https://www.nature.com/articles/s41598-020-73692-w</a:t>
            </a:r>
            <a:br/>
            <a:r>
              <a:t>[60] Applications of Artificial Intelligence in Vaccine Research - https://www.ncbi.nlm.nih.gov/pmc/articles/PMC7135765/</a:t>
            </a:r>
            <a:br/>
            <a:r>
              <a:t>[61] Vaccine Adjuvants - https://www.who.int/vaccine_safety/initiative/tools/Adjuvants_Vaccine.pdf</a:t>
            </a:r>
            <a:br/>
            <a:r>
              <a:t>[62] Vaccine Manufacturing Process - https://www.who.int/immunization/programmes_systems/supply_chain/WHO_IVB_05.10_vaccine_manufacture.pdf</a:t>
            </a:r>
            <a:br/>
            <a:r>
              <a:t>[63] Vaccine Delivery Systems - https://www.ncbi.nlm.nih.gov/pmc/articles/PMC7167845/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