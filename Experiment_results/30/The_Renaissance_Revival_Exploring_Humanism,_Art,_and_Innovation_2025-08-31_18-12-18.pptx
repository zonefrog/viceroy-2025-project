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The Renaissance Revival: Exploring Humanism, Art, and Innovation</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Renaissance Humanism: Definition and Origins</a:t>
            </a:r>
          </a:p>
        </p:txBody>
      </p:sp>
      <p:sp>
        <p:nvSpPr>
          <p:cNvPr id="3" name="Content Placeholder 2"/>
          <p:cNvSpPr>
            <a:spLocks noGrp="1"/>
          </p:cNvSpPr>
          <p:nvPr>
            <p:ph idx="1"/>
          </p:nvPr>
        </p:nvSpPr>
        <p:spPr/>
        <p:txBody>
          <a:bodyPr/>
          <a:lstStyle/>
          <a:p>
            <a:pPr>
              <a:defRPr sz="1200"/>
            </a:pPr>
            <a:r>
              <a:t>- Artists like Michelangelo and Leonardo da Vinci were prominent figures of the Renaissance period, known for their iconic works such as the Sistine Chapel ceiling and the Mona Lisa.</a:t>
            </a:r>
            <a:br/>
            <a:r>
              <a:t>- Renaissance art was characterized by a focus on realism, perspective, and human anatomy, showcasing the artists' mastery of depicting the human form and natural world.</a:t>
            </a:r>
            <a:br/>
            <a:r>
              <a:t>- In architecture, the Renaissance saw a revival of classical styles, with notable buildings like the Florence Cathedral and St. Peter's Basilica exemplifying the grandeur and beauty of Renaissance design.</a:t>
            </a:r>
            <a:br/>
            <a:r>
              <a:t>- The innovative techniques and artistic achievements of the Renaissance period continue to influence contemporary art and architectural practices.</a:t>
            </a:r>
            <a:br/>
            <a:br/>
            <a:r>
              <a:t>Sources: [64]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Key Figures of Humanism: Petrarch, Erasmus, Pico</a:t>
            </a:r>
          </a:p>
        </p:txBody>
      </p:sp>
      <p:sp>
        <p:nvSpPr>
          <p:cNvPr id="3" name="Content Placeholder 2"/>
          <p:cNvSpPr>
            <a:spLocks noGrp="1"/>
          </p:cNvSpPr>
          <p:nvPr>
            <p:ph idx="1"/>
          </p:nvPr>
        </p:nvSpPr>
        <p:spPr/>
        <p:txBody>
          <a:bodyPr/>
          <a:lstStyle/>
          <a:p>
            <a:pPr>
              <a:defRPr sz="1200"/>
            </a:pPr>
            <a:r>
              <a:t>- Petrarch, known as the "Father of Humanism," was a key figure who emphasized the importance of classical texts and individualism in the Renaissance period.</a:t>
            </a:r>
            <a:br/>
            <a:r>
              <a:t>- Erasmus, a Dutch scholar, played a pivotal role by promoting critical thinking and advocating for reform within the Church through his writings.</a:t>
            </a:r>
            <a:br/>
            <a:r>
              <a:t>- Pico della Mirandola's "Oration on the Dignity of Man" celebrated human potential and the pursuit of knowledge, contributing significantly to the intellectual landscape of the Renaissance.</a:t>
            </a:r>
            <a:br/>
            <a:r>
              <a:t>- These key figures collectively shaped the intellectual and cultural developments of the Renaissance period through their emphasis on classical texts, individualism, critical thinking, and the celebration of human potential.</a:t>
            </a:r>
            <a:br/>
            <a:br/>
            <a:r>
              <a:t>Sources: [65]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Humanism and Education in the Renaissance</a:t>
            </a:r>
          </a:p>
        </p:txBody>
      </p:sp>
      <p:sp>
        <p:nvSpPr>
          <p:cNvPr id="3" name="Content Placeholder 2"/>
          <p:cNvSpPr>
            <a:spLocks noGrp="1"/>
          </p:cNvSpPr>
          <p:nvPr>
            <p:ph idx="1"/>
          </p:nvPr>
        </p:nvSpPr>
        <p:spPr/>
        <p:txBody>
          <a:bodyPr/>
          <a:lstStyle/>
          <a:p>
            <a:pPr>
              <a:defRPr sz="1200"/>
            </a:pPr>
            <a:r>
              <a:t>- Humanism in the Renaissance emphasized the importance of education and literature, with a focus on studying classical texts to gain insight into human nature and the world.</a:t>
            </a:r>
            <a:br/>
            <a:r>
              <a:t>- Scholars during this period also revived interest in history, philosophy, rhetoric, individualism, and critical thinking, shaping the intellectual landscape of the Renaissance.</a:t>
            </a:r>
            <a:br/>
            <a:r>
              <a:t>- The emphasis on classical texts, individualism, critical thinking, and human potential by key figures like Petrarch, Erasmus, and Pico della Mirandola contributed significantly to the intellectual and cultural developments of the Renaissance period.</a:t>
            </a:r>
            <a:br/>
            <a:r>
              <a:t>- Humanists promoted the study of classical texts to cultivate critical thinking and intellectual growth, influencing educational practices during the Renaissance.</a:t>
            </a:r>
            <a:br/>
            <a:br/>
            <a:r>
              <a:t>Sources: [66]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Characteristics of Renaissance Art: Realism, Perspective, Anatomy</a:t>
            </a:r>
          </a:p>
        </p:txBody>
      </p:sp>
      <p:sp>
        <p:nvSpPr>
          <p:cNvPr id="3" name="Content Placeholder 2"/>
          <p:cNvSpPr>
            <a:spLocks noGrp="1"/>
          </p:cNvSpPr>
          <p:nvPr>
            <p:ph idx="1"/>
          </p:nvPr>
        </p:nvSpPr>
        <p:spPr/>
        <p:txBody>
          <a:bodyPr/>
          <a:lstStyle/>
          <a:p>
            <a:pPr>
              <a:defRPr sz="2400"/>
            </a:pPr>
            <a:r>
              <a:t>- Leonardo da Vinci was not only a renowned artist but also an inventor, creating designs for flying machines, tanks, and other innovative concepts.</a:t>
            </a:r>
            <a:br/>
            <a:r>
              <a:t>- His detailed drawings and sketches showcase his keen observational skills and imaginative ideas, reflecting his multidisciplinary talents beyond just art.</a:t>
            </a:r>
            <a:br/>
            <a:br/>
            <a:r>
              <a:t>Sources: [67]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Leonardo da Vinci: Artist &amp; Inventor</a:t>
            </a:r>
          </a:p>
        </p:txBody>
      </p:sp>
      <p:sp>
        <p:nvSpPr>
          <p:cNvPr id="3" name="Content Placeholder 2"/>
          <p:cNvSpPr>
            <a:spLocks noGrp="1"/>
          </p:cNvSpPr>
          <p:nvPr>
            <p:ph idx="1"/>
          </p:nvPr>
        </p:nvSpPr>
        <p:spPr/>
        <p:txBody>
          <a:bodyPr/>
          <a:lstStyle/>
          <a:p>
            <a:pPr>
              <a:defRPr sz="1200"/>
            </a:pPr>
            <a:r>
              <a:t>- Leonardo da Vinci relied on patronage to support his artistic and inventive pursuits, working for prominent figures such as the Medici family and Ludovico Sforza.</a:t>
            </a:r>
            <a:br/>
            <a:r>
              <a:t>- His patrons provided him with financial stability and resources to explore his diverse interests in art, science, and engineering.</a:t>
            </a:r>
            <a:br/>
            <a:r>
              <a:t>- The relationship between da Vinci and his patrons allowed for the creation of iconic works like the Mona Lisa and The Last Supper, showcasing the collaborative nature of Renaissance art.</a:t>
            </a:r>
            <a:br/>
            <a:r>
              <a:t>- Through his commissions, da Vinci was able to experiment with new techniques and push the boundaries of artistic expression, leaving a lasting impact on the art world.</a:t>
            </a:r>
            <a:br/>
            <a:br/>
            <a:r>
              <a:t>Sources: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Printing Press on Renaissance Literature</a:t>
            </a:r>
          </a:p>
        </p:txBody>
      </p:sp>
      <p:sp>
        <p:nvSpPr>
          <p:cNvPr id="3" name="Content Placeholder 2"/>
          <p:cNvSpPr>
            <a:spLocks noGrp="1"/>
          </p:cNvSpPr>
          <p:nvPr>
            <p:ph idx="1"/>
          </p:nvPr>
        </p:nvSpPr>
        <p:spPr/>
        <p:txBody>
          <a:bodyPr/>
          <a:lstStyle/>
          <a:p>
            <a:pPr>
              <a:defRPr sz="1200"/>
            </a:pPr>
            <a:r>
              <a:t>- The printing press facilitated the dissemination of classical texts and literary works, contributing to the preservation and revival of ancient knowledge and ideas.</a:t>
            </a:r>
            <a:br/>
            <a:r>
              <a:t>- Authors and scholars were able to collaborate more easily, leading to the development of new literary genres and styles in Renaissance literature.</a:t>
            </a:r>
            <a:br/>
            <a:r>
              <a:t>- The printing press enabled the standardization of language and grammar, fostering a sense of linguistic unity and cultural identity among readers.</a:t>
            </a:r>
            <a:br/>
            <a:r>
              <a:t>- The increased availability of printed books sparked a rise in literacy rates and the emergence of a more informed and engaged society during the Renaissance.</a:t>
            </a:r>
            <a:br/>
            <a:br/>
            <a:r>
              <a:t>Sources: [69]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Mythological Inspirations in Renaissance Art</a:t>
            </a:r>
          </a:p>
        </p:txBody>
      </p:sp>
      <p:sp>
        <p:nvSpPr>
          <p:cNvPr id="3" name="Content Placeholder 2"/>
          <p:cNvSpPr>
            <a:spLocks noGrp="1"/>
          </p:cNvSpPr>
          <p:nvPr>
            <p:ph idx="1"/>
          </p:nvPr>
        </p:nvSpPr>
        <p:spPr/>
        <p:txBody>
          <a:bodyPr/>
          <a:lstStyle/>
          <a:p>
            <a:pPr>
              <a:defRPr sz="1200"/>
            </a:pPr>
            <a:r>
              <a:t>- Mythological themes in Renaissance art served as a bridge between the classical past and the contemporary artistic expression of the period.</a:t>
            </a:r>
            <a:br/>
            <a:r>
              <a:t>- Artists like Botticelli, Raphael, and Michelangelo utilized mythological elements to convey deeper symbolic meanings and connect their works to ancient narratives.</a:t>
            </a:r>
            <a:br/>
            <a:r>
              <a:t>- Mythological figures in Renaissance art were often portrayed in idealized forms, representing virtues such as beauty, strength, and wisdom.</a:t>
            </a:r>
            <a:br/>
            <a:r>
              <a:t>- The incorporation of mythological symbolism in artworks allowed artists to explore complex themes and evoke emotional responses from viewers.</a:t>
            </a:r>
            <a:br/>
            <a:br/>
            <a:r>
              <a:t>Sources: [70]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Patronage and Artistic Commission in the Renaissance</a:t>
            </a:r>
          </a:p>
        </p:txBody>
      </p:sp>
      <p:sp>
        <p:nvSpPr>
          <p:cNvPr id="3" name="Content Placeholder 2"/>
          <p:cNvSpPr>
            <a:spLocks noGrp="1"/>
          </p:cNvSpPr>
          <p:nvPr>
            <p:ph idx="1"/>
          </p:nvPr>
        </p:nvSpPr>
        <p:spPr/>
        <p:txBody>
          <a:bodyPr/>
          <a:lstStyle/>
          <a:p>
            <a:pPr>
              <a:defRPr sz="1200"/>
            </a:pPr>
            <a:r>
              <a:t>- Patrons often belonged to the nobility or clergy, using their wealth to support artists and promote their own status through lavish commissions.</a:t>
            </a:r>
            <a:br/>
            <a:r>
              <a:t>- The relationship between artists and patrons was often complex, with artists needing to navigate the desires and expectations of their sponsors while also asserting their creative vision.</a:t>
            </a:r>
            <a:br/>
            <a:r>
              <a:t>- Artists sometimes formed close relationships with their patrons, leading to collaborations that resulted in innovative and groundbreaking works of art.</a:t>
            </a:r>
            <a:br/>
            <a:r>
              <a:t>- The system of patronage not only provided financial support for artists but also served as a means of social networking and cultural exchange among the elite of Renaissance society.</a:t>
            </a:r>
            <a:br/>
            <a:br/>
            <a:r>
              <a:t>Sources: [71]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[64] Art and Architecture of the Renaissance - https://www.history.com/topics/renaissance/renaissance-art</a:t>
            </a:r>
            <a:br/>
            <a:r>
              <a:t>[65] Humanism in the Renaissance - https://www.britannica.com/topic/humanism</a:t>
            </a:r>
            <a:br/>
            <a:r>
              <a:t>[66] Humanism in the Renaissance: Education and Literature - https://www.britannica.com/topic/humanism</a:t>
            </a:r>
            <a:br/>
            <a:r>
              <a:t>[67] Leonardo da Vinci: Renaissance Artist and Inventor - https://www.biography.com/artist/leonardo-da-vinci</a:t>
            </a:r>
            <a:br/>
            <a:r>
              <a:t>[68] The Role of Patronage in Renaissance Artistic Production - https://www.metmuseum.org/toah/hd/psar/hd_psar.htm</a:t>
            </a:r>
            <a:br/>
            <a:r>
              <a:t>[69] Impact of the Printing Press on Renaissance Literature - https://www.britannica.com/technology/printing-press</a:t>
            </a:r>
            <a:br/>
            <a:r>
              <a:t>[70] Influence of Greek and Roman Mythology on Renaissance Art - https://www.metmuseum.org/toah/hd/mtap/hd_mtap.htm</a:t>
            </a:r>
            <a:br/>
            <a:r>
              <a:t>[71] Patronage in Renaissance Artistic Production - https://www.metmuseum.org/toah/hd/patr/hd_patr.htm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