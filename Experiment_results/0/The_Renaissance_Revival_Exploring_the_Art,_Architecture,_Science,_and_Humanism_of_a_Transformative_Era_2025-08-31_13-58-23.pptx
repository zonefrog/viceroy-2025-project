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Renaissance Revival: Exploring the Art, Architecture, Science, and Humanism of a Transformative Era</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Leonardo da Vinci: Renaissance Polymath</a:t>
            </a:r>
          </a:p>
        </p:txBody>
      </p:sp>
      <p:sp>
        <p:nvSpPr>
          <p:cNvPr id="3" name="Content Placeholder 2"/>
          <p:cNvSpPr>
            <a:spLocks noGrp="1"/>
          </p:cNvSpPr>
          <p:nvPr>
            <p:ph idx="1"/>
          </p:nvPr>
        </p:nvSpPr>
        <p:spPr/>
        <p:txBody>
          <a:bodyPr/>
          <a:lstStyle/>
          <a:p>
            <a:pPr>
              <a:defRPr sz="1200"/>
            </a:pPr>
            <a:r>
              <a:t>- Leonardo da Vinci was not only a talented artist but also an accomplished scientist and engineer, showcasing his diverse range of skills.</a:t>
            </a:r>
            <a:br/>
            <a:r>
              <a:t>- His innovative ideas and designs in various fields, such as anatomy, astronomy, and engineering, have left a lasting impact on the scientific community.</a:t>
            </a:r>
            <a:br/>
            <a:r>
              <a:t>- Da Vinci's meticulous attention to detail and pursuit of knowledge across disciplines exemplify the spirit of curiosity and creativity that defined the Renaissance period.</a:t>
            </a:r>
            <a:br/>
            <a:r>
              <a:t>- His ability to seamlessly blend art and science and his forward-thinking approach continue to inspire scholars, artists, and inventors to this day.</a:t>
            </a:r>
            <a:br/>
            <a:br/>
            <a:r>
              <a:t>Sources: [64]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Michelangelo: Renaissance Master of Art</a:t>
            </a:r>
          </a:p>
        </p:txBody>
      </p:sp>
      <p:sp>
        <p:nvSpPr>
          <p:cNvPr id="3" name="Content Placeholder 2"/>
          <p:cNvSpPr>
            <a:spLocks noGrp="1"/>
          </p:cNvSpPr>
          <p:nvPr>
            <p:ph idx="1"/>
          </p:nvPr>
        </p:nvSpPr>
        <p:spPr/>
        <p:txBody>
          <a:bodyPr/>
          <a:lstStyle/>
          <a:p>
            <a:pPr>
              <a:defRPr sz="1200"/>
            </a:pPr>
            <a:r>
              <a:t>- Michelangelo's artistic talents extended beyond sculpture and painting to include architecture, where he left an indelible mark on the cityscape of Rome and Florence.</a:t>
            </a:r>
            <a:br/>
            <a:r>
              <a:t>- His architectural masterpiece, the dome of St. Peter's Basilica in Vatican City, is considered a marvel of engineering and a symbol of Renaissance architectural innovation.</a:t>
            </a:r>
            <a:br/>
            <a:r>
              <a:t>- Michelangelo's architectural designs incorporated classical elements like symmetry, proportion, and harmony, reflecting the ideals of Renaissance architecture.</a:t>
            </a:r>
            <a:br/>
            <a:r>
              <a:t>- His influence in the field of architecture continues to be studied and admired for its blend of artistic vision and structural ingenuity.</a:t>
            </a:r>
            <a:br/>
            <a:br/>
            <a:r>
              <a:t>Sources: [65]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Key Characteristics of Renaissance Architecture</a:t>
            </a:r>
          </a:p>
        </p:txBody>
      </p:sp>
      <p:sp>
        <p:nvSpPr>
          <p:cNvPr id="3" name="Content Placeholder 2"/>
          <p:cNvSpPr>
            <a:spLocks noGrp="1"/>
          </p:cNvSpPr>
          <p:nvPr>
            <p:ph idx="1"/>
          </p:nvPr>
        </p:nvSpPr>
        <p:spPr/>
        <p:txBody>
          <a:bodyPr/>
          <a:lstStyle/>
          <a:p>
            <a:pPr>
              <a:defRPr sz="1200"/>
            </a:pPr>
            <a:r>
              <a:t>- Renaissance architecture was characterized by the revival of classical Roman and Greek architectural elements, such as symmetry, proportion, and geometry.</a:t>
            </a:r>
            <a:br/>
            <a:r>
              <a:t>- Architects of the Renaissance period aimed to create buildings that reflected the ideals of humanism and classical learning, seeking harmony and balance in their designs.</a:t>
            </a:r>
            <a:br/>
            <a:r>
              <a:t>- The use of domes, columns, arches, and pilasters were common features in Renaissance architecture, showcasing a blend of artistic expression and structural innovation.</a:t>
            </a:r>
            <a:br/>
            <a:r>
              <a:t>- Renaissance architecture, exemplified by iconic structures like St. Peter's Basilica in Rome and the Palazzo Medici Riccardi in Florence, continues to inspire and influence architectural design to this day.</a:t>
            </a:r>
            <a:br/>
            <a:br/>
            <a:r>
              <a:t>Sources: [66]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 Peter's Basilica: Architectural Marvels</a:t>
            </a:r>
          </a:p>
        </p:txBody>
      </p:sp>
      <p:sp>
        <p:nvSpPr>
          <p:cNvPr id="3" name="Content Placeholder 2"/>
          <p:cNvSpPr>
            <a:spLocks noGrp="1"/>
          </p:cNvSpPr>
          <p:nvPr>
            <p:ph idx="1"/>
          </p:nvPr>
        </p:nvSpPr>
        <p:spPr/>
        <p:txBody>
          <a:bodyPr/>
          <a:lstStyle/>
          <a:p>
            <a:pPr>
              <a:defRPr sz="1200"/>
            </a:pPr>
            <a:r>
              <a:t>- St. Peter's Basilica in Vatican City is a prime example of Renaissance architecture, with influences from both the Renaissance and Baroque styles.</a:t>
            </a:r>
            <a:br/>
            <a:r>
              <a:t>- The basilica was designed by famous Renaissance architect Michelangelo, among others, and is considered one of the holiest Catholic shrines.</a:t>
            </a:r>
            <a:br/>
            <a:r>
              <a:t>- It features a grand dome, intricate facade, and impressive colonnades in the Renaissance architectural style.</a:t>
            </a:r>
            <a:br/>
            <a:r>
              <a:t>- St. Peter's Basilica showcases the harmonious blend of classical Roman and Greek architectural elements, reflecting the ideals of humanism and classical learning.</a:t>
            </a:r>
            <a:br/>
            <a:br/>
            <a:r>
              <a:t>Sources: [67]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Scientific Breakthroughs in the Renaissance</a:t>
            </a:r>
          </a:p>
        </p:txBody>
      </p:sp>
      <p:sp>
        <p:nvSpPr>
          <p:cNvPr id="3" name="Content Placeholder 2"/>
          <p:cNvSpPr>
            <a:spLocks noGrp="1"/>
          </p:cNvSpPr>
          <p:nvPr>
            <p:ph idx="1"/>
          </p:nvPr>
        </p:nvSpPr>
        <p:spPr/>
        <p:txBody>
          <a:bodyPr/>
          <a:lstStyle/>
          <a:p>
            <a:pPr>
              <a:defRPr sz="1200"/>
            </a:pPr>
            <a:r>
              <a:t>- Nicolaus Copernicus proposed the heliocentric model of the universe, challenging the geocentric view and revolutionizing astronomy.</a:t>
            </a:r>
            <a:br/>
            <a:r>
              <a:t>- Galileo Galilei's observations using telescopes supported Copernicus' heliocentric theory and led to important discoveries in physics and astronomy.</a:t>
            </a:r>
            <a:br/>
            <a:r>
              <a:t>- Johannes Kepler formulated the laws of planetary motion, providing a mathematical basis for understanding the movement of celestial bodies.</a:t>
            </a:r>
            <a:br/>
            <a:r>
              <a:t>- The scientific advancements during the Renaissance period laid the groundwork for modern astronomy, physics, and anatomy, shaping our understanding of the natural world.</a:t>
            </a:r>
            <a:br/>
            <a:br/>
            <a:r>
              <a:t>Sources: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Humanism in Renaissance Literature: Human Values and Achievements</a:t>
            </a:r>
          </a:p>
        </p:txBody>
      </p:sp>
      <p:sp>
        <p:nvSpPr>
          <p:cNvPr id="3" name="Content Placeholder 2"/>
          <p:cNvSpPr>
            <a:spLocks noGrp="1"/>
          </p:cNvSpPr>
          <p:nvPr>
            <p:ph idx="1"/>
          </p:nvPr>
        </p:nvSpPr>
        <p:spPr/>
        <p:txBody>
          <a:bodyPr/>
          <a:lstStyle/>
          <a:p>
            <a:pPr>
              <a:defRPr sz="1200"/>
            </a:pPr>
            <a:r>
              <a:t>- Renaissance literature emphasized human values, potential, and achievements, focusing on human experience, reason, and individualism.</a:t>
            </a:r>
            <a:br/>
            <a:r>
              <a:t>- Writers drew inspiration from classical texts to capture human emotions and experiences, highlighting themes of education, critical thinking, and the pursuit of knowledge.</a:t>
            </a:r>
            <a:br/>
            <a:r>
              <a:t>- Humanism in Renaissance literature underscored the importance of embracing humanistic ideals and exploring the complexities of the human condition in literary works.</a:t>
            </a:r>
            <a:br/>
            <a:r>
              <a:t>- The literary movement of humanism in the Renaissance period contributed to a renewed interest in human-centered narratives and the exploration of individual identity and consciousness.</a:t>
            </a:r>
            <a:br/>
            <a:br/>
            <a:r>
              <a:t>Sources: [69]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"Petrarch: Father of Renaissance Humanism"</a:t>
            </a:r>
          </a:p>
        </p:txBody>
      </p:sp>
      <p:sp>
        <p:nvSpPr>
          <p:cNvPr id="3" name="Content Placeholder 2"/>
          <p:cNvSpPr>
            <a:spLocks noGrp="1"/>
          </p:cNvSpPr>
          <p:nvPr>
            <p:ph idx="1"/>
          </p:nvPr>
        </p:nvSpPr>
        <p:spPr/>
        <p:txBody>
          <a:bodyPr/>
          <a:lstStyle/>
          <a:p>
            <a:pPr>
              <a:defRPr sz="1200"/>
            </a:pPr>
            <a:r>
              <a:t>- Petrarch's emphasis on the value of human emotions and intellect in his works like sonnets and letters had a lasting impact on Renaissance literature and the humanist movement.</a:t>
            </a:r>
            <a:br/>
            <a:r>
              <a:t>- His promotion of a more secular worldview and the study of classical texts contributed to the development of humanism in Renaissance literature.</a:t>
            </a:r>
            <a:br/>
            <a:r>
              <a:t>- Petrarch's focus on individualism and human experience reflected humanist ideals of education and critical thinking.</a:t>
            </a:r>
            <a:br/>
            <a:r>
              <a:t>- His role as the 'Father of Humanism' solidified his influence on Renaissance literature and the cultural shift towards humanistic values.</a:t>
            </a:r>
            <a:br/>
            <a:br/>
            <a:r>
              <a:t>Sources: [70]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Patronage of the Arts in Renaissance Society</a:t>
            </a:r>
          </a:p>
        </p:txBody>
      </p:sp>
      <p:sp>
        <p:nvSpPr>
          <p:cNvPr id="3" name="Content Placeholder 2"/>
          <p:cNvSpPr>
            <a:spLocks noGrp="1"/>
          </p:cNvSpPr>
          <p:nvPr>
            <p:ph idx="1"/>
          </p:nvPr>
        </p:nvSpPr>
        <p:spPr/>
        <p:txBody>
          <a:bodyPr/>
          <a:lstStyle/>
          <a:p>
            <a:pPr>
              <a:defRPr sz="1200"/>
            </a:pPr>
            <a:r>
              <a:t>- Patrons often provided financial support to artists, musicians, writers, and scholars during the Renaissance period, allowing them to focus on their creative work without financial constraints.</a:t>
            </a:r>
            <a:br/>
            <a:r>
              <a:t>- Wealthy individuals like rulers, nobles, and merchants played a significant role in the patronage system, commissioning specific works and providing detailed instructions and guidelines to the artists.</a:t>
            </a:r>
            <a:br/>
            <a:r>
              <a:t>- The Medici family in Florence and Pope Julius II in Rome are renowned examples of famous patrons who supported and sponsored artists, musicians, writers, and scholars, contributing to the flourishing of the arts during the Renaissance.</a:t>
            </a:r>
            <a:br/>
            <a:r>
              <a:t>- The patronage system fostered artistic creativity and the production of many masterpieces by enabling artists to devote their time and talents to their craft without the burden of financial worries.</a:t>
            </a:r>
            <a:br/>
            <a:br/>
            <a:r>
              <a:t>Sources: [71]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[64] Leonardo da Vinci - https://www.biography.com/artist/leonardo-da-vinci</a:t>
            </a:r>
            <a:br/>
            <a:r>
              <a:t>[65] Impact of the Printing Press on Renaissance Society - https://www.britannica.com/technology/printing-press</a:t>
            </a:r>
            <a:br/>
            <a:r>
              <a:t>[66] Renaissance Architecture - https://www.britannica.com/art/Western-architecture/Renaissance-architecture</a:t>
            </a:r>
            <a:br/>
            <a:r>
              <a:t>[67] Renaissance Architecture: St. Peter's Basilica - https://www.britannica.com/topic/Saint-Peters-Basilica-Vatican-City</a:t>
            </a:r>
            <a:br/>
            <a:r>
              <a:t>[68] Copernicus and the Heliocentric Model - https://www.britannica.com/biography/Nicolaus-Copernicus</a:t>
            </a:r>
            <a:br/>
            <a:r>
              <a:t>[69] Humanism in Renaissance Literature - https://www.britannica.com/art/humanism</a:t>
            </a:r>
            <a:br/>
            <a:r>
              <a:t>[70] Humanism in Renaissance Literature: Petrarch and the Birth of Humanism - https://www.britannica.com/biography/Francesco-Petrarca</a:t>
            </a:r>
            <a:br/>
            <a:r>
              <a:t>[71] Renaissance Patronage of the Arts - https://www.britannica.com/topic/patronage-art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