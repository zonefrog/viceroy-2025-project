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Advancing Education: Harnessing AI and Machine Learning for Personalized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Learning with Adaptive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Adaptive learning systems analyze student performance data to provide customized learning paths, content, and feedback, ultimately aiming to improve learning outcomes and student engagement.</a:t>
            </a:r>
            <a:br/>
            <a:r>
              <a:t>- These systems utilize AI and machine learning algorithms to tailor educational experiences to individual needs and learning styles.</a:t>
            </a:r>
            <a:br/>
            <a:r>
              <a:t>- Adaptive learning platforms like Knewton and DreamBox Learning exemplify how AI algorithms are used to deliver personalized learning experiences.</a:t>
            </a:r>
            <a:br/>
            <a:r>
              <a:t>- The integration of adaptive learning systems in educational settings presents challenges such as initial costs, technology acquisition, and data quality.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Machine Learning Algorithms for Personalized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Natural Language Processing (NLP) algorithms enable educational chatbots to analyze and respond to student queries in a conversational manner.</a:t>
            </a:r>
            <a:br/>
            <a:r>
              <a:t>- NLP technology helps educational chatbots provide personalized learning recommendations based on student interactions.</a:t>
            </a:r>
            <a:br/>
            <a:r>
              <a:t>- Educational chatbots leverage NLP algorithms to assess students' understanding of the material, enhancing their support and guidance capabilities.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Learning with AI Assessment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AI-powered assessment tools can analyze student data to identify learning gaps and tailor lesson plans to meet individual needs.</a:t>
            </a:r>
            <a:br/>
            <a:r>
              <a:t>- AI tools provide personalized learning experiences by automating administrative tasks and enhancing student engagement.</a:t>
            </a:r>
            <a:br/>
            <a:r>
              <a:t>- Educational chatbots leverage NLP algorithms to assess students' understanding of the material, enhancing their support and guidance capabilities.</a:t>
            </a:r>
            <a:br/>
            <a:r>
              <a:t>- AI-powered chatbots and virtual tutors are being used to provide instant support to students outside of traditional classroom hours.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Challenges in Adaptive Learning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adaptive learning systems in education comes with several challenges, including the initial cost of setting up the system, acquiring necessary technology, and training educators effectively.</a:t>
            </a:r>
            <a:br/>
            <a:r>
              <a:t>- High-quality data is essential for personalizing the learning experience for each student, but obtaining and maintaining such data can be difficult.</a:t>
            </a:r>
            <a:br/>
            <a:r>
              <a:t>- Resistance to change from teachers and administrators who may be hesitant to adopt new technology in the classroom can hinder the successful implementation of adaptive learning systems.</a:t>
            </a:r>
            <a:br/>
            <a:r>
              <a:t>- Ensuring ongoing support and training for educators to effectively utilize adaptive learning systems is crucial for long-term success.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Utilizing Data for Informed Educational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data-driven decision making in education enables educators to identify trends, patterns, and areas for improvement through the analysis of student performance data.</a:t>
            </a:r>
            <a:br/>
            <a:r>
              <a:t>- This approach leads to more targeted interventions and support for students, ultimately improving student outcomes, teacher effectiveness, and overall school performance.</a:t>
            </a:r>
            <a:br/>
            <a:r>
              <a:t>- Data-driven decision making enhances personalized learning experiences by informing instructional practices, curriculum development, and school improvement initiatives.</a:t>
            </a:r>
            <a:br/>
            <a:r>
              <a:t>- By utilizing student data to make informed decisions, educators can transform teaching practices and drive continuous improvement in educational settings.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"Benefits of Virtual Reality in Education"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Virtual reality in education offers immersive learning experiences that can enhance student engagement, increase retention rates, and improve knowledge transfer.</a:t>
            </a:r>
            <a:br/>
            <a:r>
              <a:t>- By allowing students to interact with 3D environments and simulations, VR technology can make complex concepts more understandable and memorable.</a:t>
            </a:r>
            <a:br/>
            <a:r>
              <a:t>- It also provides opportunities for hands-on learning and practical training in a safe and controlled environment.</a:t>
            </a:r>
            <a:br/>
            <a:r>
              <a:t>- Overall, virtual reality has the potential to revolutionize the way students learn and educators teach.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Education with NLP in Chatbots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in personalized learning analyze data on student performance, behavior, and interactions to provide customized learning paths and recommendations.</a:t>
            </a:r>
            <a:br/>
            <a:r>
              <a:t>- These algorithms tailor educational experiences to individual students based on their learning needs, preferences, and progress.</a:t>
            </a:r>
            <a:br/>
            <a:r>
              <a:t>- By utilizing AI technologies, personalized learning algorithms offer a more tailored and effective approach to education.</a:t>
            </a:r>
            <a:br/>
            <a:r>
              <a:t>- The goal is to enhance student engagement, increase retention rates, and improve knowledge transfer through personalized recommendations and learning paths.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Personalized Feedback Impact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Personalized feedback mechanisms leverage AI algorithms to track student progress and provide tailored suggestions for improvement based on individual learning needs.</a:t>
            </a:r>
            <a:br/>
            <a:r>
              <a:t>- AI-driven personalized feedback enhances student engagement, motivation, and learning outcomes by addressing specific strengths and weaknesses.</a:t>
            </a:r>
            <a:br/>
            <a:r>
              <a:t>- The use of AI in education allows for timely and relevant feedback delivery, optimizing the learning experience for each student.</a:t>
            </a:r>
            <a:br/>
            <a:r>
              <a:t>- Personalized feedback mechanisms in education aim to revolutionize traditional teaching methods by providing adaptive and individualized support to students.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Understanding Adaptive Learning Systems - https://www.edtechmagazine.com/k12/article/2020/01/how-adaptive-learning-technology-improves-education-perfcon</a:t>
            </a:r>
            <a:br/>
            <a:r>
              <a:t>[1] Natural Language Processing in Educational Chatbots - https://blog.ubiq.co/natural-language-processing-educational-chatbots/</a:t>
            </a:r>
            <a:br/>
            <a:r>
              <a:t>[2] The Impact of Artificial Intelligence in Education - https://www.forbes.com/sites/forbestechcouncil/2021/03/08/the-impact-of-artificial-intelligence-in-education/?sh=2e5b5f2d3f6c</a:t>
            </a:r>
            <a:br/>
            <a:r>
              <a:t>[3] Challenges of Implementing Adaptive Learning Systems in Education - https://er.educause.edu/blogs/2016/11/the-challenges-of-implementing-adaptive-learning-systems-in-higher-education</a:t>
            </a:r>
            <a:br/>
            <a:r>
              <a:t>[4] Importance of Data-Driven Decision Making in Education - https://www.edutopia.org/article/data-driven-decision-making-what-why-how</a:t>
            </a:r>
            <a:br/>
            <a:r>
              <a:t>[5] The Benefits of Virtual Reality in Education - https://www.edtechmagazine.com/k12/article/2019/03/how-virtual-reality-changing-way-students-learn-perfcon</a:t>
            </a:r>
            <a:br/>
            <a:r>
              <a:t>[6] Machine Learning Algorithms in Personalized Learning - https://www.edsurge.com/news/2019-10-30-how-machine-learning-can-personalize-the-student-experience</a:t>
            </a:r>
            <a:br/>
            <a:r>
              <a:t>[7] The Role of Artificial Intelligence in Providing Personalized Feedback in Education - https://www.edsurge.com/news/2019-05-31-the-role-of-artificial-intelligence-in-education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