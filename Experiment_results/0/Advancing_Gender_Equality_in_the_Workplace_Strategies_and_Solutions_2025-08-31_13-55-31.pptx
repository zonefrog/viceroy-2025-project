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Advancing Gender Equality in the Workplace: Strategies and Solutions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Factors Contributing to Gender Pay Gap</a:t>
            </a:r>
          </a:p>
        </p:txBody>
      </p:sp>
      <p:sp>
        <p:nvSpPr>
          <p:cNvPr id="3" name="Content Placeholder 2"/>
          <p:cNvSpPr>
            <a:spLocks noGrp="1"/>
          </p:cNvSpPr>
          <p:nvPr>
            <p:ph idx="1"/>
          </p:nvPr>
        </p:nvSpPr>
        <p:spPr/>
        <p:txBody>
          <a:bodyPr/>
          <a:lstStyle/>
          <a:p>
            <a:pPr>
              <a:defRPr sz="1200"/>
            </a:pPr>
            <a:r>
              <a:t>- Gender equality training in the workplace helps employees understand the importance of gender equality and promotes a culture of respect and equality.</a:t>
            </a:r>
            <a:br/>
            <a:r>
              <a:t>- It enables individuals to recognize unconscious biases that may contribute to gender disparities and discrimination.</a:t>
            </a:r>
            <a:br/>
            <a:r>
              <a:t>- By providing gender equality training, companies can reduce discriminatory practices and create a more supportive and equitable work environment.</a:t>
            </a:r>
            <a:br/>
            <a:r>
              <a:t>- Gender equality training fosters a more inclusive and diverse workplace, contributing to improved employee morale and productivity.</a:t>
            </a:r>
            <a:br/>
            <a:br/>
            <a:r>
              <a:t>Sources: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Pay Audits in Gender Pay Gap</a:t>
            </a:r>
          </a:p>
        </p:txBody>
      </p:sp>
      <p:sp>
        <p:nvSpPr>
          <p:cNvPr id="3" name="Content Placeholder 2"/>
          <p:cNvSpPr>
            <a:spLocks noGrp="1"/>
          </p:cNvSpPr>
          <p:nvPr>
            <p:ph idx="1"/>
          </p:nvPr>
        </p:nvSpPr>
        <p:spPr/>
        <p:txBody>
          <a:bodyPr/>
          <a:lstStyle/>
          <a:p>
            <a:pPr>
              <a:defRPr sz="1200"/>
            </a:pPr>
            <a:r>
              <a:t>- Pay audits involve analyzing salary data within an organization to identify any gender pay disparities and address them effectively.</a:t>
            </a:r>
            <a:br/>
            <a:r>
              <a:t>- Transparent pay policies ensure that compensation practices are fair and equitable, providing clarity on how salaries are determined and promoting transparency.</a:t>
            </a:r>
            <a:br/>
            <a:r>
              <a:t>- Salary negotiation training empowers women to negotiate for equal pay, equipping them with the skills and confidence to advocate for fair compensation.</a:t>
            </a:r>
            <a:br/>
            <a:r>
              <a:t>- Mentorship programs for women offer support and guidance for career advancement, helping women navigate challenges in the workplace and achieve salary growth.</a:t>
            </a:r>
            <a:br/>
            <a:br/>
            <a:r>
              <a:t>Sources: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Examples of Workplace Discrimination</a:t>
            </a:r>
          </a:p>
        </p:txBody>
      </p:sp>
      <p:sp>
        <p:nvSpPr>
          <p:cNvPr id="3" name="Content Placeholder 2"/>
          <p:cNvSpPr>
            <a:spLocks noGrp="1"/>
          </p:cNvSpPr>
          <p:nvPr>
            <p:ph idx="1"/>
          </p:nvPr>
        </p:nvSpPr>
        <p:spPr/>
        <p:txBody>
          <a:bodyPr/>
          <a:lstStyle/>
          <a:p>
            <a:pPr>
              <a:defRPr sz="1200"/>
            </a:pPr>
            <a:r>
              <a:t>- Gender diversity initiatives in the workplace include programs such as leadership development programs for women and employee resource groups for gender diversity.</a:t>
            </a:r>
            <a:br/>
            <a:r>
              <a:t>- Pay equity audits are essential to identify and address gender pay disparities systematically within organizations.</a:t>
            </a:r>
            <a:br/>
            <a:r>
              <a:t>- Creating a culture of respect and zero tolerance for discrimination is crucial in fostering an inclusive work environment.</a:t>
            </a:r>
            <a:br/>
            <a:r>
              <a:t>- Setting diversity goals and tracking progress helps organizations measure their efforts towards promoting gender equality effectively.</a:t>
            </a:r>
            <a:br/>
            <a:br/>
            <a:r>
              <a:t>Sources: [50]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Gender Diversity in Recruitment Initiatives</a:t>
            </a:r>
          </a:p>
        </p:txBody>
      </p:sp>
      <p:sp>
        <p:nvSpPr>
          <p:cNvPr id="3" name="Content Placeholder 2"/>
          <p:cNvSpPr>
            <a:spLocks noGrp="1"/>
          </p:cNvSpPr>
          <p:nvPr>
            <p:ph idx="1"/>
          </p:nvPr>
        </p:nvSpPr>
        <p:spPr/>
        <p:txBody>
          <a:bodyPr/>
          <a:lstStyle/>
          <a:p>
            <a:pPr>
              <a:defRPr sz="1200"/>
            </a:pPr>
            <a:r>
              <a:t>- Gender equality training in the workplace helps educate employees on issues related to gender bias, discrimination, and stereotypes, fostering a more inclusive and diverse work environment.</a:t>
            </a:r>
            <a:br/>
            <a:r>
              <a:t>- Increased awareness and understanding through gender equality training can lead to enhanced collaboration, creativity, and productivity among team members.</a:t>
            </a:r>
            <a:br/>
            <a:br/>
            <a:r>
              <a:t>Sources: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Unconscious Bias Training"</a:t>
            </a:r>
          </a:p>
        </p:txBody>
      </p:sp>
      <p:sp>
        <p:nvSpPr>
          <p:cNvPr id="3" name="Content Placeholder 2"/>
          <p:cNvSpPr>
            <a:spLocks noGrp="1"/>
          </p:cNvSpPr>
          <p:nvPr>
            <p:ph idx="1"/>
          </p:nvPr>
        </p:nvSpPr>
        <p:spPr/>
        <p:txBody>
          <a:bodyPr/>
          <a:lstStyle/>
          <a:p>
            <a:pPr>
              <a:defRPr sz="1200"/>
            </a:pPr>
            <a:r>
              <a:t>- Unconscious bias training helps employees recognize and mitigate biases that may influence decision-making processes in the workplace.</a:t>
            </a:r>
            <a:br/>
            <a:r>
              <a:t>- By understanding and addressing unconscious biases, organizations can create a fairer and more inclusive environment for all employees.</a:t>
            </a:r>
            <a:br/>
            <a:r>
              <a:t>- Research has shown that unconscious bias training can lead to more equitable hiring and promotion practices within companies.</a:t>
            </a:r>
            <a:br/>
            <a:r>
              <a:t>- Implementing unconscious bias training can also improve employee satisfaction, retention rates, and overall organizational performance.</a:t>
            </a:r>
            <a:br/>
            <a:br/>
            <a:r>
              <a:t>Sources: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Workplace Flexibility for Gender Equality</a:t>
            </a:r>
          </a:p>
        </p:txBody>
      </p:sp>
      <p:sp>
        <p:nvSpPr>
          <p:cNvPr id="3" name="Content Placeholder 2"/>
          <p:cNvSpPr>
            <a:spLocks noGrp="1"/>
          </p:cNvSpPr>
          <p:nvPr>
            <p:ph idx="1"/>
          </p:nvPr>
        </p:nvSpPr>
        <p:spPr/>
        <p:txBody>
          <a:bodyPr/>
          <a:lstStyle/>
          <a:p>
            <a:pPr>
              <a:defRPr sz="1200"/>
            </a:pPr>
            <a:r>
              <a:t>- Offering remote work options can help promote gender equality by providing flexibility for employees to balance work and personal responsibilities.</a:t>
            </a:r>
            <a:br/>
            <a:r>
              <a:t>- Remote work can reduce the gender pay gap by allowing employees to work from anywhere, regardless of their location or caregiving responsibilities.</a:t>
            </a:r>
            <a:br/>
            <a:r>
              <a:t>- Remote work creates a more inclusive environment by accommodating individuals with disabilities or health conditions that may prevent them from working in a traditional office setting. </a:t>
            </a:r>
            <a:br/>
            <a:r>
              <a:t>- Research suggests that companies offering flexible work arrangements have higher employee satisfaction and retention rates.</a:t>
            </a:r>
            <a:br/>
            <a:br/>
            <a:r>
              <a:t>Sources: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Impact of Parental Leave Policies"</a:t>
            </a:r>
          </a:p>
        </p:txBody>
      </p:sp>
      <p:sp>
        <p:nvSpPr>
          <p:cNvPr id="3" name="Content Placeholder 2"/>
          <p:cNvSpPr>
            <a:spLocks noGrp="1"/>
          </p:cNvSpPr>
          <p:nvPr>
            <p:ph idx="1"/>
          </p:nvPr>
        </p:nvSpPr>
        <p:spPr/>
        <p:txBody>
          <a:bodyPr/>
          <a:lstStyle/>
          <a:p>
            <a:pPr>
              <a:defRPr sz="1200"/>
            </a:pPr>
            <a:r>
              <a:t>- Parental leave policies can help reduce the gender pay gap by allowing both mothers and fathers to take time off for caregiving responsibilities, thus preventing women from being penalized for taking time away from work.</a:t>
            </a:r>
            <a:br/>
            <a:r>
              <a:t>- Studies have shown that companies with inclusive parental leave policies have higher employee morale and productivity, leading to increased job satisfaction and retention rates.</a:t>
            </a:r>
            <a:br/>
            <a:r>
              <a:t>- Implementing flexible parental leave policies can also attract top talent, as job seekers are increasingly looking for companies that support work-life balance and gender equality initiatives.</a:t>
            </a:r>
            <a:br/>
            <a:br/>
            <a:r>
              <a:t>Sources: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"Empowerment Through Employee Resource Groups (ERGs)"</a:t>
            </a:r>
          </a:p>
        </p:txBody>
      </p:sp>
      <p:sp>
        <p:nvSpPr>
          <p:cNvPr id="3" name="Content Placeholder 2"/>
          <p:cNvSpPr>
            <a:spLocks noGrp="1"/>
          </p:cNvSpPr>
          <p:nvPr>
            <p:ph idx="1"/>
          </p:nvPr>
        </p:nvSpPr>
        <p:spPr/>
        <p:txBody>
          <a:bodyPr/>
          <a:lstStyle/>
          <a:p>
            <a:pPr>
              <a:defRPr sz="1200"/>
            </a:pPr>
            <a:r>
              <a:t>- ERGs provide a platform for employees to connect, support each other, and advocate for change, promoting gender equality in the workplace.</a:t>
            </a:r>
            <a:br/>
            <a:r>
              <a:t>- These groups foster a sense of belonging and empowerment among employees, contributing to a more inclusive and diverse work environment.</a:t>
            </a:r>
            <a:br/>
            <a:r>
              <a:t>- ERGs play a crucial role in advocating for policies supporting gender diversity and inclusion within organizations.</a:t>
            </a:r>
            <a:br/>
            <a:r>
              <a:t>- They offer support, networking opportunities, and professional development tailored to specific demographics, such as women, to promote empowerment and career advancement.</a:t>
            </a:r>
            <a:br/>
            <a:br/>
            <a:r>
              <a:t>Sources: [55]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[48] The Importance of Gender Equality Training in the Workplace - https://www.shrm.org/resourcesandtools/tools-and-samples/toolkits/pages/diversityandinclusion.aspx</a:t>
            </a:r>
            <a:br/>
            <a:r>
              <a:t>[49] 5 Ways Companies Can Address the Gender Pay Gap - https://www.forbes.com/sites/forbeshumanresourcescouncil/2021/03/08/five-ways-companies-can-address-the-gender-pay-gap/?sh=17b4f3e63c4a</a:t>
            </a:r>
            <a:br/>
            <a:r>
              <a:t>[50] Top 10 Gender Diversity Initiatives for the Workplace - https://www.forbes.com/sites/forbesbusinesscouncil/2021/03/08/top-10-gender-diversity-initiatives-for-the-workplace/?sh=7b4b9d7c4d75</a:t>
            </a:r>
            <a:br/>
            <a:r>
              <a:t>[51] The Benefits of Gender Equality Training in the Workplace - https://www.forbes.com/sites/forbestechcouncil/2021/03/08/the-importance-of-gender-equality-training-in-the-workplace/?sh=5e0f4e5d6b9d</a:t>
            </a:r>
            <a:br/>
            <a:r>
              <a:t>[52] 10 Gender Diversity Initiatives for the Workplace - https://www.forbes.com/sites/forbesbusinesscouncil/2021/03/24/10-gender-diversity-initiatives-for-the-workplace/?sh=1aa7c21b2a0e</a:t>
            </a:r>
            <a:br/>
            <a:r>
              <a:t>[53] The Benefits of Offering Remote Work Options for Gender Equality in the Workplace - https://www.shrm.org/resourcesandtools/hr-topics/employee-relations/pages/how-telecommuting-promotes-gender-equality.aspx</a:t>
            </a:r>
            <a:br/>
            <a:r>
              <a:t>[54] The Importance of Parental Leave Policies for Gender Equality in the Workplace - https://www.shrm.org/resourcesandtools/tools-and-samples/toolkits/pages/parentalleave.aspx</a:t>
            </a:r>
            <a:br/>
            <a:r>
              <a:t>[55] The Power of Employee Resource Groups in Promoting Gender Equality in the Workplace - https://www.forbes.com/sites/forbeshumanresourcescouncil/2019/08/07/how-employee-resource-groups-can-advance-diversity-and-inclusion-in-the-workplace/#3c7489f73c4d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