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Innovations in Medical Technology: Nanotechnology and Robotics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Nanotechnology in Medicine: Transforming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- 3D bioprinting allows for precise layer-by-layer deposition of biomaterials to create complex 3D structures</a:t>
            </a:r>
            <a:br/>
            <a:r>
              <a:t>- This technology is utilized in tissue engineering for creating functional tissues and organs for transplantation and regenerative medicine purposes</a:t>
            </a:r>
            <a:br/>
            <a:r>
              <a:t>- Researchers are exploring various biomaterials and bioinks to mimic the microenvironment of native tissues</a:t>
            </a:r>
            <a:br/>
            <a:r>
              <a:t>- The development of personalized and tailored solutions for patients in need of organ replacement is enabled by 3D bioprinting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Drug Delivery with Nanoparticles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Nanoparticles can be designed to carry a variety of drugs, including small molecules, proteins, and nucleic acids, to target specific cells or tissues</a:t>
            </a:r>
            <a:br/>
            <a:r>
              <a:t>- The surface properties of nanoparticles can be modified to enhance their circulation time in the body and improve their ability to reach the intended target</a:t>
            </a:r>
            <a:br/>
            <a:r>
              <a:t>- Researchers are investigating the use of stimuli-responsive nanoparticles that can release drugs in response to specific triggers, such as pH or temperature changes</a:t>
            </a:r>
            <a:br/>
            <a:r>
              <a:t>- Nanoparticles can be engineered to bypass biological barriers, such as the blood-brain barrier, to deliver therapeutics to previously inaccessible sites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"Nano Imaging: Precision Diagnosis with Targeted Nanoparticles"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Nanoparticles can be functionalized with targeting ligands to selectively bind to specific receptors on diseased cells, allowing for precise imaging and diagnostics</a:t>
            </a:r>
            <a:br/>
            <a:r>
              <a:t>- The use of multifunctional nanoparticles, incorporating imaging agents and therapeutic payloads, offers the potential for theranostic applications in personalized medicine</a:t>
            </a:r>
            <a:br/>
            <a:r>
              <a:t>- Recent advancements in nanotechnology have led to the development of smart nanoparticles that can respond to external stimuli for controlled drug release and imaging enhancement</a:t>
            </a:r>
            <a:br/>
            <a:r>
              <a:t>- Nanoparticles with tunable physicochemical properties can be tailored for optimal biodistribution and retention in target tissues, improving the efficacy of diagnostic imaging techniques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Utilizing Nanoparticles for Targeted Disease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Nanoparticles can be engineered to bypass biological barriers and deliver therapeutic payloads to specific cells or tissues, enhancing the efficiency of disease treatment</a:t>
            </a:r>
            <a:br/>
            <a:r>
              <a:t>- Smart nanoparticles equipped with stimuli-responsive properties can release drugs in a controlled manner, improving treatment outcomes and reducing adverse effects</a:t>
            </a:r>
            <a:br/>
            <a:r>
              <a:t>- The development of nanocarriers with customizable surface properties allows for enhanced targeting capabilities, enabling precise delivery of therapeutic agents to disease sites</a:t>
            </a:r>
            <a:br/>
            <a:r>
              <a:t>- Nanoparticles can be designed to carry multiple functionalities, such as imaging agents and drugs, enabling simultaneous diagnosis and treatment in personalized medicine approaches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Types of Robotic Systems in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Robotic systems in surgery enable greater precision, flexibility, and control for surgeons, resulting in improved patient outcomes</a:t>
            </a:r>
            <a:br/>
            <a:r>
              <a:t>- Applications of robotics in surgery include minimally invasive procedures, robot-assisted surgeries for prostate cancer and gynecological conditions, and complex cardiac surgeries</a:t>
            </a:r>
            <a:br/>
            <a:r>
              <a:t>- Ongoing research in robotics in surgery focuses on enhancing robot capabilities, improving surgical techniques, and expanding the range of procedures that can be performed using robotic assistance</a:t>
            </a:r>
            <a:br/>
            <a:r>
              <a:t>- The field of robotics in surgery continues to evolve, with advancements aimed at optimizing surgical outcomes and patient recovery times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and Challenges of Robotic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Greater precision, flexibility, and control allow surgeons to perform complex procedures with improved accuracy and efficiency</a:t>
            </a:r>
            <a:br/>
            <a:r>
              <a:t>- Robotic-assisted surgery enables reduced invasiveness, leading to smaller incisions, minimal blood loss, and faster recovery times for patients</a:t>
            </a:r>
            <a:br/>
            <a:r>
              <a:t>- Ongoing advancements in robotics in surgery aim to enhance surgical capabilities, refine techniques, and expand the range of procedures that can benefit from robotic assistance</a:t>
            </a:r>
            <a:br/>
            <a:r>
              <a:t>- Research in this field continues to focus on optimizing surgical outcomes and enhancing patient recovery through innovative robotic systems and techniques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"Robotic Surgery Applications in Specialties"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Robotic systems in surgery offer increased precision, flexibility, and control during procedures</a:t>
            </a:r>
            <a:br/>
            <a:r>
              <a:t>- Examples include da Vinci Surgical System, Medtronic's Mazor X, and Verb Surgical System</a:t>
            </a:r>
            <a:br/>
            <a:r>
              <a:t>- Robotic-assisted surgery allows for smaller incisions, reduced blood loss, and faster recovery times</a:t>
            </a:r>
            <a:br/>
            <a:r>
              <a:t>- Applications in surgical specialties include complex cardiac surgeries, prostate cancer, and gynecological procedures</a:t>
            </a:r>
            <a:br/>
            <a:r>
              <a:t>- Integration of artificial intelligence in robotic systems for enhanced decision-making and autonomous functionality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"Introduction to Nanobiosensors"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Nanobiosensors offer real-time monitoring of biological molecules with high sensitivity and specificity</a:t>
            </a:r>
            <a:br/>
            <a:r>
              <a:t>- Emerging nanomaterials such as quantum dots and carbon nanotubes enhance the detection capabilities of nanobiosensors</a:t>
            </a:r>
            <a:br/>
            <a:r>
              <a:t>- Wearable devices integrated with nanobiosensors enable continuous health monitoring for early disease detection and intervention</a:t>
            </a:r>
            <a:br/>
            <a:r>
              <a:t>- Utilization of machine learning algorithms in nanobiosensors aids in data analysis and interpretation for precise diagnostics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3D Bioprinting: Advances in Tissue Engineering - https://www.ncbi.nlm.nih.gov/pmc/articles/PMC7320413/</a:t>
            </a:r>
            <a:br/>
            <a:r>
              <a:t>[33] Nanomedicine: Current status and future prospects - https://www.ncbi.nlm.nih.gov/pmc/articles/PMC3182860/</a:t>
            </a:r>
            <a:br/>
            <a:r>
              <a:t>[34] Bioprinting: The Future of Tissue Engineering - https://www.ncbi.nlm.nih.gov/pmc/articles/PMC3492709/</a:t>
            </a:r>
            <a:br/>
            <a:r>
              <a:t>[35] Gene Editing Technologies: Current Advances and Applications - https://www.nature.com/articles/nature24268</a:t>
            </a:r>
            <a:br/>
            <a:r>
              <a:t>[36] Robotics in Surgery: Current Trends and Applications - https://www.ncbi.nlm.nih.gov/pmc/articles/PMC7447395/</a:t>
            </a:r>
            <a:br/>
            <a:r>
              <a:t>[37] Advancements in Robotics in Surgery - https://www.ncbi.nlm.nih.gov/pmc/articles/PMC3755989/</a:t>
            </a:r>
            <a:br/>
            <a:r>
              <a:t>[38] CRISPR-Cas9: A Revolutionary Gene Editing Technology - https://www.ncbi.nlm.nih.gov/pmc/articles/PMC5906388/</a:t>
            </a:r>
            <a:br/>
            <a:r>
              <a:t>[39] Wearable Medical Devices: Advances in Healthcare Technology - https://www.ncbi.nlm.nih.gov/pmc/articles/PMC6198586/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