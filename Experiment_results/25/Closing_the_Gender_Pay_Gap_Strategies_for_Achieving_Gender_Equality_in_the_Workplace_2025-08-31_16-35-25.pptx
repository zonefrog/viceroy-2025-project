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Closing the Gender Pay Gap: Strategies for Achieving Gender Equality in the Workplace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the Gender Pay Gap</a:t>
            </a:r>
          </a:p>
        </p:txBody>
      </p:sp>
      <p:sp>
        <p:nvSpPr>
          <p:cNvPr id="3" name="Content Placeholder 2"/>
          <p:cNvSpPr>
            <a:spLocks noGrp="1"/>
          </p:cNvSpPr>
          <p:nvPr>
            <p:ph idx="1"/>
          </p:nvPr>
        </p:nvSpPr>
        <p:spPr/>
        <p:txBody>
          <a:bodyPr/>
          <a:lstStyle/>
          <a:p>
            <a:pPr>
              <a:defRPr sz="1200"/>
            </a:pPr>
            <a:r>
              <a:t>- Studies show that the gender pay gap is influenced by factors such as discrimination, occupational segregation, and unequal access to advancement opportunities.</a:t>
            </a:r>
            <a:br/>
            <a:r>
              <a:t>- Research suggests that the gender pay gap is wider for women of color and older women, highlighting intersectional disparities in earnings.</a:t>
            </a:r>
            <a:br/>
            <a:r>
              <a:t>- Recent data indicates that the tech industry, in particular, faces significant challenges in closing the gender pay gap, with women often underrepresented in leadership roles and facing wage disparities compared to male counterparts.</a:t>
            </a:r>
            <a:br/>
            <a:r>
              <a:t>- Efforts to address the gender pay gap have included initiatives like pay transparency, salary audits, and advocacy for equal pay legislation.</a:t>
            </a:r>
            <a:br/>
            <a:br/>
            <a:r>
              <a:t>Sources: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Gender Pay Gap: Individuals, Organizations, Society</a:t>
            </a:r>
          </a:p>
        </p:txBody>
      </p:sp>
      <p:sp>
        <p:nvSpPr>
          <p:cNvPr id="3" name="Content Placeholder 2"/>
          <p:cNvSpPr>
            <a:spLocks noGrp="1"/>
          </p:cNvSpPr>
          <p:nvPr>
            <p:ph idx="1"/>
          </p:nvPr>
        </p:nvSpPr>
        <p:spPr/>
        <p:txBody>
          <a:bodyPr/>
          <a:lstStyle/>
          <a:p>
            <a:pPr>
              <a:defRPr sz="1200"/>
            </a:pPr>
            <a:r>
              <a:t>- Pay transparency initiatives involve making salary information openly available to employees, promoting fairness and equality in compensation.</a:t>
            </a:r>
            <a:br/>
            <a:r>
              <a:t>- Increased transparency in pay practices has been shown to help close the gender pay gap between men and women.</a:t>
            </a:r>
            <a:br/>
            <a:r>
              <a:t>- Research supports the idea that pay transparency can lead to more equitable pay practices and contribute to narrowing the wage gap.</a:t>
            </a:r>
            <a:br/>
            <a:r>
              <a:t>- Making salary information transparent can empower employees to advocate for equal pay and hold organizations accountable for fair compensation practices.</a:t>
            </a:r>
            <a:br/>
            <a:br/>
            <a:r>
              <a:t>Sources: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Progress and Challenges in Gender Pay Gap</a:t>
            </a:r>
          </a:p>
        </p:txBody>
      </p:sp>
      <p:sp>
        <p:nvSpPr>
          <p:cNvPr id="3" name="Content Placeholder 2"/>
          <p:cNvSpPr>
            <a:spLocks noGrp="1"/>
          </p:cNvSpPr>
          <p:nvPr>
            <p:ph idx="1"/>
          </p:nvPr>
        </p:nvSpPr>
        <p:spPr/>
        <p:txBody>
          <a:bodyPr/>
          <a:lstStyle/>
          <a:p>
            <a:pPr>
              <a:defRPr sz="1200"/>
            </a:pPr>
            <a:r>
              <a:t>- Unconscious bias training helps employees recognize and address implicit biases that may impact decision-making processes in the workplace.</a:t>
            </a:r>
            <a:br/>
            <a:r>
              <a:t>- By increasing awareness of unconscious biases, organizations can create a more inclusive environment that values diversity and fosters equal opportunities for all employees.</a:t>
            </a:r>
            <a:br/>
            <a:r>
              <a:t>- Research indicates that unconscious bias training can lead to improved teamwork, decision-making, and overall organizational performance.</a:t>
            </a:r>
            <a:br/>
            <a:r>
              <a:t>- Implementing unconscious bias training programs can enhance employee engagement and satisfaction, contributing to a more positive work culture.</a:t>
            </a:r>
            <a:br/>
            <a:br/>
            <a:r>
              <a:t>Sources: [50]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Diversity and Inclusion in Workplace</a:t>
            </a:r>
          </a:p>
        </p:txBody>
      </p:sp>
      <p:sp>
        <p:nvSpPr>
          <p:cNvPr id="3" name="Content Placeholder 2"/>
          <p:cNvSpPr>
            <a:spLocks noGrp="1"/>
          </p:cNvSpPr>
          <p:nvPr>
            <p:ph idx="1"/>
          </p:nvPr>
        </p:nvSpPr>
        <p:spPr/>
        <p:txBody>
          <a:bodyPr/>
          <a:lstStyle/>
          <a:p>
            <a:pPr>
              <a:defRPr sz="1200"/>
            </a:pPr>
            <a:r>
              <a:t>- Work-life balance programs may also include mental health resources, fitness classes, and stress management workshops to support employees in achieving a healthy work-life balance.</a:t>
            </a:r>
            <a:br/>
            <a:r>
              <a:t>- These initiatives can lead to reduced absenteeism, lower turnover rates, and increased job satisfaction among employees.</a:t>
            </a:r>
            <a:br/>
            <a:r>
              <a:t>- Research suggests that companies that prioritize work-life balance programs tend to have a more engaged and motivated workforce, resulting in higher levels of productivity and innovation.</a:t>
            </a:r>
            <a:br/>
            <a:r>
              <a:t>- By fostering a culture that values work-life balance, organizations can attract and retain top talent, ultimately gaining a competitive edge in the market.</a:t>
            </a:r>
            <a:br/>
            <a:br/>
            <a:r>
              <a:t>Sources: [51]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Inclusive Workplace Culture</a:t>
            </a:r>
          </a:p>
        </p:txBody>
      </p:sp>
      <p:sp>
        <p:nvSpPr>
          <p:cNvPr id="3" name="Content Placeholder 2"/>
          <p:cNvSpPr>
            <a:spLocks noGrp="1"/>
          </p:cNvSpPr>
          <p:nvPr>
            <p:ph idx="1"/>
          </p:nvPr>
        </p:nvSpPr>
        <p:spPr/>
        <p:txBody>
          <a:bodyPr/>
          <a:lstStyle/>
          <a:p>
            <a:pPr>
              <a:defRPr sz="1200"/>
            </a:pPr>
            <a:r>
              <a:t>- Studies have shown that organizations with diverse and inclusive workplace cultures are more likely to outperform their competitors, leading to greater financial success and long-term sustainability.</a:t>
            </a:r>
            <a:br/>
            <a:r>
              <a:t>- Inclusive workplace cultures that value diversity have been linked to higher levels of employee engagement, retention, and overall job satisfaction.</a:t>
            </a:r>
            <a:br/>
            <a:r>
              <a:t>- Research indicates that companies with diverse leadership teams are better equipped to make informed decisions and drive innovation, resulting in a competitive advantage in the market.</a:t>
            </a:r>
            <a:br/>
            <a:r>
              <a:t>- Implementing diversity and inclusion initiatives can help organizations attract a wider pool of talent, enhance their employer brand, and build stronger relationships with customers and stakeholders.</a:t>
            </a:r>
            <a:br/>
            <a:br/>
            <a:r>
              <a:t>Sources: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Overcoming Diversity Challenges in the Workplace</a:t>
            </a:r>
          </a:p>
        </p:txBody>
      </p:sp>
      <p:sp>
        <p:nvSpPr>
          <p:cNvPr id="3" name="Content Placeholder 2"/>
          <p:cNvSpPr>
            <a:spLocks noGrp="1"/>
          </p:cNvSpPr>
          <p:nvPr>
            <p:ph idx="1"/>
          </p:nvPr>
        </p:nvSpPr>
        <p:spPr/>
        <p:txBody>
          <a:bodyPr/>
          <a:lstStyle/>
          <a:p>
            <a:pPr>
              <a:defRPr sz="1200"/>
            </a:pPr>
            <a:r>
              <a:t>- Gender bias in hiring practices can lead to a lack of gender diversity in the workplace and reinforce harmful gender stereotypes.</a:t>
            </a:r>
            <a:br/>
            <a:r>
              <a:t>- Unconscious biases during recruitment processes can result in preferential treatment towards certain genders and hinder the promotion of a truly inclusive work environment.</a:t>
            </a:r>
            <a:br/>
            <a:r>
              <a:t>- Addressing gender bias in hiring is crucial for organizations to create equal opportunities for all candidates and foster a diverse workforce.</a:t>
            </a:r>
            <a:br/>
            <a:r>
              <a:t>- Research suggests that implementing gender-neutral recruitment practices and promoting awareness of biases can help mitigate the impact of gender bias in hiring processes.</a:t>
            </a:r>
            <a:br/>
            <a:br/>
            <a:r>
              <a:t>Sources: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Work-Life Balance Programs on Gender Equality</a:t>
            </a:r>
          </a:p>
        </p:txBody>
      </p:sp>
      <p:sp>
        <p:nvSpPr>
          <p:cNvPr id="3" name="Content Placeholder 2"/>
          <p:cNvSpPr>
            <a:spLocks noGrp="1"/>
          </p:cNvSpPr>
          <p:nvPr>
            <p:ph idx="1"/>
          </p:nvPr>
        </p:nvSpPr>
        <p:spPr/>
        <p:txBody>
          <a:bodyPr/>
          <a:lstStyle/>
          <a:p>
            <a:pPr>
              <a:defRPr sz="1200"/>
            </a:pPr>
            <a:r>
              <a:t>- Work-life balance programs can help reduce the gender pay gap by providing support for employees with caregiving responsibilities, allowing both men and women to balance work and family obligations effectively.</a:t>
            </a:r>
            <a:br/>
            <a:r>
              <a:t>- Research shows that companies with work-life balance initiatives have higher employee retention rates and increased productivity, indicating the positive impact of these programs on organizational success.</a:t>
            </a:r>
            <a:br/>
            <a:r>
              <a:t>- Studies have found that work-life balance programs contribute to a more diverse and inclusive workplace culture, leading to higher levels of employee satisfaction and engagement.</a:t>
            </a:r>
            <a:br/>
            <a:r>
              <a:t>- Implementing work-life balance programs not only benefits individual employees but also contributes to creating a more equitable and supportive environment for all workers, regardless of gender.</a:t>
            </a:r>
            <a:br/>
            <a:br/>
            <a:r>
              <a:t>Sources: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Promoting Gender Equality Through Pay Transparency</a:t>
            </a:r>
          </a:p>
        </p:txBody>
      </p:sp>
      <p:sp>
        <p:nvSpPr>
          <p:cNvPr id="3" name="Content Placeholder 2"/>
          <p:cNvSpPr>
            <a:spLocks noGrp="1"/>
          </p:cNvSpPr>
          <p:nvPr>
            <p:ph idx="1"/>
          </p:nvPr>
        </p:nvSpPr>
        <p:spPr/>
        <p:txBody>
          <a:bodyPr/>
          <a:lstStyle/>
          <a:p>
            <a:pPr>
              <a:defRPr sz="1200"/>
            </a:pPr>
            <a:r>
              <a:t>- Pay transparency initiatives have been shown to reduce gender pay gaps by providing employees with clear visibility into salary information, helping to ensure fair compensation regardless of gender.</a:t>
            </a:r>
            <a:br/>
            <a:r>
              <a:t>- Research indicates that companies that implement pay transparency initiatives experience higher levels of employee trust, which in turn enhances job satisfaction and overall employee morale.</a:t>
            </a:r>
            <a:br/>
            <a:r>
              <a:t>- Visible salary information not only addresses gender pay disparities but also fosters a more equitable work environment, promoting diversity and inclusion within organizations.</a:t>
            </a:r>
            <a:br/>
            <a:r>
              <a:t>- Studies have found that pay transparency can lead to increased organizational transparency, accountability, and fairness in compensation practices, ultimately contributing to a more positive workplace culture.</a:t>
            </a:r>
            <a:br/>
            <a:br/>
            <a:r>
              <a:t>Sources: [55]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[48] Gender Pay Gap Statistics and Trends - https://www.pewresearch.org/fact-tank/2021/03/16/gender-pay-gap-facts/</a:t>
            </a:r>
            <a:br/>
            <a:r>
              <a:t>[49] The Rise of Pay Transparency Initiatives in the Workplace - https://www.shrm.org/resourcesandtools/hr-topics/compensation/pages/pay-transparency.aspx</a:t>
            </a:r>
            <a:br/>
            <a:r>
              <a:t>[50] Unconscious Bias Training in the Workplace - https://www.forbes.com/sites/forbeshumanresourcescouncil/2021/03/18/why-unconscious-bias-training-is-essential-for-an-inclusive-workplace/?sh=1d27b0f57b9b</a:t>
            </a:r>
            <a:br/>
            <a:r>
              <a:t>[51] Work-Life Balance Programs in the Workplace - https://www.forbes.com/sites/forbeshumanresourcescouncil/2021/03/08/10-ways-to-promote-work-life-balance-in-your-organization/?sh=6d6f3c8c6d0d</a:t>
            </a:r>
            <a:br/>
            <a:r>
              <a:t>[52] The Importance of Diversity and Inclusion Initiatives in the Workplace - https://www.forbes.com/sites/forbeshumanresourcescouncil/2019/10/30/why-diversity-and-inclusion-initiatives-fail-and-how-to-ensure-they-succeed/</a:t>
            </a:r>
            <a:br/>
            <a:r>
              <a:t>[53] Gender Bias in Hiring Practices - https://hbr.org/2019/07/why-women-dont-apply-for-jobs-unless-theyre-100-qualified</a:t>
            </a:r>
            <a:br/>
            <a:r>
              <a:t>[54] The Impact of Work-Life Balance Programs on Gender Equality in the Workplace - https://www.shrm.org/resourcesandtools/tools-and-samples/toolkits/pages/understandingandmanagingwork-lifebalance.aspx</a:t>
            </a:r>
            <a:br/>
            <a:r>
              <a:t>[55] The Benefits of Pay Transparency Initiatives in the Workplace - https://www.forbes.com/sites/forbeshumanresourcescouncil/2021/03/18/how-pay-transparency-can-help-close-the-gender-pay-gap/?sh=7b9d3c8b4d4d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