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AI and Machine Learning Applications in Public Health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Artificial Intelligence &amp; Machine Learning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aids in early detection of diseases and monitors the spread of infections in public health crises.</a:t>
            </a:r>
            <a:br/>
            <a:r>
              <a:t>- It plays a crucial role in developing effective response strategies for managing health emergencies.</a:t>
            </a:r>
            <a:br/>
            <a:r>
              <a:t>- AI technology assists in resource allocation, risk assessment, and communication with the public during public health crises.</a:t>
            </a:r>
            <a:br/>
            <a:r>
              <a:t>- Overall, AI enhances the efficiency and effectiveness of managing public health crises by analyzing data, predicting outbreaks, and guiding decision-making processes.</a:t>
            </a:r>
            <a:br/>
            <a:br/>
            <a:r>
              <a:t>Sources: [16]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AI in Disease Outbreak Tracking &amp;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Privacy concerns in AI applications for public health crises stem from the collection and sharing of sensitive health data, requiring robust safeguards to protect individuals' information.</a:t>
            </a:r>
            <a:br/>
            <a:r>
              <a:t>- Security issues in AI usage involve safeguarding health data from cyber threats to prevent unauthorized access or breaches that could compromise public health information integrity.</a:t>
            </a:r>
            <a:br/>
            <a:br/>
            <a:r>
              <a:t>Sources: [17]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Slide Title: Data Analysis in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Data visualization enables public health officials to quickly identify trends, patterns, and outliers in data related to disease outbreaks, resource allocation, and intervention effectiveness.</a:t>
            </a:r>
            <a:br/>
            <a:r>
              <a:t>- Visual representations like charts, graphs, and maps provide clear insights into complex data, aiding decision-makers in making informed choices for more efficient crisis management strategies.</a:t>
            </a:r>
            <a:br/>
            <a:br/>
            <a:r>
              <a:t>Sources: [18]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Disease Prediction with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Machine learning algorithms analyze data from sources like social media, climate data, and healthcare records to predict infectious disease outbreaks.</a:t>
            </a:r>
            <a:br/>
            <a:r>
              <a:t>- These algorithms can detect patterns and trends that signal the likelihood of an outbreak, enabling proactive measures to prevent or control the spread of the disease.</a:t>
            </a:r>
            <a:br/>
            <a:br/>
            <a:r>
              <a:t>Sources: [19]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Machine Learning for Early Disease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Machine learning algorithms analyze vast amounts of data quickly and accurately</a:t>
            </a:r>
            <a:br/>
            <a:r>
              <a:t>- Early disease detection through identification of patterns and trends</a:t>
            </a:r>
            <a:br/>
            <a:r>
              <a:t>- Timely interventions based on disease presence indications</a:t>
            </a:r>
            <a:br/>
            <a:r>
              <a:t>- Continuous improvement in accuracy over time for ongoing disease surveillance</a:t>
            </a:r>
            <a:br/>
            <a:r>
              <a:t>- Machine learning enables public health officials to potentially detect and respond to outbreaks more quickly, aiding in preventing further spread of diseases.</a:t>
            </a:r>
            <a:br/>
            <a:br/>
            <a:r>
              <a:t>Sources: [20]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Title: AI-Powered Contact Tracing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can help in identifying potential contacts of infected individuals more efficiently and accurately</a:t>
            </a:r>
            <a:br/>
            <a:r>
              <a:t>- Utilizing AI technology in contact tracing can lead to faster containment of the disease spread</a:t>
            </a:r>
            <a:br/>
            <a:r>
              <a:t>- AI-powered contact tracing enhances the ability to track and monitor the movements of individuals who may have been exposed to the virus</a:t>
            </a:r>
            <a:br/>
            <a:r>
              <a:t>- Implementing AI algorithms in contact tracing processes can significantly improve the overall effectiveness and speed of response efforts</a:t>
            </a:r>
            <a:br/>
            <a:br/>
            <a:r>
              <a:t>Sources: [21]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Effective Data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Visual representations such as charts, graphs, maps, and dashboards aid in identifying trends, patterns, and correlations in public health data for effective crisis analysis</a:t>
            </a:r>
            <a:br/>
            <a:r>
              <a:t>- Data visualization helps in making informed decisions, facilitating effective communication of findings, and guiding response strategies during public health crises</a:t>
            </a:r>
            <a:br/>
            <a:br/>
            <a:r>
              <a:t>Sources: [22]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Ethical Challenges in AI for Crisis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AI-driven decision support systems analyze large data sets to provide real-time insights and recommendations for decision-makers in public health emergencies.</a:t>
            </a:r>
            <a:br/>
            <a:r>
              <a:t>- These systems assist in predicting disease outbreaks, optimizing resource allocation, and identifying high-risk populations during crises.</a:t>
            </a:r>
            <a:br/>
            <a:r>
              <a:t>- Benefits of using AI in public health emergencies include faster response times, improved decision-making accuracy, and efficient resource utilization.</a:t>
            </a:r>
            <a:br/>
            <a:r>
              <a:t>- Applications of AI-driven decision support systems in public health emergencies include outbreak prediction, contact tracing, and resource management.</a:t>
            </a:r>
            <a:br/>
            <a:br/>
            <a:r>
              <a:t>Sources: [23]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[16] The Role of Artificial Intelligence in Public Health Crises Management - https://www.ncbi.nlm.nih.gov/pmc/articles/PMC7320925/</a:t>
            </a:r>
            <a:br/>
            <a:r>
              <a:t>[17] Ethical Implications of AI in Public Health Crises - https://www.ncbi.nlm.nih.gov/pmc/articles/PMC7212480/</a:t>
            </a:r>
            <a:br/>
            <a:r>
              <a:t>[18] The Importance of Data Visualization in Public Health Crisis Analysis - https://www.ncbi.nlm.nih.gov/pmc/articles/PMC7140617/</a:t>
            </a:r>
            <a:br/>
            <a:r>
              <a:t>[19] Machine Learning for Predicting Infectious Disease Outbreaks - https://www.ncbi.nlm.nih.gov/pmc/articles/PMC7030633/</a:t>
            </a:r>
            <a:br/>
            <a:r>
              <a:t>[20] Machine Learning Algorithms for Early Disease Detection - https://www.ncbi.nlm.nih.gov/pmc/articles/PMC5554043/</a:t>
            </a:r>
            <a:br/>
            <a:r>
              <a:t>[21] How AI is Revolutionizing Public Health Crises Management - https://www.weforum.org/agenda/2020/05/how-ai-is-revolutionizing-public-health-crises-management/</a:t>
            </a:r>
            <a:br/>
            <a:r>
              <a:t>[22] The Power of Data Visualization in Public Health Crisis Analysis - https://www.ncbi.nlm.nih.gov/pmc/articles/PMC7023124/</a:t>
            </a:r>
            <a:br/>
            <a:r>
              <a:t>[23] The Role of AI-Driven Decision Support Systems in Public Health Emergencies - https://www.ncbi.nlm.nih.gov/pmc/articles/PMC6634966/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