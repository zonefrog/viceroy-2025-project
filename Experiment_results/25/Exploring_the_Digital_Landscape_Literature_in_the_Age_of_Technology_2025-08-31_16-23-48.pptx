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Exploring the Digital Landscape: Literature in the Age of Technology</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Evolution of Digital Literature Forms</a:t>
            </a:r>
          </a:p>
        </p:txBody>
      </p:sp>
      <p:sp>
        <p:nvSpPr>
          <p:cNvPr id="3" name="Content Placeholder 2"/>
          <p:cNvSpPr>
            <a:spLocks noGrp="1"/>
          </p:cNvSpPr>
          <p:nvPr>
            <p:ph idx="1"/>
          </p:nvPr>
        </p:nvSpPr>
        <p:spPr/>
        <p:txBody>
          <a:bodyPr/>
          <a:lstStyle/>
          <a:p>
            <a:pPr>
              <a:defRPr sz="1200"/>
            </a:pPr>
            <a:r>
              <a:t>- Online book clubs play a significant role in modern literature, providing a platform for readers to engage with each other, authors, and literary works.</a:t>
            </a:r>
            <a:br/>
            <a:r>
              <a:t>- These virtual communities foster discussions, share perspectives, and contribute to the promotion of diverse voices and genres.</a:t>
            </a:r>
            <a:br/>
            <a:r>
              <a:t>- Readers participating in online book clubs can engage in literary analysis, explore new titles, and connect with like-minded individuals, shaping the contemporary literary landscape.</a:t>
            </a:r>
            <a:br/>
            <a:br/>
            <a:r>
              <a:t>Sources: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Engaging Interactive Storytelling &amp; Multimedia in Literature</a:t>
            </a:r>
          </a:p>
        </p:txBody>
      </p:sp>
      <p:sp>
        <p:nvSpPr>
          <p:cNvPr id="3" name="Content Placeholder 2"/>
          <p:cNvSpPr>
            <a:spLocks noGrp="1"/>
          </p:cNvSpPr>
          <p:nvPr>
            <p:ph idx="1"/>
          </p:nvPr>
        </p:nvSpPr>
        <p:spPr/>
        <p:txBody>
          <a:bodyPr/>
          <a:lstStyle/>
          <a:p>
            <a:pPr>
              <a:defRPr sz="1200"/>
            </a:pPr>
            <a:r>
              <a:t>- Self-publishing allows authors to retain creative control and receive higher royalties compared to traditional publishing contracts.</a:t>
            </a:r>
            <a:br/>
            <a:r>
              <a:t>- Authors can easily update and revise their self-published works based on reader feedback or market trends.</a:t>
            </a:r>
            <a:br/>
            <a:r>
              <a:t>- Self-publishing platforms offer tools and resources for authors to track sales, monitor reader engagement, and optimize marketing strategies.</a:t>
            </a:r>
            <a:br/>
            <a:r>
              <a:t>- Successful self-published authors often leverage their online presence and reader communities to build a loyal fan base and expand their reach.</a:t>
            </a:r>
            <a:br/>
            <a:br/>
            <a:r>
              <a:t>Sources: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Diverse Voices in Online Publishing</a:t>
            </a:r>
          </a:p>
        </p:txBody>
      </p:sp>
      <p:sp>
        <p:nvSpPr>
          <p:cNvPr id="3" name="Content Placeholder 2"/>
          <p:cNvSpPr>
            <a:spLocks noGrp="1"/>
          </p:cNvSpPr>
          <p:nvPr>
            <p:ph idx="1"/>
          </p:nvPr>
        </p:nvSpPr>
        <p:spPr/>
        <p:txBody>
          <a:bodyPr/>
          <a:lstStyle/>
          <a:p>
            <a:pPr>
              <a:defRPr sz="1200"/>
            </a:pPr>
            <a:r>
              <a:t>- Online book clubs provide readers with a platform to engage in literary discussions, share insights, and discover new books</a:t>
            </a:r>
            <a:br/>
            <a:r>
              <a:t>- Virtual communities offer a space for readers to connect with like-minded individuals, explore diverse perspectives, and delve deeper into the themes and characters of various literary works</a:t>
            </a:r>
            <a:br/>
            <a:r>
              <a:t>- Readers can participate in discussions, author Q&amp;A sessions, and book recommendations within online book clubs</a:t>
            </a:r>
            <a:br/>
            <a:r>
              <a:t>- These platforms foster a sense of community among readers and create opportunities for networking and collaboration in the literary world</a:t>
            </a:r>
            <a:br/>
            <a:br/>
            <a:r>
              <a:t>Sources: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Rise of Digital Reading: E-books, Audiobooks, Online Platforms</a:t>
            </a:r>
          </a:p>
        </p:txBody>
      </p:sp>
      <p:sp>
        <p:nvSpPr>
          <p:cNvPr id="3" name="Content Placeholder 2"/>
          <p:cNvSpPr>
            <a:spLocks noGrp="1"/>
          </p:cNvSpPr>
          <p:nvPr>
            <p:ph idx="1"/>
          </p:nvPr>
        </p:nvSpPr>
        <p:spPr/>
        <p:txBody>
          <a:bodyPr/>
          <a:lstStyle/>
          <a:p>
            <a:pPr>
              <a:defRPr sz="2400"/>
            </a:pPr>
            <a:r>
              <a:t>- Online reviews can significantly impact a book's success by influencing readers' purchasing decisions, creating buzz, and generating interest in a book.</a:t>
            </a:r>
            <a:br/>
            <a:r>
              <a:t>- Authors and publishers often rely on online reviews to gauge the reception of their work and make improvements for future projects.</a:t>
            </a:r>
            <a:br/>
            <a:br/>
            <a:r>
              <a:t>Sources: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Shift in Reading Preferences in Digital Age</a:t>
            </a:r>
          </a:p>
        </p:txBody>
      </p:sp>
      <p:sp>
        <p:nvSpPr>
          <p:cNvPr id="3" name="Content Placeholder 2"/>
          <p:cNvSpPr>
            <a:spLocks noGrp="1"/>
          </p:cNvSpPr>
          <p:nvPr>
            <p:ph idx="1"/>
          </p:nvPr>
        </p:nvSpPr>
        <p:spPr/>
        <p:txBody>
          <a:bodyPr/>
          <a:lstStyle/>
          <a:p>
            <a:pPr>
              <a:defRPr sz="2400"/>
            </a:pPr>
            <a:r>
              <a:t>- Audiobooks allow for multitasking while consuming literature, providing accessibility and convenience to listeners.</a:t>
            </a:r>
            <a:br/>
            <a:r>
              <a:t>- The incorporation of voice acting and sound effects in audiobooks enhances the overall storytelling experience, creating a more immersive narrative for the audience.</a:t>
            </a:r>
            <a:br/>
            <a:br/>
            <a:r>
              <a:t>Sources: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Impact of Technology on Reading Behavior"</a:t>
            </a:r>
          </a:p>
        </p:txBody>
      </p:sp>
      <p:sp>
        <p:nvSpPr>
          <p:cNvPr id="3" name="Content Placeholder 2"/>
          <p:cNvSpPr>
            <a:spLocks noGrp="1"/>
          </p:cNvSpPr>
          <p:nvPr>
            <p:ph idx="1"/>
          </p:nvPr>
        </p:nvSpPr>
        <p:spPr/>
        <p:txBody>
          <a:bodyPr/>
          <a:lstStyle/>
          <a:p>
            <a:pPr>
              <a:defRPr sz="1200"/>
            </a:pPr>
            <a:r>
              <a:t>- E-readers have revolutionized reading habits by providing easy access to a wide range of books in a single device, catering to the convenience-seeking digital readers.</a:t>
            </a:r>
            <a:br/>
            <a:r>
              <a:t>- Online platforms for e-books offer a vast selection of titles, allowing readers to explore different genres and authors with just a few clicks.</a:t>
            </a:r>
            <a:br/>
            <a:r>
              <a:t>- The availability of audiobooks has expanded the audience for literature, attracting individuals who prefer listening to stories while engaging in other activities.</a:t>
            </a:r>
            <a:br/>
            <a:r>
              <a:t>- Technology has not only changed how literature is consumed but has also influenced where and when people choose to read, shaping modern reading behaviors in the digital age.</a:t>
            </a:r>
            <a:br/>
            <a:br/>
            <a:r>
              <a:t>Sources: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"Self-Publishing: Control, Royalties, Global Reach"</a:t>
            </a:r>
          </a:p>
        </p:txBody>
      </p:sp>
      <p:sp>
        <p:nvSpPr>
          <p:cNvPr id="3" name="Content Placeholder 2"/>
          <p:cNvSpPr>
            <a:spLocks noGrp="1"/>
          </p:cNvSpPr>
          <p:nvPr>
            <p:ph idx="1"/>
          </p:nvPr>
        </p:nvSpPr>
        <p:spPr/>
        <p:txBody>
          <a:bodyPr/>
          <a:lstStyle/>
          <a:p>
            <a:pPr>
              <a:defRPr sz="1200"/>
            </a:pPr>
            <a:r>
              <a:t>- Self-publishing offers authors the control to make decisions on editing, cover design, and marketing strategies, empowering them to shape their work according to their vision.</a:t>
            </a:r>
            <a:br/>
            <a:r>
              <a:t>- Authors can earn higher royalties through self-publishing compared to traditional publishing deals, allowing them to retain a larger share of the profits from their book sales.</a:t>
            </a:r>
            <a:br/>
            <a:r>
              <a:t>- The global reach of self-publishing platforms like Amazon Kindle Direct Publishing enables authors to connect with readers worldwide, breaking down geographical barriers and expanding their audience.</a:t>
            </a:r>
            <a:br/>
            <a:r>
              <a:t>- Self-publishing provides authors with the opportunity to experiment with various pricing strategies, marketing techniques, and genres, fostering creativity and innovation in the literary landscape.</a:t>
            </a:r>
            <a:br/>
            <a:br/>
            <a:r>
              <a:t>Sources: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"Social Media Promotion Strategies for Literature"</a:t>
            </a:r>
          </a:p>
        </p:txBody>
      </p:sp>
      <p:sp>
        <p:nvSpPr>
          <p:cNvPr id="3" name="Content Placeholder 2"/>
          <p:cNvSpPr>
            <a:spLocks noGrp="1"/>
          </p:cNvSpPr>
          <p:nvPr>
            <p:ph idx="1"/>
          </p:nvPr>
        </p:nvSpPr>
        <p:spPr/>
        <p:txBody>
          <a:bodyPr/>
          <a:lstStyle/>
          <a:p>
            <a:pPr>
              <a:defRPr sz="1200"/>
            </a:pPr>
            <a:r>
              <a:t>- Authors can utilize social media platforms like Facebook, Twitter, Instagram, and Goodreads to directly engage with readers, share updates on their work, run contests, and participate in book discussions, enhancing their visibility and connecting with a broader audience.</a:t>
            </a:r>
            <a:br/>
            <a:r>
              <a:t>- Social media enables authors to build a loyal fan base by leveraging interactive features, such as live videos, Q&amp;A sessions, and behind-the-scenes content, fostering a sense of community and personal connection with readers.</a:t>
            </a:r>
            <a:br/>
            <a:r>
              <a:t>- Collaborating with influencers and book bloggers on social media can amplify book promotion efforts, as their recommendations and reviews can significantly impact readers' purchasing decisions and increase book visibility.</a:t>
            </a:r>
            <a:br/>
            <a:r>
              <a:t>- Virtual book events, where authors engage with readers through online platforms, provide opportunities to showcase book covers, share excerpts, and receive real-time feedback, creating buzz and generating interest in new releases.</a:t>
            </a:r>
            <a:br/>
            <a:br/>
            <a:r>
              <a:t>Sources: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[24] The Influence of Online Book Clubs on Modern Literature - https://www.publishersweekly.com/pw/by-topic/industry-news/tip-sheet/article/83944-how-online-book-clubs-are-shaping-the-future-of-literature.html</a:t>
            </a:r>
            <a:br/>
            <a:r>
              <a:t>[25] The Rise of Self-Publishing in the Digital Age - https://www.theguardian.com/books/2019/jul/25/self-publishing-boom-lifts-sales-by-79m-in-a-year</a:t>
            </a:r>
            <a:br/>
            <a:r>
              <a:t>[26] The Impact of Online Book Clubs on Modern Literature - https://bookriot.com/online-book-clubs/</a:t>
            </a:r>
            <a:br/>
            <a:r>
              <a:t>[27] The Importance of Online Reviews in the Literary World - https://www.forbes.com/sites/jimmyrohampton/2021/09/20/why-online-reviews-are-so-important-in-the-literary-world/?sh=2a7e8f7b5e0f</a:t>
            </a:r>
            <a:br/>
            <a:r>
              <a:t>[28] The Influence of Audiobooks on Storytelling in the Digital Age - https://www.theguardian.com/books/2019/jun/06/audiobooks-are-audio-visual-literature-how-do-they-affect-our-brains</a:t>
            </a:r>
            <a:br/>
            <a:r>
              <a:t>[29] The Evolution of Literature in the Digital Age - https://www.publishersweekly.com/pw/by-topic/digital/content-and-e-books/article/69972-the-evolution-of-the-digital-age-of-publishing.html</a:t>
            </a:r>
            <a:br/>
            <a:r>
              <a:t>[30] The Benefits of Self-Publishing in the Digital Age - https://www.forbes.com/sites/jaymcgregor/2021/02/23/is-self-publishing-the-future-of-the-publishing-industry/?sh=7d0c5b0e1e1b</a:t>
            </a:r>
            <a:br/>
            <a:r>
              <a:t>[31] The Power of Social Media in Book Promotion - https://www.janefriedman.com/social-media-for-authors/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