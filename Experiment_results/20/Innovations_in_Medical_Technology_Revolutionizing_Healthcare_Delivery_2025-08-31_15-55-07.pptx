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Innovations in Medical Technology: Revolutionizing Healthcare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Medical Imaging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AI in genetic testing utilizes machine learning algorithms to analyze large amounts of genetic data for disease risk assessment.</a:t>
            </a:r>
            <a:br/>
            <a:r>
              <a:t>- Precision medicine, enabled by AI, allows healthcare providers to customize treatment plans based on individual genetic profiles for more effective therapies.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Advantages of Robotic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Robotic surgery offers benefits such as smaller incisions, faster recovery times, reduced pain, scarring, blood loss, and shorter hospital stays.</a:t>
            </a:r>
            <a:br/>
            <a:r>
              <a:t>- Surgeons have enhanced precision and control during procedures with robotic systems, leading to improved outcomes for patients.</a:t>
            </a:r>
            <a:br/>
            <a:r>
              <a:t>- Patients experience reduced pain, scarring, blood loss, and shorter hospital stays with robotic surgery.</a:t>
            </a:r>
            <a:br/>
            <a:r>
              <a:t>- Robotic surgery allows for improved outcomes for patients due to enhanced surgical techniques.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Virtual Reality in Medical Training: Enhancing Healthcare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VR simulations in medical training provide a safe environment for practicing procedures and surgeries, enhancing skills and confidence before real patient interactions.</a:t>
            </a:r>
            <a:br/>
            <a:r>
              <a:t>- The immersive nature of VR technology allows for a realistic learning experience, enabling students and healthcare professionals to better understand complex anatomical concepts and medical scenarios.</a:t>
            </a:r>
            <a:br/>
            <a:r>
              <a:t>- Incorporating VR into medical training programs prepares future healthcare providers for the challenges they will face in their careers by offering hands-on, engaging experiences.</a:t>
            </a:r>
            <a:br/>
            <a:r>
              <a:t>- VR technology in medical training enhances the overall educational experience by providing risk-free practice environments and improving the quality of healthcare education.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Wearable Technology in Patient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Wearable technology enables healthcare providers to continuously monitor patients' vital signs, activity levels, and other health metrics in real-time, facilitating early detection of health issues and personalized care plans.</a:t>
            </a:r>
            <a:br/>
            <a:r>
              <a:t>- Remote monitoring through wearable technology allows for seamless data collection and analysis, enhancing patient engagement and empowerment through self-monitoring.</a:t>
            </a:r>
            <a:br/>
            <a:r>
              <a:t>- The data collected from wearable devices can be used to create personalized care plans based on individual health trends and patterns, improving overall patient outcomes and quality of care.</a:t>
            </a:r>
            <a:br/>
            <a:r>
              <a:t>- Wearable technology also promotes proactive healthcare management by providing actionable insights for both patients and healthcare providers, leading to better health outcomes and increased efficiency in healthcare delivery.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Nanotechnology for Precision Drug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Nanoparticles can be functionalized with targeting ligands to enhance specificity and efficiency in drug delivery to specific cells or tissues.</a:t>
            </a:r>
            <a:br/>
            <a:r>
              <a:t>- Liposomes offer a versatile drug delivery system capable of encapsulating both hydrophilic and hydrophobic drugs for targeted therapy.</a:t>
            </a:r>
            <a:br/>
            <a:r>
              <a:t>- Dendrimers provide a controlled release mechanism for drugs, allowing for precise dosing and sustained therapeutic effects.</a:t>
            </a:r>
            <a:br/>
            <a:r>
              <a:t>- Nanotubes can be engineered to deliver therapeutic agents directly into cells, offering a potential solution for intracellular drug delivery challenges.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Telemedicine Technology Advancements for Remote Healthcare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Telemedicine technology allows for secure transmission of patient data and medical records for remote consultations.</a:t>
            </a:r>
            <a:br/>
            <a:r>
              <a:t>- Remote monitoring devices, such as wearable sensors, can track vital signs and health metrics in real-time, providing valuable data to healthcare providers.</a:t>
            </a:r>
            <a:br/>
            <a:r>
              <a:t>- Telemedicine platforms often incorporate features like video conferencing, secure messaging, and electronic prescribing to facilitate virtual healthcare services.</a:t>
            </a:r>
            <a:br/>
            <a:r>
              <a:t>- Advances in telemedicine technology have led to the development of mobile health applications that enable patients to schedule appointments, access medical information, and receive personalized care plans remotely.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Personalized Healthcare Solutions with 3D Printing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- 3D printing technology allows for the customization of medical devices and implants to fit the unique anatomy of individual patients, ensuring better functionality and patient comfort.</a:t>
            </a:r>
            <a:br/>
            <a:r>
              <a:t>- The ability to create personalized prosthetics, implants, and medication through 3D printing reduces the risk of rejection and complications, leading to improved patient outcomes.</a:t>
            </a:r>
            <a:br/>
            <a:r>
              <a:t>- Precise models of organs or tissues produced via 3D printing aid in surgical planning by allowing healthcare providers to practice procedures and anticipate potential challenges before the actual operation.</a:t>
            </a:r>
            <a:br/>
            <a:r>
              <a:t>- Customized solutions using 3D printing technology in healthcare have been shown to enhance patient satisfaction, treatment effectiveness, and overall quality of care.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Analysis for Disease Risk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analysis in genetic testing enables the identification of complex genetic patterns associated with disease risk, providing valuable insights for preventive measures and personalized treatment strategies.</a:t>
            </a:r>
            <a:br/>
            <a:r>
              <a:t>- Machine learning algorithms in AI analysis can predict the likelihood of developing certain diseases based on an individual's genetic profile, allowing for early intervention and targeted healthcare interventions.</a:t>
            </a:r>
            <a:br/>
            <a:r>
              <a:t>- Precision medicine, facilitated by AI in genetic testing, tailors treatment plans to address specific genetic factors, optimizing therapeutic outcomes and minimizing adverse effects.</a:t>
            </a:r>
            <a:br/>
            <a:r>
              <a:t>- AI plays a crucial role in uncovering hidden correlations and genetic variations within large datasets, empowering healthcare providers to deliver more precise and individualized care for patients.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[31] The Role of AI in Genetic Testing and Personalized Medicine - https://www.ncbi.nlm.nih.gov/pmc/articles/PMC5903349/</a:t>
            </a:r>
            <a:br/>
            <a:r>
              <a:t>[32] Benefits of Robotic Surgery - https://www.hopkinsmedicine.org/health/treatment-tests-and-therapies/robotic-surgery</a:t>
            </a:r>
            <a:br/>
            <a:r>
              <a:t>[33] The Impact of Virtual Reality in Medical Training - https://www.ncbi.nlm.nih.gov/pmc/articles/PMC5428789/</a:t>
            </a:r>
            <a:br/>
            <a:r>
              <a:t>[34] The Role of Wearable Technology in Patient Monitoring - https://www.ncbi.nlm.nih.gov/pmc/articles/PMC6728366/</a:t>
            </a:r>
            <a:br/>
            <a:r>
              <a:t>[35] Nanotechnology Revolutionizing Drug Delivery Methods - https://www.ncbi.nlm.nih.gov/pmc/articles/PMC2673521/</a:t>
            </a:r>
            <a:br/>
            <a:r>
              <a:t>[36] Telemedicine Advancements: Improving Access to Healthcare - https://www.who.int/news-room/detail/20-01-2022-who-telemedicine-advancements-improve-access-to-healthcare</a:t>
            </a:r>
            <a:br/>
            <a:r>
              <a:t>[37] The Role of 3D Printing in Personalized Medicine - https://www.ncbi.nlm.nih.gov/pmc/articles/PMC6460868/</a:t>
            </a:r>
            <a:br/>
            <a:r>
              <a:t>[38] The Role of AI in Genetic Testing and Personalized Medicine: Enhancing Precision and Efficiency - https://www.nature.com/articles/s41598-019-38899-2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