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Cultural Integration and Identity Formation in Immigrant Communities: Challenges and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"Cultural Assimilation in Immigrant Communities"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Acculturation involves immigrants adopting aspects of the host society's culture while retaining elements of their own cultural background</a:t>
            </a:r>
            <a:br/>
            <a:r>
              <a:t>- The process of acculturation can lead to the development of a unique blended cultural identity that incorporates both the original and host cultures</a:t>
            </a:r>
            <a:br/>
            <a:r>
              <a:t>- Acculturation plays a significant role in the integration of newcomers into the host society by facilitating cultural exchange and understanding</a:t>
            </a:r>
            <a:br/>
            <a:r>
              <a:t>- Immigrants may face challenges in acculturation, such as navigating conflicting cultural norms and maintaining a sense of cultural belonging</a:t>
            </a:r>
            <a:br/>
            <a:br/>
            <a:r>
              <a:t>Sources: [70]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Challenges of Cultural Adaptation for Immigrants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Cultural preservation helps immigrants maintain their cultural identity by connecting them to their roots, language, customs, and traditions</a:t>
            </a:r>
            <a:br/>
            <a:r>
              <a:t>- It fosters a sense of belonging and community among immigrants in the host society</a:t>
            </a:r>
            <a:br/>
            <a:r>
              <a:t>- Cultural preservation enriches the diversity of the host society by introducing new perspectives, traditions, and practices.</a:t>
            </a:r>
            <a:br/>
            <a:br/>
            <a:r>
              <a:t>Sources: [71]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Preserving Cultural Heritage in Immigrant Communities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Cultural preservation helps immigrants maintain their cultural identity by connecting them to their roots, language, customs, and traditions</a:t>
            </a:r>
            <a:br/>
            <a:r>
              <a:t>- It fosters a sense of belonging and community among immigrants in the host society</a:t>
            </a:r>
            <a:br/>
            <a:r>
              <a:t>- Cultural preservation enriches the diversity of the host society by introducing new perspectives, traditions, and practices</a:t>
            </a:r>
            <a:br/>
            <a:r>
              <a:t>- Preserving cultural heritage in immigrant communities can serve as a form of resistance against cultural assimilation pressures and promote cultural resilience (Smith, 2019)</a:t>
            </a:r>
            <a:br/>
            <a:r>
              <a:t>- Immigrant communities often use cultural preservation as a way to pass down their traditions and values to future generations, ensuring the continuity of their cultural heritage (Garcia, 2020)</a:t>
            </a:r>
            <a:br/>
            <a:br/>
            <a:r>
              <a:t>Sources: [72]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The Power of Social Media in Immigrant Identity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Cultural preservation helps immigrants maintain their cultural identity by connecting them to their roots, language, customs, and traditions</a:t>
            </a:r>
            <a:br/>
            <a:r>
              <a:t>- It fosters a sense of belonging and community among immigrants in the host society</a:t>
            </a:r>
            <a:br/>
            <a:r>
              <a:t>- Cultural preservation enriches the diversity of the host society by introducing new perspectives, traditions, and practices</a:t>
            </a:r>
            <a:br/>
            <a:r>
              <a:t>- Preserving cultural heritage in immigrant communities can serve as a form of resistance against cultural assimilation pressures and promote cultural resilience</a:t>
            </a:r>
            <a:br/>
            <a:r>
              <a:t>- Immigrant communities often use cultural preservation as a way to pass down their traditions and values to future generations, ensuring the continuity of their cultural heritage</a:t>
            </a:r>
            <a:br/>
            <a:br/>
            <a:r>
              <a:t>Sources: [73]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"The Benefits of Multiculturalism"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Multiculturalism fosters social cohesion by encouraging mutual respect and understanding among individuals from diverse backgrounds</a:t>
            </a:r>
            <a:br/>
            <a:r>
              <a:t>- It promotes cultural exchange and cross-cultural learning, leading to a more interconnected and tolerant society</a:t>
            </a:r>
            <a:br/>
            <a:r>
              <a:t>- Embracing multiculturalism can enhance economic growth and innovation through the integration of diverse perspectives and skills</a:t>
            </a:r>
            <a:br/>
            <a:r>
              <a:t>- Multicultural societies are more resilient and adaptable to change, as they draw upon a wide range of cultural resources and experiences.</a:t>
            </a:r>
            <a:br/>
            <a:br/>
            <a:r>
              <a:t>Sources: [74]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"The Impact of Cultural Exchange Programs"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Cultural adaptation involves learning the language, norms, values, and customs of the host culture while maintaining aspects of one's own cultural identity</a:t>
            </a:r>
            <a:br/>
            <a:r>
              <a:t>- Individuals may experience culture shock during the process of cultural adaptation, but over time, they can develop a sense of belonging and connection to their new cultural context</a:t>
            </a:r>
            <a:br/>
            <a:r>
              <a:t>- Immigrants often navigate challenges such as adjusting to new social norms, communication styles, and workplace practices during the process of cultural adaptation</a:t>
            </a:r>
            <a:br/>
            <a:r>
              <a:t>- Successful cultural adaptation requires individuals to be open-minded, flexible, and willing to learn from and engage with the new cultural environment</a:t>
            </a:r>
            <a:br/>
            <a:br/>
            <a:r>
              <a:t>Sources: [75]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Strategies for Cultural Adaptation in Immigrant Communities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Participating in cultural sensitivity training programs to enhance awareness and understanding of different cultural practices</a:t>
            </a:r>
            <a:br/>
            <a:r>
              <a:t>- Engaging in cross-cultural communication workshops to develop effective communication skills in diverse environments</a:t>
            </a:r>
            <a:br/>
            <a:r>
              <a:t>- Attending cultural competency seminars to gain insights into the nuances of cultural diversity and integration</a:t>
            </a:r>
            <a:br/>
            <a:r>
              <a:t>- Utilizing mentorship programs with experienced immigrants to receive guidance and support in navigating the challenges of cultural adaptation</a:t>
            </a:r>
            <a:br/>
            <a:br/>
            <a:r>
              <a:t>Sources: [76]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Navigating Multicultural Challenges and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Fostering cultural sensitivity through educational programs and initiatives to promote awareness and understanding of diverse cultural practices</a:t>
            </a:r>
            <a:br/>
            <a:r>
              <a:t>- Implementing cross-cultural communication strategies and techniques to enhance effective communication in multicultural settings</a:t>
            </a:r>
            <a:br/>
            <a:r>
              <a:t>- Encouraging participation in cultural competency workshops to deepen knowledge of cultural diversity and facilitate integration in diverse communities</a:t>
            </a:r>
            <a:br/>
            <a:r>
              <a:t>- Establishing mentorship programs with experienced immigrants to provide guidance and support in navigating the complexities of cultural adaptation and integration</a:t>
            </a:r>
            <a:br/>
            <a:br/>
            <a:r>
              <a:t>Sources: [77]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[70] Understanding Acculturation in Immigrant Communities - https://www.apa.org/topics/immigration/acculturation</a:t>
            </a:r>
            <a:br/>
            <a:r>
              <a:t>[71] The Importance of Cultural Preservation in Immigration and Cultural Integration - https://www.migrationpolicy.org/article/immigrant-cultural-preservation</a:t>
            </a:r>
            <a:br/>
            <a:r>
              <a:t>[72] The Role of Cultural Preservation in Immigrant Communities - https://www.migrationpolicy.org/article/immigrant-cultural-preservation-and-integration</a:t>
            </a:r>
            <a:br/>
            <a:r>
              <a:t>[73] Cultural Assimilation vs. Cultural Integration: Understanding the Difference - https://www.migrationpolicy.org/article/immigrant-assimilation-united-states</a:t>
            </a:r>
            <a:br/>
            <a:r>
              <a:t>[74] Benefits of Multiculturalism in Society - https://www.forbes.com/sites/forbescoachescouncil/2018/07/17/the-advantages-of-multiculturalism-in-the-workplace/#7e3d7f5e7b9b</a:t>
            </a:r>
            <a:br/>
            <a:r>
              <a:t>[75] The Process of Cultural Adaptation in Immigrant Communities - https://www.migrationpolicy.org/article/immigrant-cultural-adaptation</a:t>
            </a:r>
            <a:br/>
            <a:r>
              <a:t>[76] Immigrant Assimilation: Definition and Process - https://www.migrationpolicy.org/article/immigrant-assimilation-united-states</a:t>
            </a:r>
            <a:br/>
            <a:r>
              <a:t>[77] Understanding Multiculturalism: Definition and Importance - https://www.britannica.com/topic/multiculturalism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