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Sustainable Agriculture: Cultivating a Healthy Future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Sustainable Agriculture: Definition and 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Sustainable agriculture promotes economic viability for farmers, supports local communities, and provides healthier food options for consumers.</a:t>
            </a:r>
            <a:br/>
            <a:r>
              <a:t>- It offers a range of benefits including improved soil health, reduced environmental impact from chemical use, better water quality, preservation of natural resources, increased biodiversity, and enhanced resilience to climate change.</a:t>
            </a:r>
            <a:br/>
            <a:br/>
            <a:r>
              <a:t>Sources: [8]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Crop Rotation: Sustainable Farming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Implementing terracing can help prevent soil erosion, retain moisture, and improve soil fertility in sustainable agriculture practices.</a:t>
            </a:r>
            <a:br/>
            <a:r>
              <a:t>- Cover cropping is an effective method to enhance soil health, reduce nutrient runoff, and promote biodiversity on farms.</a:t>
            </a:r>
            <a:br/>
            <a:r>
              <a:t>- No-till farming can minimize soil disturbance, increase organic matter content, and reduce greenhouse gas emissions in sustainable agriculture systems.</a:t>
            </a:r>
            <a:br/>
            <a:br/>
            <a:r>
              <a:t>Sources: [9]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Benefits of Cover Cropping in Sustainable Agriculture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Drip irrigation delivers water directly to plant roots, reducing water usage by up to 50% compared to traditional methods, improving crop yield and quality.</a:t>
            </a:r>
            <a:br/>
            <a:r>
              <a:t>- Terracing, a soil conservation practice, helps prevent erosion, retain moisture, and enhance soil fertility in sustainable agriculture systems.</a:t>
            </a:r>
            <a:br/>
            <a:r>
              <a:t>- Cover cropping promotes soil health, reduces nutrient runoff, and encourages biodiversity on farms.</a:t>
            </a:r>
            <a:br/>
            <a:r>
              <a:t>- No-till farming minimizes soil disturbance, increases organic matter content, and lowers greenhouse gas emissions in sustainable agriculture practices.</a:t>
            </a:r>
            <a:br/>
            <a:br/>
            <a:r>
              <a:t>Sources: [10]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Maximizing Economic Benefits in Sustainable Agriculture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Sustainable agriculture practices can also lead to reduced energy costs for farmers by promoting more efficient use of resources and minimizing reliance on fossil fuels.</a:t>
            </a:r>
            <a:br/>
            <a:r>
              <a:t>- Implementing agroforestry techniques can provide additional economic benefits for farmers by diversifying income streams through the production of timber, fruits, and other non-timber forest products.</a:t>
            </a:r>
            <a:br/>
            <a:r>
              <a:t>- By adopting sustainable agriculture practices, farmers can improve long-term soil fertility, reducing the need for costly synthetic fertilizers and enhancing crop resilience to environmental stressors.</a:t>
            </a:r>
            <a:br/>
            <a:r>
              <a:t>- Supporting local markets and direct-to-consumer sales can further increase economic benefits for farmers practicing sustainable agriculture by eliminating intermediaries and capturing a larger share of the retail price for their products.</a:t>
            </a:r>
            <a:br/>
            <a:br/>
            <a:r>
              <a:t>Sources: [11]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Ensuring Soil Health for Sustainable Agriculture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Implementing cover cropping can help improve soil health by increasing organic matter content, enhancing soil structure, and promoting beneficial microbial activity.</a:t>
            </a:r>
            <a:br/>
            <a:r>
              <a:t>- Utilizing conservation tillage practices can reduce soil erosion, improve water infiltration, and enhance nutrient retention in the soil, leading to long-term sustainability.</a:t>
            </a:r>
            <a:br/>
            <a:r>
              <a:t>- Incorporating integrated pest management strategies can help reduce reliance on chemical pesticides, promote natural pest control mechanisms, and protect beneficial insects in the ecosystem.</a:t>
            </a:r>
            <a:br/>
            <a:r>
              <a:t>- Implementing terracing techniques can prevent soil erosion on sloped lands, reduce runoff, and enhance water conservation in agricultural fields.</a:t>
            </a:r>
            <a:br/>
            <a:br/>
            <a:r>
              <a:t>Sources: [12]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Efficient Water Delivery: Drip Irrigation in Agriculture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Drip irrigation helps reduce water wastage by delivering water directly to plant roots, minimizing evaporation and runoff.</a:t>
            </a:r>
            <a:br/>
            <a:r>
              <a:t>- By using drip irrigation, farmers can optimize water usage and potentially reduce water consumption by up to 50% compared to traditional irrigation methods.</a:t>
            </a:r>
            <a:br/>
            <a:r>
              <a:t>- The focused delivery of water through drip irrigation enhances crop yield and quality by providing the necessary moisture directly where it is needed most.</a:t>
            </a:r>
            <a:br/>
            <a:r>
              <a:t>- Implementation of drip irrigation systems in vineyards can efficiently water grapevines, promoting optimal fruit production and vine health.</a:t>
            </a:r>
            <a:br/>
            <a:br/>
            <a:r>
              <a:t>Sources: [13]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The Vital Role of Pollinators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Pollinators play a crucial role in sustainable agriculture by facilitating the reproduction of many plants, including a large proportion of food crops.</a:t>
            </a:r>
            <a:br/>
            <a:r>
              <a:t>- Bees, butterflies, birds, and other pollinators transfer pollen between flowers, which allows plants to produce fruits and seeds.</a:t>
            </a:r>
            <a:br/>
            <a:r>
              <a:t>- This process is essential for maintaining biodiversity, increasing crop yields, and ensuring food security.</a:t>
            </a:r>
            <a:br/>
            <a:r>
              <a:t>- Without pollinators, many crops would not be able to reproduce, leading to decreased harvests and potential food shortages.</a:t>
            </a:r>
            <a:br/>
            <a:br/>
            <a:r>
              <a:t>Sources: [14]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Benefits of Community Involvement in Farming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Sustainable agriculture practices can lead to various economic benefits for farmers and communities by reducing the reliance on expensive chemical inputs, saving money on production costs.</a:t>
            </a:r>
            <a:br/>
            <a:r>
              <a:t>- Additionally, sustainable practices such as crop rotation and cover cropping can improve soil health and fertility, leading to higher crop yields and potentially higher profits.</a:t>
            </a:r>
            <a:br/>
            <a:r>
              <a:t>- Sustainable agriculture can create new market opportunities for farmers who adopt environmentally friendly practices, as consumers are increasingly willing to pay a premium for sustainably produced food.</a:t>
            </a:r>
            <a:br/>
            <a:r>
              <a:t>- Farmers implementing sustainable agriculture practices can benefit from cost savings, improved soil health, and increased profitability, contributing to the long-term sustainability of their operations.</a:t>
            </a:r>
            <a:br/>
            <a:br/>
            <a:r>
              <a:t>Sources: [15]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[8] Benefits of Sustainable Agriculture - https://www.epa.gov/sustainable-agriculture/benefits-sustainable-agriculture</a:t>
            </a:r>
            <a:br/>
            <a:r>
              <a:t>[9] The Role of Soil Conservation in Sustainable Agriculture - https://www.nrcs.usda.gov/wps/portal/nrcs/main/national/soils/health/</a:t>
            </a:r>
            <a:br/>
            <a:r>
              <a:t>[10] Sustainable Water Management Practices: Drip Irrigation - https://www.epa.gov/sites/production/files/documents/sustainable_agriculture_practices_fact_sheet_drip_irrigation.pdf</a:t>
            </a:r>
            <a:br/>
            <a:r>
              <a:t>[11] Enhancing Economic Benefits through Sustainable Agriculture Practices - https://www.agriculture.com/sustainable-agriculture/10-ways-sustainable-agriculture-practices-can-benefit-farmers</a:t>
            </a:r>
            <a:br/>
            <a:r>
              <a:t>[12] Types of Sustainable Agriculture Practices - https://www.nrcs.usda.gov/wps/portal/nrcs/detail/national/technical/nra/rca/?cid=nrcs143_023587</a:t>
            </a:r>
            <a:br/>
            <a:r>
              <a:t>[13] Sustainable Water Management Practices - https://www.nrcs.usda.gov/wps/portal/nrcs/detail/national/water/manage/?cid=nrcs144p2_027171</a:t>
            </a:r>
            <a:br/>
            <a:r>
              <a:t>[14] The Importance of Pollinators in Sustainable Agriculture - https://www.nrcs.usda.gov/wps/portal/nrcs/detail/national/home/?cid=nrcseprd1282865</a:t>
            </a:r>
            <a:br/>
            <a:r>
              <a:t>[15] Economic Benefits of Sustainable Agriculture - https://www.usda.gov/topics/organic/economic-implications-organic-sustainable-agriculture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