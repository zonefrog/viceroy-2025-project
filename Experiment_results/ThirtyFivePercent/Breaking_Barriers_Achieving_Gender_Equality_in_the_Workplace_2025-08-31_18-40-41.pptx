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Breaking Barriers: Achieving Gender Equality in the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"Occupational Segregation and Gender Pay Gap Impact"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 shows that occupational segregation not only affects women's earnings but also limits their career advancement opportunities, as they are often confined to certain roles and industries.</a:t>
            </a:r>
            <a:br/>
            <a:r>
              <a:t>- Studies have highlighted that occupational segregation is influenced by societal perceptions of gender roles, which can perpetuate the concentration of women in caregiving and service-oriented professions.</a:t>
            </a:r>
            <a:br/>
            <a:r>
              <a:t>- Addressing occupational segregation requires proactive measures such as promoting diversity and inclusion in the workplace, providing mentorship and training programs to encourage women to enter male-dominated fields, and advocating for policies that support equal opportunities for all genders.</a:t>
            </a:r>
            <a:br/>
            <a:r>
              <a:t>- Strategies to combat occupational segregation include implementing pay transparency measures, conducting regular pay equity audits, and creating pathways for women to access higher-paying positions traditionally dominated by men.</a:t>
            </a:r>
            <a:br/>
            <a:br/>
            <a:r>
              <a:t>Sources: [48]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Motherhood Penalty on Women's 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 studies have shown that the motherhood penalty can result in a significant earnings gap between women who take time off for caregiving responsibilities and those who do not, impacting their overall lifetime earnings potential.</a:t>
            </a:r>
            <a:br/>
            <a:r>
              <a:t>- The negative impact of the motherhood penalty on women's earnings can extend beyond just lower wages, affecting opportunities for promotions, career advancement, and long-term financial stability.</a:t>
            </a:r>
            <a:br/>
            <a:r>
              <a:t>- Biases and stereotypes related to women's commitment to work after returning from maternity leave can further exacerbate the motherhood penalty, creating barriers to equal opportunities in the workplace.</a:t>
            </a:r>
            <a:br/>
            <a:r>
              <a:t>- Addressing the motherhood penalty requires implementing supportive policies such as paid parental leave, flexible work arrangements, and childcare support to help mitigate the financial repercussions faced by women.</a:t>
            </a:r>
            <a:br/>
            <a:br/>
            <a:r>
              <a:t>Sources: [49]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"Negotiation Skills and the Gender Pay Gap"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Gender stereotypes in the workplace can influence hiring decisions, promotion opportunities, and overall work experiences, creating barriers for women to advance in their careers.</a:t>
            </a:r>
            <a:br/>
            <a:r>
              <a:t>- Organizations need to actively challenge and dismantle these stereotypes to foster a more inclusive and equitable work environment for all employees.</a:t>
            </a:r>
            <a:br/>
            <a:r>
              <a:t>- Breaking down gender stereotypes can lead to increased diversity, creativity, and productivity within the workplace, benefiting both the employees and the organization as a whole.</a:t>
            </a:r>
            <a:br/>
            <a:br/>
            <a:r>
              <a:t>Sources: [50]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Gender Discrimination in the Workplace: Challenges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Occupational segregation refers to the concentration of women in lower-paying jobs, perpetuating the gender pay gap due to societal norms and expectations.</a:t>
            </a:r>
            <a:br/>
            <a:r>
              <a:t>- The motherhood penalty highlights the negative impact on women's earnings when taking time off for caregiving responsibilities, particularly affecting career advancement opportunities.</a:t>
            </a:r>
            <a:br/>
            <a:r>
              <a:t>- Differences in negotiation skills between men and women play a role in the gender pay gap, with women often being less assertive in negotiating for higher salaries or promotions.</a:t>
            </a:r>
            <a:br/>
            <a:r>
              <a:t>- The gender pay gap can be attributed to various factors such as discrimination, occupational segregation, and negotiation skills, impacting women's professional growth and financial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Gender Stereotypes on Women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Gender stereotypes in leadership positions can create biases that hinder women's advancement opportunities and limit their access to high-level roles.</a:t>
            </a:r>
            <a:br/>
            <a:r>
              <a:t>- These stereotypes often portray women as less competent or suitable for leadership positions, contributing to the underrepresentation of women in top management roles.</a:t>
            </a:r>
            <a:br/>
            <a:r>
              <a:t>- The impact of gender stereotypes on women leaders can lead to a lack of recognition for their skills and abilities, resulting in missed opportunities for career growth and development.</a:t>
            </a:r>
            <a:br/>
            <a:r>
              <a:t>- Addressing and challenging these stereotypes is crucial in promoting gender equality in the workplace and creating a more inclusive and diverse leadership environment.</a:t>
            </a:r>
            <a:br/>
            <a:br/>
            <a:r>
              <a:t>Sources: [51]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for Breaking the Glass Ceiling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Utilize sponsorship programs where senior leaders actively support and advocate for the advancement of women in the organization</a:t>
            </a:r>
            <a:br/>
            <a:r>
              <a:t>- Implement unconscious bias training to raise awareness and mitigate the impact of biases on promotion and salary decisions</a:t>
            </a:r>
            <a:br/>
            <a:r>
              <a:t>- Encourage women to take on stretch assignments and high-visibility projects to showcase their skills and capabilities to senior leadership</a:t>
            </a:r>
            <a:br/>
            <a:r>
              <a:t>- Establish clear and transparent criteria for promotions and salary increases to ensure fairness and equity in advancement opportunities.</a:t>
            </a:r>
            <a:br/>
            <a:br/>
            <a:r>
              <a:t>Sources: [52]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"Unconscious Bias Training for Gender Equality"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Unconscious bias training can help individuals recognize and challenge stereotypes that may influence hiring and promotion decisions, leading to a more equitable workplace environment</a:t>
            </a:r>
            <a:br/>
            <a:r>
              <a:t>- Research has shown that unconscious bias training can result in increased awareness of implicit biases, ultimately fostering a culture of inclusivity and equal opportunities for professional growth</a:t>
            </a:r>
            <a:br/>
            <a:r>
              <a:t>- By addressing biases through training, organizations can mitigate the impact of unconscious prejudices on decision-making processes, promoting fair treatment and advancement opportunities for all employees</a:t>
            </a:r>
            <a:br/>
            <a:r>
              <a:t>- Studies have indicated that unconscious bias training is a vital component in combatting gender inequality in the workplace, as it helps individuals understand and counteract their ingrained biases to create a more diverse and inclusive work environment.</a:t>
            </a:r>
            <a:br/>
            <a:br/>
            <a:r>
              <a:t>Sources: [53]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Family-Friendly Policies on Gender 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Family-friendly policies are crucial in promoting gender equality by providing support for employees with caregiving responsibilities, particularly women</a:t>
            </a:r>
            <a:br/>
            <a:r>
              <a:t>- Implementing flexible working hours, parental leave, and childcare support can help reduce the gender pay gap and increase retention rates of female employees</a:t>
            </a:r>
            <a:br/>
            <a:r>
              <a:t>- These policies create a more inclusive work environment, leading to improved employee satisfaction and productivity</a:t>
            </a:r>
            <a:br/>
            <a:r>
              <a:t>- Research has shown that organizations with family-friendly policies tend to have higher levels of gender equality and diversity in the workplace</a:t>
            </a:r>
            <a:br/>
            <a:br/>
            <a:r>
              <a:t>Sources: [54]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[48] The Importance of Intersectionality in Gender Equality - https://www.forbes.com/sites/pragyaagarwaleurope/2021/03/08/why-intersectionality-is-key-to-gender-equality-in-the-workplace/?sh=77a3c0b825e4</a:t>
            </a:r>
            <a:br/>
            <a:r>
              <a:t>[49] Strategies to Break Through the Glass Ceiling in the Workplace - https://www.forbes.com/sites/forbeshumanresourcescouncil/2021/03/08/seven-strategies-to-break-through-the-glass-ceiling-in-the-workplace/?sh=4f7e6a6d4d8d</a:t>
            </a:r>
            <a:br/>
            <a:r>
              <a:t>[50] Breaking Down Gender Stereotypes in the Workplace - https://www.forbes.com/sites/forbeshumanresourcescouncil/2021/03/08/how-to-break-down-gender-stereotypes-in-the-workplace/?sh=1b3d0e9446f8</a:t>
            </a:r>
            <a:br/>
            <a:r>
              <a:t>[51] Understanding the Glass Ceiling Effect in the Workplace - https://www.forbes.com/sites/forbeshumanresourcescouncil/2020/03/02/what-is-the-glass-ceiling-and-how-can-we-break-it/#5b7b32b1233d</a:t>
            </a:r>
            <a:br/>
            <a:r>
              <a:t>[52] The Role of Mentorship Programs in Promoting Gender Equality in the Workplace - https://www.forbes.com/sites/forbescoachescouncil/2021/03/08/how-mentorship-programs-can-promote-gender-equality-in-the-workplace/?sh=3c4f9bcb5e1b</a:t>
            </a:r>
            <a:br/>
            <a:r>
              <a:t>[53] The Importance of Unconscious Bias Training in Promoting Gender Equality in the Workplace - https://www.forbes.com/sites/forbescoachescouncil/2019/06/03/the-importance-of-unconscious-bias-training-in-the-workplace/?sh=5d5f5ca67b59</a:t>
            </a:r>
            <a:br/>
            <a:r>
              <a:t>[54] Workplace Discrimination Against Women - https://www.americanbar.org/groups/labor_law/publications/aba_journal/2020/february-2020/women-still-face-gender-discrimination-in-the-workplace/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