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Optimizing Sustainable Agriculture Through Crop Rotation and Soil Health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Crop Rotation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can help improve soil structure and fertility by reducing soil compaction and increasing organic matter content.</a:t>
            </a:r>
            <a:br/>
            <a:r>
              <a:t>- By rotating crops, farmers can effectively manage weed populations, reducing the need for herbicides and promoting natural weed control mechanisms.</a:t>
            </a:r>
            <a:br/>
            <a:r>
              <a:t>- Implementing diverse crop rotations can enhance beneficial soil microbial communities, leading to improved nutrient cycling and plant health.</a:t>
            </a:r>
            <a:br/>
            <a:r>
              <a:t>- Crop rotation also plays a crucial role in water conservation and management, helping to reduce water runoff and improve overall water use efficiency.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Crop Rotation for Pest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can disrupt the life cycles of pests by altering the availability of host plants, reducing pest populations over time.</a:t>
            </a:r>
            <a:br/>
            <a:r>
              <a:t>- Intercropping, a form of crop rotation, involves planting different crops together to create a diverse habitat that confuses pests and limits their ability to find and attack specific plants.</a:t>
            </a:r>
            <a:br/>
            <a:r>
              <a:t>- Planting trap crops alongside main crops can attract pests away from valuable crops, serving as a sacrificial plant to protect the primary crop.</a:t>
            </a:r>
            <a:br/>
            <a:r>
              <a:t>- Utilizing crop rotation for pest management can lead to a more sustainable approach by reducing chemical pesticide use, promoting natural pest control mechanisms, and maintaining a healthier ecosystem within agricultural fields.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"Enhancing Soil Health Through Crop Rotation"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can improve soil structure by reducing compaction, enhancing water infiltration, and promoting root growth, leading to increased nutrient uptake by plants.</a:t>
            </a:r>
            <a:br/>
            <a:r>
              <a:t>- Enhancing soil health through crop rotation can also suppress soil-borne diseases and pathogens, reducing the need for chemical treatments and maintaining a balanced soil microbiome.</a:t>
            </a:r>
            <a:br/>
            <a:r>
              <a:t>- Incorporating cover crops in crop rotation systems can further enhance soil health by protecting the soil surface, reducing erosion, and adding organic matter to improve soil fertility.</a:t>
            </a:r>
            <a:br/>
            <a:r>
              <a:t>- Diversifying crop rotations with a mix of deep-rooted and shallow-rooted plants can help break up soil layers, enhance nutrient cycling, and improve overall soil health for sustainable agricultural practices.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Nutrient Availability with Crop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can improve soil structure by reducing compaction, enhancing water infiltration, and promoting root growth, leading to increased nutrient uptake by plants.</a:t>
            </a:r>
            <a:br/>
            <a:r>
              <a:t>- Enhancing soil health through crop rotation can also suppress soil-borne diseases and pathogens, reducing the need for chemical treatments and maintaining a balanced soil microbiome.</a:t>
            </a:r>
            <a:br/>
            <a:r>
              <a:t>- Incorporating cover crops in crop rotation systems can further enhance soil health by protecting the soil surface, reducing erosion, and adding organic matter to improve soil fertility.</a:t>
            </a:r>
            <a:br/>
            <a:r>
              <a:t>- Diversifying crop rotations with a mix of deep-rooted and shallow-rooted plants can help break up soil layers, enhance nutrient cycling, and improve overall soil health for sustainable agricultural practices.</a:t>
            </a:r>
            <a:br/>
            <a:r>
              <a:t>- Utilizing leguminous cover crops in rotation can contribute nitrogen to the soil, reducing the need for synthetic fertilizers and promoting sustainable nutrient management practices.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Affecting Soil Health: Key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crop rotation practices can break pest cycles and reduce the build-up of pathogens in the soil, promoting a healthier soil ecosystem.</a:t>
            </a:r>
            <a:br/>
            <a:r>
              <a:t>- Integrating diverse cover crop species in rotation can enhance soil biodiversity, improve water retention capacity, and boost soil microbial activity for sustainable soil health.</a:t>
            </a:r>
            <a:br/>
            <a:r>
              <a:t>- Utilizing reduced tillage techniques not only prevents soil erosion and compaction but also minimizes disturbance to soil structure, preserving beneficial soil organisms and promoting long-term soil health.</a:t>
            </a:r>
            <a:br/>
            <a:r>
              <a:t>- Incorporating organic matter amendments like compost or manure can enhance soil fertility, improve nutrient availability, and support beneficial microbial populations essential for sustainable agricultural production.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Improving Soil Health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crop rotation practices can break pest cycles and reduce the build-up of pathogens in the soil, promoting a healthier soil ecosystem.</a:t>
            </a:r>
            <a:br/>
            <a:r>
              <a:t>- Integrating diverse cover crop species in rotation can enhance soil biodiversity, improve water retention capacity, and boost soil microbial activity for sustainable soil health.</a:t>
            </a:r>
            <a:br/>
            <a:r>
              <a:t>- Utilizing reduced tillage techniques not only prevents soil erosion and compaction but also minimizes disturbance to soil structure, preserving beneficial soil organisms and promoting long-term soil health.</a:t>
            </a:r>
            <a:br/>
            <a:r>
              <a:t>- Incorporating organic matter amendments like compost or manure can enhance soil fertility, improve nutrient availability, and support beneficial microbial populations essential for sustainable agricultural production.</a:t>
            </a:r>
            <a:br/>
            <a:r>
              <a:t>- Implementing conservation tillage practices, such as no-till or strip-till, can further reduce soil disturbance, increase organic matter retention, and enhance soil structure for improved water infiltration and erosion control.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"Biodiversity Promotion Strategies for Sustainable Agriculture"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Enhancing biodiversity through crop diversification and intercropping can create a more resilient ecosystem, reducing the risk of pest outbreaks and enhancing natural pest control mechanisms.</a:t>
            </a:r>
            <a:br/>
            <a:r>
              <a:t>- Agroforestry practices, such as integrating trees on farms, can provide additional habitat for beneficial insects and birds, contributing to biodiversity conservation and pest regulation.</a:t>
            </a:r>
            <a:br/>
            <a:r>
              <a:t>- Restoring natural habitats within agricultural landscapes, like wetlands or hedgerows, can attract native predators and pollinators, promoting biodiversity and enhancing ecosystem services for sustainable agriculture.</a:t>
            </a:r>
            <a:br/>
            <a:r>
              <a:t>- Adopting integrated pest management (IPM) approaches that incorporate biodiversity conservation can effectively manage pest populations while minimizing the need for chemical inputs, ensuring a more sustainable farming system.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Natural Alternatives to Synthetic Fertilizers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organic fertilizers such as compost, manure, and cover crops can provide essential nutrients to crops while improving soil structure and fertility naturally.</a:t>
            </a:r>
            <a:br/>
            <a:r>
              <a:t>- Implementing crop rotation, intercropping, and agroforestry techniques can help enhance soil health and nutrient availability without relying on synthetic fertilizers.</a:t>
            </a:r>
            <a:br/>
            <a:r>
              <a:t>- Precision agriculture methods, such as soil testing and nutrient management planning, can optimize fertilizer application to reduce waste and minimize environmental impact.</a:t>
            </a:r>
            <a:br/>
            <a:r>
              <a:t>- Introducing green manures, like leguminous cover crops, can fix nitrogen in the soil, reducing the need for synthetic nitrogen fertilizers and promoting sustainable soil fertility practices.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Importance of Crop Rotation in Sustainable Agriculture - https://www.sare.org/Learning-Center/Books/Building-Soils-for-Better-Crops-3rd-Edition/Text-Version/Crop-Rotations</a:t>
            </a:r>
            <a:br/>
            <a:r>
              <a:t>[9] Pest Cycle Disruption Tactics in Sustainable Agriculture - https://extension.umn.edu/pest-management/pest-cycle-disruption</a:t>
            </a:r>
            <a:br/>
            <a:r>
              <a:t>[10] Benefits of Crop Rotation in Sustainable Agriculture - https://www.sare.org/Learning-Center/Books/Building-Soils-for-Better-Crops-3rd-Edition/Text-Version/Crop-Rotations/Benefits-of-Crop-Rotation/</a:t>
            </a:r>
            <a:br/>
            <a:r>
              <a:t>[11] Importance of Soil Health in Sustainable Agriculture - https://www.nrcs.usda.gov/wps/portal/nrcs/main/soils/health/</a:t>
            </a:r>
            <a:br/>
            <a:r>
              <a:t>[12] Methods to Improve Soil Health in Sustainable Agriculture - https://extension.umn.edu/soil-management-and-health/improving-soil-health-sustainable-agriculture</a:t>
            </a:r>
            <a:br/>
            <a:r>
              <a:t>[13] Long-Term Benefits of Sustainable Agriculture - https://www.nrcs.usda.gov/wps/portal/nrcs/main/national/sustainable/</a:t>
            </a:r>
            <a:br/>
            <a:r>
              <a:t>[14] Biological Pest Control in Sustainable Agriculture - https://www.sare.org/Learning-Center/Books/Managing-Cover-Crops-Profitably-3rd-Edition/Text-Version/Integrated-Pest-Management/Biological-Pest-Control-in-Sustainable-Agriculture</a:t>
            </a:r>
            <a:br/>
            <a:r>
              <a:t>[15] Methods to Reduce Synthetic Fertilizer Usage in Sustainable Agriculture - https://extension.umn.edu/nutrient-management/strategies-reduce-synthetic-fertilizer-use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