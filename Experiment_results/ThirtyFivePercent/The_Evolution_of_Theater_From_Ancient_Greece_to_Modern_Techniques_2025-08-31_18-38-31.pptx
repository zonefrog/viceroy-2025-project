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Evolution of Theater: From Ancient Greece to Modern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Dionysia Festival: Birth of Greek Theater"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Ancient Greek theater originated in Athens in the 6th century BC as part of the Dionysia festival dedicated to the god Dionysus.</a:t>
            </a:r>
            <a:br/>
            <a:r>
              <a:t>- Greek drama encompassed both tragedy and comedy, with renowned playwrights such as Aeschylus, Sophocles, Euripides, and Aristophanes contributing to its rich tradition.</a:t>
            </a:r>
            <a:br/>
            <a:r>
              <a:t>- The theater played a significant role in Greek culture, with performances taking place in outdoor amphitheaters like the Theater of Dionysus in Athens.</a:t>
            </a:r>
            <a:br/>
            <a:r>
              <a:t>- Performances at the Dionysia festival were closely tied to religious rituals and were a form of honoring the god Dionysus through storytelling and theatrical expression.</a:t>
            </a:r>
            <a:br/>
            <a:br/>
            <a:r>
              <a:t>Sources: [40]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Evolution of Greek Drama and Playwrights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Greek chorus in ancient Greek theater initially consisted of 50 members but later reduced to 12 or 15 members, playing a crucial role in providing commentary on the actions of characters and explaining the plot to the audience.</a:t>
            </a:r>
            <a:br/>
            <a:r>
              <a:t>- The chorus acted as a bridge between the actors and the audience, expressing emotions, conveying moral lessons, and enhancing the overall narrative of the play.</a:t>
            </a:r>
            <a:br/>
            <a:br/>
            <a:r>
              <a:t>Sources: [41]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Greek Chorus: Importance and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Greek chorus in ancient Greek theater served as the voice of society, offering moral reflections on character actions and providing context for the audience.</a:t>
            </a:r>
            <a:br/>
            <a:r>
              <a:t>- The chorus helped transition between scenes and emphasize important moments in the plot, enhancing the overall narrative of the play.</a:t>
            </a:r>
            <a:br/>
            <a:r>
              <a:t>- Greek choruses often represented the collective emotions of the community, expressing shared sentiments and reactions to the unfolding events.</a:t>
            </a:r>
            <a:br/>
            <a:r>
              <a:t>- Through song, dance, and dialogue, the chorus added depth to the storytelling, enriching the audience's understanding of the characters and themes.</a:t>
            </a:r>
            <a:br/>
            <a:br/>
            <a:r>
              <a:t>Sources: [42]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"Roman Theater: Unique Features and Influences"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Roman theater was known for its incorporation of music, dance, and elaborate costumes, enriching the visual and auditory experience for the audience.</a:t>
            </a:r>
            <a:br/>
            <a:r>
              <a:t>- Unlike Greek theater, Roman theater often featured both comedic and tragic plays, showcasing a diverse range of storytelling and emotional themes.</a:t>
            </a:r>
            <a:br/>
            <a:r>
              <a:t>- The actors in Roman theater were predominantly male slaves or freedmen, highlighting the social status associated with acting as a profession in ancient Rome.</a:t>
            </a:r>
            <a:br/>
            <a:r>
              <a:t>- Roman playwrights like Plautus and Terence adapted Greek originals to Roman culture and sensibilities, infusing their works with a unique Roman perspective and humor.</a:t>
            </a:r>
            <a:br/>
            <a:br/>
            <a:r>
              <a:t>Sources: [43]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"Roman Theater Architecture: Unique Features and Design"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Roman theaters were designed to accommodate large audiences, with some theaters capable of holding thousands of spectators at once.</a:t>
            </a:r>
            <a:br/>
            <a:r>
              <a:t>- The architectural layout of Roman theaters often included vomitoria, which were passageways that allowed for efficient entry and exit of the audience.</a:t>
            </a:r>
            <a:br/>
            <a:r>
              <a:t>- The scaenae frons, or stage backdrop, in Roman theaters was elaborately decorated with architectural elements, statues, and painted scenes to enhance the visual appeal of performances.</a:t>
            </a:r>
            <a:br/>
            <a:r>
              <a:t>- Roman theaters were known for their advanced engineering techniques, including the use of concrete and stone construction to create durable and long-lasting structures.</a:t>
            </a:r>
            <a:br/>
            <a:br/>
            <a:r>
              <a:t>Sources: [44]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"Stanislavski Method: Emotional Authenticity in Acting"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Meisner Technique emphasizes the actor's ability to respond truthfully to imaginary circumstances by living truthfully under given circumstances.</a:t>
            </a:r>
            <a:br/>
            <a:r>
              <a:t>- The repetition exercise in the Meisner Technique involves actors repeating phrases to establish a connection and respond instinctively.</a:t>
            </a:r>
            <a:br/>
            <a:r>
              <a:t>- Sanford Meisner developed the Meisner Technique as a way to cultivate authenticity and spontaneity in acting performances.</a:t>
            </a:r>
            <a:br/>
            <a:r>
              <a:t>- Actors practicing the Meisner Technique focus on truthful responses to their scene partners, allowing for genuine emotional reactions in the moment.</a:t>
            </a:r>
            <a:br/>
            <a:br/>
            <a:r>
              <a:t>Sources: [45]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Meisner Technique: Truthful Response and Repetition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Meisner Technique encourages actors to respond truthfully to imaginary circumstances by living truthfully under given circumstances, fostering authenticity and spontaneity in performances.</a:t>
            </a:r>
            <a:br/>
            <a:r>
              <a:t>- The repetition exercise in the Meisner Technique involves actors repeating phrases to establish a connection and respond instinctively, allowing for genuine emotional reactions in the moment.</a:t>
            </a:r>
            <a:br/>
            <a:r>
              <a:t>- Sanford Meisner developed the Meisner Technique as a way to cultivate truthful responses to scene partners, emphasizing genuine emotional reactions over preconceived notions.</a:t>
            </a:r>
            <a:br/>
            <a:r>
              <a:t>- Actors practicing the Meisner Technique focus on living truthfully under given circumstances, honing their ability to respond instinctively and authentically in the moment.</a:t>
            </a:r>
            <a:br/>
            <a:br/>
            <a:r>
              <a:t>Sources: [46]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"Brechtian Theater: Techniques and Alienation Effect"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Brechtian theater aims to provoke critical reflection on social issues by encouraging the audience to maintain a critical distance from the performance.</a:t>
            </a:r>
            <a:br/>
            <a:r>
              <a:t>- The Verfremdungseffekt, or alienation effect, disrupts the audience's emotional involvement in the play to encourage analytical thinking.</a:t>
            </a:r>
            <a:br/>
            <a:r>
              <a:t>- Brechtian theater often incorporates songs, projections, and direct address to the audience to emphasize its didactic and political aims. </a:t>
            </a:r>
            <a:br/>
            <a:r>
              <a:t>- The technique of breaking the fourth wall is commonly used in Brechtian theater to engage the audience directly and challenge traditional theatrical conventions.</a:t>
            </a:r>
            <a:br/>
            <a:br/>
            <a:r>
              <a:t>Sources: [47]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[40] Ancient Greek Theater History - https://www.history.com/topics/ancient-history/greek-theater</a:t>
            </a:r>
            <a:br/>
            <a:r>
              <a:t>[41] Evolution of the Greek Chorus in Theater - https://www.britannica.com/art/chorus-Greek-theatre</a:t>
            </a:r>
            <a:br/>
            <a:r>
              <a:t>[42] Greek Chorus: Definition and Role in Ancient Greek Theater - https://www.ancient.eu/Greek_Theatre/</a:t>
            </a:r>
            <a:br/>
            <a:r>
              <a:t>[43] Roman Theater - https://www.britannica.com/art/Western-theatre/Roman-theatre</a:t>
            </a:r>
            <a:br/>
            <a:r>
              <a:t>[44] Roman Theater Architecture - https://www.worldhistory.org/Roman_Theatre/</a:t>
            </a:r>
            <a:br/>
            <a:r>
              <a:t>[45] Meisner Technique - https://www.backstage.com/magazine/article/guide-meisner-technique-13014/</a:t>
            </a:r>
            <a:br/>
            <a:r>
              <a:t>[46] Stanislavski Method - https://en.wikipedia.org/wiki/Stanislavski%27s_system</a:t>
            </a:r>
            <a:br/>
            <a:r>
              <a:t>[47] Epic Theater - https://en.wikipedia.org/wiki/Epic_theatre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