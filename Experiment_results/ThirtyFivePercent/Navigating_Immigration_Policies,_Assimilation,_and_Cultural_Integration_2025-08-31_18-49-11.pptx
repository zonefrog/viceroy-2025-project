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Navigating Immigration: Policies, Assimilation, and Cultural Integration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Understanding Immigration Policies: Definition and Significance</a:t>
            </a:r>
          </a:p>
        </p:txBody>
      </p:sp>
      <p:sp>
        <p:nvSpPr>
          <p:cNvPr id="3" name="Content Placeholder 2"/>
          <p:cNvSpPr>
            <a:spLocks noGrp="1"/>
          </p:cNvSpPr>
          <p:nvPr>
            <p:ph idx="1"/>
          </p:nvPr>
        </p:nvSpPr>
        <p:spPr/>
        <p:txBody>
          <a:bodyPr/>
          <a:lstStyle/>
          <a:p>
            <a:pPr>
              <a:defRPr sz="2400"/>
            </a:pPr>
            <a:r>
              <a:t>- Cultural preservation in immigration involves maintaining cultural heritage, traditions, and practices within immigrant communities.</a:t>
            </a:r>
            <a:br/>
            <a:r>
              <a:t>- Balancing cultural preservation and integration is essential for successful immigrant adaptation to a new country's culture.</a:t>
            </a:r>
            <a:br/>
            <a:br/>
            <a:r>
              <a:t>Sources: [70]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Variability of Immigration Policies Across Countries</a:t>
            </a:r>
          </a:p>
        </p:txBody>
      </p:sp>
      <p:sp>
        <p:nvSpPr>
          <p:cNvPr id="3" name="Content Placeholder 2"/>
          <p:cNvSpPr>
            <a:spLocks noGrp="1"/>
          </p:cNvSpPr>
          <p:nvPr>
            <p:ph idx="1"/>
          </p:nvPr>
        </p:nvSpPr>
        <p:spPr/>
        <p:txBody>
          <a:bodyPr/>
          <a:lstStyle/>
          <a:p>
            <a:pPr>
              <a:defRPr sz="1200"/>
            </a:pPr>
            <a:r>
              <a:t>- Immigration policies are established to regulate the movement of individuals across borders, determining who can enter a country, the duration of their stay, and the conditions they must adhere to.</a:t>
            </a:r>
            <a:br/>
            <a:r>
              <a:t>- The variability of immigration policies across countries can range from more open approaches to immigration to strict regulations, impacting the flow of individuals into different nations.</a:t>
            </a:r>
            <a:br/>
            <a:r>
              <a:t>- Understanding the nuances of immigration policies is crucial for analyzing cultural integration within societies and evaluating the impact of these policies on immigrant communities.</a:t>
            </a:r>
            <a:br/>
            <a:r>
              <a:t>- Research shows that immigration policies play a significant role in shaping the cultural landscape of a country and can influence the level of cultural preservation and integration within immigrant populations.</a:t>
            </a:r>
            <a:br/>
            <a:br/>
            <a:r>
              <a:t>Sources: [71]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Cultural Assimilation in Immigration: Definition and Process</a:t>
            </a:r>
          </a:p>
        </p:txBody>
      </p:sp>
      <p:sp>
        <p:nvSpPr>
          <p:cNvPr id="3" name="Content Placeholder 2"/>
          <p:cNvSpPr>
            <a:spLocks noGrp="1"/>
          </p:cNvSpPr>
          <p:nvPr>
            <p:ph idx="1"/>
          </p:nvPr>
        </p:nvSpPr>
        <p:spPr/>
        <p:txBody>
          <a:bodyPr/>
          <a:lstStyle/>
          <a:p>
            <a:pPr>
              <a:defRPr sz="1200"/>
            </a:pPr>
            <a:r>
              <a:t>- Cultural assimilation in immigration involves adopting customs, values, beliefs, and behaviors of a new culture</a:t>
            </a:r>
            <a:br/>
            <a:r>
              <a:t>- It includes adapting to the dominant culture while retaining aspects of one's own cultural identity</a:t>
            </a:r>
            <a:br/>
            <a:r>
              <a:t>- Factors influencing cultural assimilation include the level of diversity, openness of the dominant culture, and individual/group willingness to assimilate</a:t>
            </a:r>
            <a:br/>
            <a:r>
              <a:t>- Cultural assimilation can be a complex and ongoing process that varies depending on factors such as the level of diversity in the host society, the openness of the dominant culture to integration, and the individual or group's willingness to assimilate.</a:t>
            </a:r>
            <a:br/>
            <a:br/>
            <a:r>
              <a:t>Sources: [72]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Cultural Adaptation in Immigration</a:t>
            </a:r>
          </a:p>
        </p:txBody>
      </p:sp>
      <p:sp>
        <p:nvSpPr>
          <p:cNvPr id="3" name="Content Placeholder 2"/>
          <p:cNvSpPr>
            <a:spLocks noGrp="1"/>
          </p:cNvSpPr>
          <p:nvPr>
            <p:ph idx="1"/>
          </p:nvPr>
        </p:nvSpPr>
        <p:spPr/>
        <p:txBody>
          <a:bodyPr/>
          <a:lstStyle/>
          <a:p>
            <a:pPr>
              <a:defRPr sz="1200"/>
            </a:pPr>
            <a:r>
              <a:t>- Language barriers can hinder communication and social integration for immigrants in a new cultural environment.</a:t>
            </a:r>
            <a:br/>
            <a:r>
              <a:t>- Discrimination, lack of understanding, and economic disparities are common challenges that impede cultural assimilation in immigration.</a:t>
            </a:r>
            <a:br/>
            <a:r>
              <a:t>- Overcoming barriers to cultural integration requires strategies to address language barriers, combat discrimination, and promote social inclusion.</a:t>
            </a:r>
            <a:br/>
            <a:r>
              <a:t>- Successful adaptation in a new cultural environment involves balancing the preservation of one's cultural identity with integrating into the dominant culture.</a:t>
            </a:r>
            <a:br/>
            <a:br/>
            <a:r>
              <a:t>Sources: [73]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Overcoming Language and Discrimination Barriers</a:t>
            </a:r>
          </a:p>
        </p:txBody>
      </p:sp>
      <p:sp>
        <p:nvSpPr>
          <p:cNvPr id="3" name="Content Placeholder 2"/>
          <p:cNvSpPr>
            <a:spLocks noGrp="1"/>
          </p:cNvSpPr>
          <p:nvPr>
            <p:ph idx="1"/>
          </p:nvPr>
        </p:nvSpPr>
        <p:spPr/>
        <p:txBody>
          <a:bodyPr/>
          <a:lstStyle/>
          <a:p>
            <a:pPr>
              <a:defRPr sz="1200"/>
            </a:pPr>
            <a:r>
              <a:t>- Language support programs, such as ESL classes and language exchange programs, are essential in helping immigrants acquire language skills and facilitate cultural integration.</a:t>
            </a:r>
            <a:br/>
            <a:r>
              <a:t>- These programs not only improve communication but also enhance participation in the community and access to essential services.</a:t>
            </a:r>
            <a:br/>
            <a:r>
              <a:t>- Overcoming language barriers is crucial for immigrants to break social isolation and expand their opportunities for social and economic integration.</a:t>
            </a:r>
            <a:br/>
            <a:br/>
            <a:r>
              <a:t>Sources: [74]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Addressing Social Isolation and Economic Disparities</a:t>
            </a:r>
          </a:p>
        </p:txBody>
      </p:sp>
      <p:sp>
        <p:nvSpPr>
          <p:cNvPr id="3" name="Content Placeholder 2"/>
          <p:cNvSpPr>
            <a:spLocks noGrp="1"/>
          </p:cNvSpPr>
          <p:nvPr>
            <p:ph idx="1"/>
          </p:nvPr>
        </p:nvSpPr>
        <p:spPr/>
        <p:txBody>
          <a:bodyPr/>
          <a:lstStyle/>
          <a:p>
            <a:pPr>
              <a:defRPr sz="1200"/>
            </a:pPr>
            <a:r>
              <a:t>- Cultural assimilation involves adopting the customs, values, and behaviors of the dominant culture while cultural integration focuses on maintaining one's cultural identity within the broader society.</a:t>
            </a:r>
            <a:br/>
            <a:r>
              <a:t>- Both concepts are crucial for immigrants as they navigate their way in a new cultural environment, balancing adaptation and retention of their cultural heritage.</a:t>
            </a:r>
            <a:br/>
            <a:r>
              <a:t>- Language support programs, such as ESL classes and language exchange programs, play a vital role in helping immigrants acquire language skills to facilitate cultural integration.</a:t>
            </a:r>
            <a:br/>
            <a:r>
              <a:t>- Overcoming language barriers is essential for immigrants to break social isolation, enhance participation in the community, and access essential services.</a:t>
            </a:r>
            <a:br/>
            <a:br/>
            <a:r>
              <a:t>Sources: [75]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on Social Cohesion: Inclusive vs. Restrictive Policies</a:t>
            </a:r>
          </a:p>
        </p:txBody>
      </p:sp>
      <p:sp>
        <p:nvSpPr>
          <p:cNvPr id="3" name="Content Placeholder 2"/>
          <p:cNvSpPr>
            <a:spLocks noGrp="1"/>
          </p:cNvSpPr>
          <p:nvPr>
            <p:ph idx="1"/>
          </p:nvPr>
        </p:nvSpPr>
        <p:spPr/>
        <p:txBody>
          <a:bodyPr/>
          <a:lstStyle/>
          <a:p>
            <a:pPr>
              <a:defRPr sz="1200"/>
            </a:pPr>
            <a:r>
              <a:t>- Studies show that immigrants contribute positively to the economy by filling labor market gaps and driving economic growth.</a:t>
            </a:r>
            <a:br/>
            <a:r>
              <a:t>- Economic impacts of immigration can vary based on factors such as immigrant skill level, industry participation, and government policies.</a:t>
            </a:r>
            <a:br/>
            <a:r>
              <a:t>- Immigrants may face challenges in terms of wage pressure and competition for job opportunities with native workers.</a:t>
            </a:r>
            <a:br/>
            <a:r>
              <a:t>- The economic impact of immigration is nuanced and multifaceted, requiring careful consideration of various contributing factors.</a:t>
            </a:r>
            <a:br/>
            <a:br/>
            <a:r>
              <a:t>Sources: [76]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Efforts and Contributions in Cultural Preservation</a:t>
            </a:r>
          </a:p>
        </p:txBody>
      </p:sp>
      <p:sp>
        <p:nvSpPr>
          <p:cNvPr id="3" name="Content Placeholder 2"/>
          <p:cNvSpPr>
            <a:spLocks noGrp="1"/>
          </p:cNvSpPr>
          <p:nvPr>
            <p:ph idx="1"/>
          </p:nvPr>
        </p:nvSpPr>
        <p:spPr/>
        <p:txBody>
          <a:bodyPr/>
          <a:lstStyle/>
          <a:p>
            <a:pPr>
              <a:defRPr sz="1200"/>
            </a:pPr>
            <a:r>
              <a:t>- Cultural preservation in immigration includes safeguarding traditional practices, languages, beliefs, and customs that are at risk of being lost or diluted in a new cultural environment.</a:t>
            </a:r>
            <a:br/>
            <a:r>
              <a:t>- Efforts in cultural preservation contribute to promoting diversity, preserving history, and fostering a sense of belonging among immigrants.</a:t>
            </a:r>
            <a:br/>
            <a:r>
              <a:t>- Immigrants may face challenges in terms of wage pressure and competition for job opportunities with native workers.</a:t>
            </a:r>
            <a:br/>
            <a:r>
              <a:t>- The economic impact of immigration varies based on factors such as immigrant skill level, industry participation, and government policies.</a:t>
            </a:r>
            <a:br/>
            <a:br/>
            <a:r>
              <a:t>Sources: [77]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[70] Cultural Preservation vs. Integration in Immigration - https://www.migrationpolicy.org/article/immigrant-cultural-integration-and-the-new-second-generation</a:t>
            </a:r>
            <a:br/>
            <a:r>
              <a:t>[71] Overview of Immigration Policies Around the World - https://www.migrationpolicy.org/article/immigration-policy-around-world</a:t>
            </a:r>
            <a:br/>
            <a:r>
              <a:t>[72] Understanding Cultural Assimilation in Immigration - https://en.wikipedia.org/wiki/Cultural_assimilation</a:t>
            </a:r>
            <a:br/>
            <a:r>
              <a:t>[73] Barriers to Cultural Integration in Immigration - https://www.migrationpolicy.org/article/immigrant-integration</a:t>
            </a:r>
            <a:br/>
            <a:r>
              <a:t>[74] Overcoming Language Barriers in Immigrant Communities - https://www.migrationpolicy.org/article/immigrant-integration-language-barriers</a:t>
            </a:r>
            <a:br/>
            <a:r>
              <a:t>[75] Cultural Assimilation vs. Cultural Integration in Immigration - https://www.migrationpolicy.org/article/immigrant-cultural-assimilation-in-the-united-states</a:t>
            </a:r>
            <a:br/>
            <a:r>
              <a:t>[76] The Economic Impact of Immigration: What You Need to Know - https://www.brookings.edu/research/immigration-and-american-jobs/</a:t>
            </a:r>
            <a:br/>
            <a:r>
              <a:t>[77] The Importance of Cultural Preservation in Immigration - https://www.migrationpolicy.org/article/cultural-preservation-and-diaspora-communities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