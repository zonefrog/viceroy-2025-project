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Navigating Public Health Crises: Communication, Technology, and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Importance of Crisis Communication in Public Health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Considerations in public health crisis management include equity, transparency, accountability, and respect for autonomy in decision-making</a:t>
            </a:r>
            <a:br/>
            <a:r>
              <a:t>- Ethical dilemmas arise when balancing the need to protect the public good with respecting individual rights</a:t>
            </a:r>
            <a:br/>
            <a:r>
              <a:t>- Decisions made during a crisis can have far-reaching consequences for both the community and individuals</a:t>
            </a:r>
            <a:br/>
            <a:r>
              <a:t>- It is essential to address issues such as fairness in resource allocation and the ethical implications of crisis management decisions</a:t>
            </a:r>
            <a:br/>
            <a:br/>
            <a:r>
              <a:t>Sources: [16]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Technology &amp; AI in Crisis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Technology integration in crisis communication involves leveraging social media platforms, mobile apps, and digital tools for disseminating real-time updates, interactive content, and data analysis during public health emergencies.</a:t>
            </a:r>
            <a:br/>
            <a:r>
              <a:t>- Public health officials can use communication technology to address misinformation, engage with the community, and ensure a coordinated response in crisis situations.</a:t>
            </a:r>
            <a:br/>
            <a:r>
              <a:t>- By utilizing technology, public health agencies can quickly share important information, promote transparency, and enhance community engagement to effectively manage public health crises.</a:t>
            </a:r>
            <a:br/>
            <a:br/>
            <a:r>
              <a:t>Sources: [17]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Ethical Decision-Making in Crisis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Ethical considerations in public health crisis management involve making decisions that balance the need to protect public health with respect for individual rights and autonomy.</a:t>
            </a:r>
            <a:br/>
            <a:r>
              <a:t>- Issues such as ensuring fair distribution of resources, maintaining transparency in decision-making processes, and protecting vulnerable populations are critical in ethical decision-making during crisis response.</a:t>
            </a:r>
            <a:br/>
            <a:r>
              <a:t>- Ethical frameworks such as utilitarianism, deontology, and virtue ethics can guide decision-making in crisis situations by providing a structured approach to evaluating moral dilemmas.</a:t>
            </a:r>
            <a:br/>
            <a:r>
              <a:t>- Incorporating ethical principles into crisis response helps in upholding fairness, accountability, and respect for autonomy, ultimately contributing to effective and morally sound decision-making processes.</a:t>
            </a:r>
            <a:br/>
            <a:br/>
            <a:r>
              <a:t>Sources: [18]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Ethical Balancing in Crisis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Community engagement strategies in crisis response involve actively involving community members in decision-making processes, communication, and resource allocation during a public health crisis. These strategies aim to build trust, increase transparency, and ensure that the needs and concerns of the community are addressed effectively.</a:t>
            </a:r>
            <a:br/>
            <a:r>
              <a:t>- Engaging community leaders in the decision-making processes can enhance the credibility and effectiveness of crisis response efforts, as they can provide valuable insights into the specific needs and dynamics of their communities.</a:t>
            </a:r>
            <a:br/>
            <a:br/>
            <a:r>
              <a:t>Sources: [19]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Trust &amp; Transparency in Community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Establishing community partnerships with mental health organizations and professionals to provide support services and resources for individuals experiencing psychological distress during public health crises.</a:t>
            </a:r>
            <a:br/>
            <a:r>
              <a:t>- Implementing training programs for community members on psychological first aid techniques to enable them to offer immediate emotional support to those in crisis situations.</a:t>
            </a:r>
            <a:br/>
            <a:r>
              <a:t>- Utilizing digital platforms and telehealth services to offer remote mental health counseling and therapy sessions for individuals affected by public health emergencies.</a:t>
            </a:r>
            <a:br/>
            <a:r>
              <a:t>- Collaborating with local schools, workplaces, and community centers to promote mental health awareness and resilience-building activities to reduce the long-term impact of public health crises on mental well-being.</a:t>
            </a:r>
            <a:br/>
            <a:br/>
            <a:r>
              <a:t>Sources: [20]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Maximizing Crisis Communication Through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can help identify patterns in large datasets to detect potential health threats early on, allowing for a more proactive approach to crisis management.</a:t>
            </a:r>
            <a:br/>
            <a:r>
              <a:t>- AI-powered tools can assist in resource allocation, risk assessment, and decision-making during public health emergencies.</a:t>
            </a:r>
            <a:br/>
            <a:r>
              <a:t>- Leveraging AI in crisis management can improve response times, track outbreaks, analyze data, and predict future trends effectively.</a:t>
            </a:r>
            <a:br/>
            <a:r>
              <a:t>- Utilizing AI in public health crisis management can enhance the coordination of resources and communication strategies for a more efficient and effective response.</a:t>
            </a:r>
            <a:br/>
            <a:br/>
            <a:r>
              <a:t>Sources: [21]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Identifying Hazards in Public Health Crises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Risk assessment is essential in public health crises to identify potential hazards, evaluate the likelihood of occurrence, and assess the impact on public health.</a:t>
            </a:r>
            <a:br/>
            <a:r>
              <a:t>- This process enables the development of effective emergency response plans, resource allocation, and implementation of preventive measures to mitigate risks during pandemics, natural disasters, and other health crises.</a:t>
            </a:r>
            <a:br/>
            <a:br/>
            <a:r>
              <a:t>Sources: [22]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Supporting Mental Well-Being During Emergencies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Building trust with the community is essential for effective crisis response in public health emergencies.</a:t>
            </a:r>
            <a:br/>
            <a:r>
              <a:t>- Fostering open communication channels helps in dispelling misinformation and mobilizing resources efficiently during a crisis.</a:t>
            </a:r>
            <a:br/>
            <a:r>
              <a:t>- Involving community leaders in decision-making processes enhances community engagement and promotes a sense of ownership in crisis response efforts.</a:t>
            </a:r>
            <a:br/>
            <a:r>
              <a:t>- Promoting cultural competence in communication ensures that messaging is tailored to the diverse needs and backgrounds of the community members.</a:t>
            </a:r>
            <a:br/>
            <a:br/>
            <a:r>
              <a:t>Sources: [23]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[16] Ethical Considerations in Public Health Crisis Management: Balancing Public Good and Individual Rights - https://www.ncbi.nlm.nih.gov/pmc/articles/PMC7174633/</a:t>
            </a:r>
            <a:br/>
            <a:r>
              <a:t>[17] The Role of Technology Integration in Crisis Communication - https://www.ncbi.nlm.nih.gov/pmc/articles/PMC7142052/</a:t>
            </a:r>
            <a:br/>
            <a:r>
              <a:t>[18] Ethical Considerations in Public Health Crisis Management - https://www.ncbi.nlm.nih.gov/pmc/articles/PMC7175395/</a:t>
            </a:r>
            <a:br/>
            <a:r>
              <a:t>[19] Community Engagement Strategies in Crisis Response - https://www.ncbi.nlm.nih.gov/pmc/articles/PMC4968977/</a:t>
            </a:r>
            <a:br/>
            <a:r>
              <a:t>[20] The Psychological Impact of Public Health Crises: A Review - https://www.ncbi.nlm.nih.gov/pmc/articles/PMC7305393/</a:t>
            </a:r>
            <a:br/>
            <a:r>
              <a:t>[21] The Role of Artificial Intelligence in Public Health Crisis Management - https://www.who.int/news-room/q-a-detail/q-a-detail-2018/the-role-of-artificial-intelligence-in-public-health</a:t>
            </a:r>
            <a:br/>
            <a:r>
              <a:t>[22] The Role of Risk Assessment in Public Health Crises - https://www.ncbi.nlm.nih.gov/pmc/articles/PMC7144582/</a:t>
            </a:r>
            <a:br/>
            <a:r>
              <a:t>[23] Community Engagement Strategies in Crisis Response: A Guide for Public Health Officials - https://www.ncbi.nlm.nih.gov/pmc/articles/PMC7152882/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