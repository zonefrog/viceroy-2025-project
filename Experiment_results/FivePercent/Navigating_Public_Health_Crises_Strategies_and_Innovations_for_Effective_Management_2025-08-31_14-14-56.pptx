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Navigating Public Health Crises: Strategies and Innovations for Effective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Defining Public Health Crisis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Inter-agency collaboration involves sharing resources, information, and expertise between different agencies and organizations during a public health crisis.</a:t>
            </a:r>
            <a:br/>
            <a:r>
              <a:t>- Strategies for effective collaboration include establishing clear communication channels, defining roles and responsibilities, conducting joint training exercises, and developing mutual aid agreements.</a:t>
            </a:r>
            <a:br/>
            <a:r>
              <a:t>- Clear communication channels are crucial for ensuring seamless coordination and timely decision-making among agencies involved in crisis response.</a:t>
            </a:r>
            <a:br/>
            <a:r>
              <a:t>- Joint training exercises help build relationships, trust, and familiarity among agencies, enhancing their ability to work together efficiently during a crisis.</a:t>
            </a:r>
            <a:br/>
            <a:br/>
            <a:r>
              <a:t>Sources: [16]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Key Components of Crisis Management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Regular meetings and updates among agencies involved in crisis response help ensure that all stakeholders are informed and aligned on the current situation and response strategies.</a:t>
            </a:r>
            <a:br/>
            <a:r>
              <a:t>- Mutual aid agreements formalize the commitment of agencies to support each other during a crisis by outlining specific resources, personnel, and assistance that can be shared as needed.</a:t>
            </a:r>
            <a:br/>
            <a:br/>
            <a:r>
              <a:t>Sources: [17]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Past Public Health Crises: Case Studies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Public-private partnerships in crisis preparedness involve collaboration between government agencies and private sector organizations to enhance disaster response and emergency management.</a:t>
            </a:r>
            <a:br/>
            <a:r>
              <a:t>- These partnerships leverage the resources and expertise of both sectors to improve preparedness, response, and recovery efforts during public health crises.</a:t>
            </a:r>
            <a:br/>
            <a:r>
              <a:t>- Regular meetings and updates among agencies involved in crisis response help ensure that all stakeholders are informed and aligned on the current situation and response strategies.</a:t>
            </a:r>
            <a:br/>
            <a:r>
              <a:t>- Mutual aid agreements formalize the commitment of agencies to support each other during a crisis by outlining specific resources, personnel, and assistance that can be shared as needed.</a:t>
            </a:r>
            <a:br/>
            <a:br/>
            <a:r>
              <a:t>Sources: [18]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in Early Detection and 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applications in public health crisis management include analyzing data, predicting disease outbreaks, and tracking disease spread for effective response strategies.</a:t>
            </a:r>
            <a:br/>
            <a:r>
              <a:t>- AI aids in early detection of potential health crises, optimizing resource allocation, and improving decision-making processes during emergencies.</a:t>
            </a:r>
            <a:br/>
            <a:r>
              <a:t>- Utilizing AI can assist in developing treatment strategies and identifying patterns/trends in data for timely interventions in crisis situations.</a:t>
            </a:r>
            <a:br/>
            <a:r>
              <a:t>- AI plays a crucial role in enhancing public health crisis response efforts by providing valuable insights and predictive analytics for effective planning and response.</a:t>
            </a:r>
            <a:br/>
            <a:br/>
            <a:r>
              <a:t>Sources: [19]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AI for Resource Optimization in Crisis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can analyze large datasets to identify patterns and trends that may go unnoticed by humans, allowing for more accurate and timely interventions in public health crises.</a:t>
            </a:r>
            <a:br/>
            <a:r>
              <a:t>- AI has the capability to predict disease outbreaks and track the spread of diseases, providing valuable insights for developing effective response strategies.</a:t>
            </a:r>
            <a:br/>
            <a:r>
              <a:t>- Utilizing AI in crisis management can optimize resource allocation by identifying areas of need and efficiently distributing resources to where they are most needed.</a:t>
            </a:r>
            <a:br/>
            <a:r>
              <a:t>- AI can also contribute to the development of treatment strategies and assist in identifying emerging trends in data, enabling prompt interventions during public health crises.</a:t>
            </a:r>
            <a:br/>
            <a:br/>
            <a:r>
              <a:t>Sources: [20]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Ethical Dilemmas in Crisis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Social media platforms such as Twitter, Facebook, and Instagram play a crucial role in crisis communication by enabling real-time information sharing, official updates dissemination, and public engagement.</a:t>
            </a:r>
            <a:br/>
            <a:r>
              <a:t>- Organizations can leverage social media during public health crises to quickly reach a wide audience, provide accurate information, dispel myths, and address concerns, thereby enhancing transparency, trust, and community engagement.</a:t>
            </a:r>
            <a:br/>
            <a:r>
              <a:t>- Integrating social media into crisis communication strategies allows public health agencies to effectively communicate with the public, fostering a better understanding of crisis situations and promoting collaboration for optimal crisis management outcomes.</a:t>
            </a:r>
            <a:br/>
            <a:br/>
            <a:r>
              <a:t>Sources: [21]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Effective Inter-Agency Collaboration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Effective inter-agency collaboration in crisis response involves open communication channels, clearly defined roles, and shared responsibilities among multiple organizations.</a:t>
            </a:r>
            <a:br/>
            <a:r>
              <a:t>- Establishing mutual trust and respect between agencies is essential for successful crisis management and coordination efforts.</a:t>
            </a:r>
            <a:br/>
            <a:r>
              <a:t>- Sharing of resources, expertise, and critical information among collaborating agencies ensures a well-coordinated and efficient response to public health crises.</a:t>
            </a:r>
            <a:br/>
            <a:r>
              <a:t>- Implementing regular communication protocols, joint training exercises, and cross-agency coordination mechanisms are key strategies to promote effective inter-agency collaboration in crisis response.</a:t>
            </a:r>
            <a:br/>
            <a:br/>
            <a:r>
              <a:t>Sources: [22]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Leveraging Technology for Crisis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Utilizing artificial intelligence for sentiment analysis on social media platforms can help organizations gauge public perception and sentiment during public health crises.</a:t>
            </a:r>
            <a:br/>
            <a:r>
              <a:t>- Implementing chatbots on websites and social media channels can provide immediate responses to common queries and alleviate pressure on crisis communication teams.</a:t>
            </a:r>
            <a:br/>
            <a:r>
              <a:t>- Utilizing geospatial technology can help track the spread of diseases and identify high-risk areas, enabling targeted interventions and resource allocation.</a:t>
            </a:r>
            <a:br/>
            <a:r>
              <a:t>- Incorporating virtual reality simulations can enhance training and preparedness efforts for public health crisis response teams.</a:t>
            </a:r>
            <a:br/>
            <a:br/>
            <a:r>
              <a:t>Sources: [23]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[16] Inter-Agency Collaboration in Crisis Response - https://www.cdc.gov/phpr/documents/ESF8GuideJune2018_508.pdf</a:t>
            </a:r>
            <a:br/>
            <a:r>
              <a:t>[17] The Role of Inter-Agency Collaboration in Crisis Response - https://www.ncbi.nlm.nih.gov/pmc/articles/PMC7101221/</a:t>
            </a:r>
            <a:br/>
            <a:r>
              <a:t>[18] Public-Private Partnerships in Crisis Preparedness - https://www.phe.gov/Preparedness/planning/ppp/Pages/default.aspx</a:t>
            </a:r>
            <a:br/>
            <a:r>
              <a:t>[19] The Role of Artificial Intelligence in Public Health Crisis Management - https://www.ncbi.nlm.nih.gov/pmc/articles/PMC6837165/</a:t>
            </a:r>
            <a:br/>
            <a:r>
              <a:t>[20] Applications of AI in Public Health Crisis Management - https://www.ncbi.nlm.nih.gov/pmc/articles/PMC7389144/</a:t>
            </a:r>
            <a:br/>
            <a:r>
              <a:t>[21] The Role of Social Media in Crisis Communication - https://www.ncbi.nlm.nih.gov/pmc/articles/PMC7178092/</a:t>
            </a:r>
            <a:br/>
            <a:r>
              <a:t>[22] Effective Strategies for Public Health Crisis Management - https://www.cdc.gov/cpr/readiness/00_docs/CDC-PublicHealthCrisisResponse.pdf</a:t>
            </a:r>
            <a:br/>
            <a:r>
              <a:t>[23] Key Strategies for Managing Public Health Crises - https://www.ncbi.nlm.nih.gov/pmc/articles/PMC4403315/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