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Advancements in Medical Technology: Innovations Shaping the Future of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in Early Breast Cancer Detection: Mammogram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in medical imaging leverage machine learning and deep learning techniques to analyze mammograms with high accuracy for early detection of breast cancer.</a:t>
            </a:r>
            <a:br/>
            <a:r>
              <a:t>- By processing large amounts of imaging data efficiently, AI assists in identifying potential abnormalities that may indicate the presence of cancer, leading to improved diagnostic accuracy and better patient outcomes.</a:t>
            </a:r>
            <a:br/>
            <a:r>
              <a:t>- The integration of AI in mammography not only enhances the efficiency of breast cancer detection but also paves the way for personalized medicine and more precise treatment plans for patients.</a:t>
            </a:r>
            <a:br/>
            <a:r>
              <a:t>- AI technology in early breast cancer detection using mammogram analysis revolutionizes the way healthcare professionals interpret medical images, ultimately improving patient care and survival rates.</a:t>
            </a:r>
            <a:br/>
            <a:br/>
            <a:r>
              <a:t>Sources: [32]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Surgical Capabilities with Robotic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Robotic surgery technology, exemplified by the da Vinci Surgical System, has significantly advanced in recent years, allowing for more precise and minimally invasive procedures.</a:t>
            </a:r>
            <a:br/>
            <a:r>
              <a:t>- The enhanced dexterity and control provided by robotic systems in surgery have led to reduced recovery times, less scarring, and improved patient outcomes.</a:t>
            </a:r>
            <a:br/>
            <a:r>
              <a:t>- Surgeons can now operate with greater precision and accuracy, thanks to advancements in robotic systems, ultimately enhancing surgical capabilities.</a:t>
            </a:r>
            <a:br/>
            <a:r>
              <a:t>- The integration of robotic systems in surgery has revolutionized the field by enabling surgeons to perform complex procedures with enhanced visualization and control.</a:t>
            </a:r>
            <a:br/>
            <a:br/>
            <a:r>
              <a:t>Sources: [33]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VR in Surgical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VR technology in surgical training enables surgeons to simulate complex procedures in a realistic and immersive environment, enhancing their skills and decision-making abilities.</a:t>
            </a:r>
            <a:br/>
            <a:r>
              <a:t>- The interactive nature of VR simulations allows surgeons to practice surgical techniques repeatedly, leading to improved proficiency and confidence in performing procedures.</a:t>
            </a:r>
            <a:br/>
            <a:r>
              <a:t>- Utilizing VR for surgical training reduces the reliance on traditional methods such as cadavers or expensive equipment, making it a cost-effective and accessible tool for enhancing surgical skills.</a:t>
            </a:r>
            <a:br/>
            <a:r>
              <a:t>- VR training offers a safe and controlled environment for surgeons to refine their techniques, ultimately contributing to a reduction in errors and improved patient outcomes.</a:t>
            </a:r>
            <a:br/>
            <a:br/>
            <a:r>
              <a:t>Sources: [34]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Continuous Vital Sign Monitoring with Wearable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Wearable technology allows for continuous real-time monitoring of vital signs, activity levels, and sleep patterns in healthcare.</a:t>
            </a:r>
            <a:br/>
            <a:r>
              <a:t>- These devices facilitate remote patient monitoring, enabling healthcare providers to intervene promptly when necessary.</a:t>
            </a:r>
            <a:br/>
            <a:r>
              <a:t>- The advancements in wearable sensors and wireless technology have enhanced personalized care and connectivity between patients and healthcare professionals.</a:t>
            </a:r>
            <a:br/>
            <a:r>
              <a:t>- Patients can benefit from staying connected to their healthcare providers outside of traditional clinical settings through wearable technology.</a:t>
            </a:r>
            <a:br/>
            <a:br/>
            <a:r>
              <a:t>Sources: [35]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"Telemedicine: Remote Healthcare Benefits and Challenges"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Telemedicine provides a means for patients in rural or underserved areas to receive medical care without the need to travel long distances.</a:t>
            </a:r>
            <a:br/>
            <a:r>
              <a:t>- Video calls and online consultations offer a convenient and efficient way for patients to consult with healthcare providers.</a:t>
            </a:r>
            <a:br/>
            <a:r>
              <a:t>- Improved access to healthcare services through telemedicine can lead to better health outcomes for individuals in need of medical attention.</a:t>
            </a:r>
            <a:br/>
            <a:r>
              <a:t>- Remote healthcare delivery via telemedicine enhances patient convenience and minimizes barriers to accessing essential medical services.</a:t>
            </a:r>
            <a:br/>
            <a:br/>
            <a:r>
              <a:t>Sources: [36]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"Nanotechnology in Cancer Drug Delivery: Targeted Therapy Advancements"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Nanoparticles can be designed to carry a variety of drugs, including chemotherapeutic agents, antibodies, and nucleic acids, to target specific molecular pathways in cancer cells.</a:t>
            </a:r>
            <a:br/>
            <a:r>
              <a:t>- The use of nanotechnology in drug delivery enables the encapsulation of drugs within nanoparticles, protecting them from degradation and enhancing their circulation time in the body.</a:t>
            </a:r>
            <a:br/>
            <a:r>
              <a:t>- Nanoparticles can be surface-modified with targeting ligands that recognize specific receptors on cancer cells, allowing for precise drug delivery and increased therapeutic efficacy.</a:t>
            </a:r>
            <a:br/>
            <a:r>
              <a:t>- Research in nanomedicine aims to optimize the design and functionality of nanoparticles for improved drug delivery efficiency and enhanced treatment outcomes in cancer therapy.</a:t>
            </a:r>
            <a:br/>
            <a:br/>
            <a:r>
              <a:t>Sources: [37]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"Customized Prosthetic Limbs with 3D Printing"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Customization of prosthetic limbs through 3D printing technology allows for precise adjustments based on individual patient requirements.</a:t>
            </a:r>
            <a:br/>
            <a:r>
              <a:t>- The use of 3D printing in prosthetics enables the creation of anatomically accurate designs that enhance comfort and functionality for the wearer.</a:t>
            </a:r>
            <a:br/>
            <a:r>
              <a:t>- Advances in materials utilized in 3D printing enhance the strength, flexibility, and overall biomechanical properties of prosthetic limbs.</a:t>
            </a:r>
            <a:br/>
            <a:r>
              <a:t>- The versatility of 3D printing technology extends beyond prosthetic limbs to include custom implants for bone reconstruction, providing tailored solutions for patients' unique needs.</a:t>
            </a:r>
            <a:br/>
            <a:br/>
            <a:r>
              <a:t>Sources: [38]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Augmented Reality in Surgical Navigation: Precision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AR technology can provide interactive 3D visualizations of patient-specific anatomy, allowing surgeons to plan and execute procedures with greater precision.</a:t>
            </a:r>
            <a:br/>
            <a:r>
              <a:t>- The use of AR in surgical navigation has shown promising results in reducing surgical errors and complications, ultimately improving patient safety and outcomes.</a:t>
            </a:r>
            <a:br/>
            <a:br/>
            <a:r>
              <a:t>Sources: [39]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[32] The Role of Artificial Intelligence in Medical Imaging - https://www.ncbi.nlm.nih.gov/pmc/articles/PMC6684554/</a:t>
            </a:r>
            <a:br/>
            <a:r>
              <a:t>[33] Recent Advances in Robotic Surgery Technology - https://www.ncbi.nlm.nih.gov/pmc/articles/PMC6500345/</a:t>
            </a:r>
            <a:br/>
            <a:r>
              <a:t>[34] The Benefits of Virtual Reality in Surgical Training - https://www.ncbi.nlm.nih.gov/pmc/articles/PMC5588886/</a:t>
            </a:r>
            <a:br/>
            <a:r>
              <a:t>[35] The Role of Wearable Technology in Patient Monitoring - https://www.ncbi.nlm.nih.gov/pmc/articles/PMC6041245/</a:t>
            </a:r>
            <a:br/>
            <a:r>
              <a:t>[36] The Role of Telemedicine in Remote Healthcare Access - https://www.who.int/goe/publications/goe_telemedicine_2010.pdf</a:t>
            </a:r>
            <a:br/>
            <a:r>
              <a:t>[37] Nanotechnology in Drug Delivery: A Comprehensive Overview - https://www.ncbi.nlm.nih.gov/pmc/articles/PMC3223379/</a:t>
            </a:r>
            <a:br/>
            <a:r>
              <a:t>[38] Custom 3D Printed Prosthetics and Implants: Advancements and Applications - https://www.ncbi.nlm.nih.gov/pmc/articles/PMC7144831/</a:t>
            </a:r>
            <a:br/>
            <a:r>
              <a:t>[39] Augmented Reality for Surgical Navigation - https://www.ncbi.nlm.nih.gov/pmc/articles/PMC6615250/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