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The Digital Transformation of Literature: Exploring Interactive Storytelling, E-books, AI Analysis, and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Evolution of Interactive Storytelling in Digital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Emergence of virtual reality (VR) and augmented reality (AR) technologies in interactive storytelling</a:t>
            </a:r>
            <a:br/>
            <a:r>
              <a:t>- Integration of haptic feedback and sensory immersion to enhance user experience in digital narratives </a:t>
            </a:r>
            <a:br/>
            <a:r>
              <a:t>- Rise of interactive fiction apps and platforms that offer personalized and adaptive storytelling experiences</a:t>
            </a:r>
            <a:br/>
            <a:br/>
            <a:r>
              <a:t>Sources: [24]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E-books and Audiobooks on Reading 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Personalized book recommendation algorithms utilize machine learning techniques to tailor reading suggestions based on user preferences and reading history.</a:t>
            </a:r>
            <a:br/>
            <a:r>
              <a:t>- AI-powered algorithms analyze various data points to provide users with personalized book recommendations, enhancing their reading experience.</a:t>
            </a:r>
            <a:br/>
            <a:r>
              <a:t>- By leveraging AI technology, book recommendation algorithms help readers discover new books that align with their interests, contributing to a more engaging reading experience.</a:t>
            </a:r>
            <a:br/>
            <a:r>
              <a:t>- The use of machine learning in book recommendation algorithms revolutionizes how readers explore and access literature, offering a more personalized and tailored reading experience.</a:t>
            </a:r>
            <a:br/>
            <a:br/>
            <a:r>
              <a:t>Sources: [25]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Accessibility: Online Platforms for Readers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Online platforms offer features like adjustable fonts, audio options, and bookmarking to enhance user experience and cater to diverse reading preferences.</a:t>
            </a:r>
            <a:br/>
            <a:r>
              <a:t>- Readers can access a wide range of digital literature anytime, anywhere, providing flexibility and convenience in their reading habits.</a:t>
            </a:r>
            <a:br/>
            <a:r>
              <a:t>- The availability of e-books, interactive stories, and other reading materials on online platforms expands the variety of content accessible to readers, offering a diverse range of literary experiences.</a:t>
            </a:r>
            <a:br/>
            <a:r>
              <a:t>- Online platforms contribute to the transformation of traditional reading habits by providing readers with a digital alternative, influencing their preferences and behaviors towards digital literature consumption.</a:t>
            </a:r>
            <a:br/>
            <a:br/>
            <a:r>
              <a:t>Sources: [26]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Digital Impact on Traditional Reading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Virtual reality (VR) applications in reading allow readers to immerse themselves in a simulated environment where they can interact with the story world and characters.</a:t>
            </a:r>
            <a:br/>
            <a:r>
              <a:t>- Augmented reality (AR) enhancements for literature offer readers a more interactive and engaging reading experience by superimposing digital content onto the physical world.</a:t>
            </a:r>
            <a:br/>
            <a:r>
              <a:t>- Interactive storytelling evolution with technology has revolutionized how readers engage with narratives, incorporating elements like gamification and user-controlled plot developments.</a:t>
            </a:r>
            <a:br/>
            <a:r>
              <a:t>- The potential impact of VR and AR on reading habits suggests a shift towards more dynamic and immersive reading experiences, blurring the lines between traditional literature consumption and interactive storytelling.</a:t>
            </a:r>
            <a:br/>
            <a:br/>
            <a:r>
              <a:t>Sources: [27]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Tools for Literary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tools can identify patterns, themes, and sentiment within literary texts to aid in analysis and interpretation.</a:t>
            </a:r>
            <a:br/>
            <a:r>
              <a:t>- Authorship attribution, genre classification, and predicting literary success are additional applications of AI in literary analysis.</a:t>
            </a:r>
            <a:br/>
            <a:r>
              <a:t>- The use of AI in literary analysis is revolutionizing how scholars and researchers approach studying literature.</a:t>
            </a:r>
            <a:br/>
            <a:r>
              <a:t>- AI can assist in detecting plagiarism and summarizing texts, enhancing efficiency and accuracy in literary analysis.</a:t>
            </a:r>
            <a:br/>
            <a:br/>
            <a:r>
              <a:t>Sources: [28]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Utilizing NLP for Literary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tools can identify patterns, themes, and sentiment within literary texts to aid in analysis and interpretation.</a:t>
            </a:r>
            <a:br/>
            <a:r>
              <a:t>- Authorship attribution, genre classification, and predicting literary success are additional applications of AI in literary analysis.</a:t>
            </a:r>
            <a:br/>
            <a:r>
              <a:t>- The use of AI in literary analysis is revolutionizing how scholars and researchers approach studying literature.</a:t>
            </a:r>
            <a:br/>
            <a:r>
              <a:t>- AI can assist in detecting plagiarism and summarizing texts, enhancing efficiency and accuracy in literary analysis.</a:t>
            </a:r>
            <a:br/>
            <a:r>
              <a:t>- AI tools provide valuable insights for scholars and researchers by identifying trends and patterns within large bodies of text.</a:t>
            </a:r>
            <a:br/>
            <a:br/>
            <a:r>
              <a:t>Sources: [29]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Machine Learning Algorithms for Text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Machine learning algorithms can analyze text data to identify patterns, themes, and sentiment within literary texts, aiding in detailed analysis and interpretation.</a:t>
            </a:r>
            <a:br/>
            <a:r>
              <a:t>- Personalized book recommendations generated by machine learning algorithms are based on user preferences, reading history, and textual analysis, enhancing the reading experience.</a:t>
            </a:r>
            <a:br/>
            <a:r>
              <a:t>- Collaborative filtering techniques, utilized in machine learning algorithms, improve the accuracy of book recommendations by considering user interactions and similarities in reading habits.</a:t>
            </a:r>
            <a:br/>
            <a:r>
              <a:t>- AI in book recommendation algorithms revolutionizes the reading experience by providing tailored suggestions, enhancing reader engagement and satisfaction.</a:t>
            </a:r>
            <a:br/>
            <a:br/>
            <a:r>
              <a:t>Sources: [30]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for Plagiarism Detection &amp;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Machine learning algorithms play a crucial role in developing personalized book recommendation systems by analyzing user behavior, preferences, and reading history.</a:t>
            </a:r>
            <a:br/>
            <a:r>
              <a:t>- Collaborative filtering, a common technique in book recommendation algorithms, enhances the accuracy of suggestions by considering similarities in user interactions and reading habits.</a:t>
            </a:r>
            <a:br/>
            <a:r>
              <a:t>- Personalized book recommendations generated through machine learning algorithms improve user engagement and satisfaction by tailoring suggestions to individual preferences.</a:t>
            </a:r>
            <a:br/>
            <a:r>
              <a:t>- The integration of AI in book recommendation algorithms revolutionizes the reading experience by providing customized and relevant suggestions, ultimately enhancing reader satisfaction and enjoyment.</a:t>
            </a:r>
            <a:br/>
            <a:br/>
            <a:r>
              <a:t>Sources: [31]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[24] The Evolution of Interactive Storytelling in Digital Platforms - https://www.digitaltrends.com/gaming/evolution-interactive-storytelling-video-games/</a:t>
            </a:r>
            <a:br/>
            <a:r>
              <a:t>[25] The Rise of Book Recommendation Algorithms: A Comprehensive Overview - https://www.publishersweekly.com/pw/by-topic/digital/content-and-e-books/article/83247-the-rise-of-book-recommendation-algorithms.html</a:t>
            </a:r>
            <a:br/>
            <a:r>
              <a:t>[26] The Impact of Digital Literature on Traditional Reading Habits - https://www.publishersweekly.com/pw/by-topic/digital/content-and-e-books/article/62471-the-impact-of-digital-on-traditional-reading-habits.html</a:t>
            </a:r>
            <a:br/>
            <a:r>
              <a:t>[27] The Future of Immersive Reading Experiences - https://www.forbes.com/sites/forbesagencycouncil/2020/02/18/how-virtual-reality-is-transforming-the-future-of-reading-experiences/?sh=5aa5a5d16e8d</a:t>
            </a:r>
            <a:br/>
            <a:r>
              <a:t>[28] The Application of AI in Literary Analysis - https://www.springer.com/gp/book/9783030285852</a:t>
            </a:r>
            <a:br/>
            <a:r>
              <a:t>[29] The Role of AI in Analyzing and Interpreting Literary Texts - https://www.springer.com/gp/book/9783030378609</a:t>
            </a:r>
            <a:br/>
            <a:r>
              <a:t>[30] The Effects of Hyperlinks on Reading Comprehension: A Literature Review - https://www.jstor.org/stable/10.1086/691180</a:t>
            </a:r>
            <a:br/>
            <a:r>
              <a:t>[31] The Role of Machine Learning in Book Recommendation Algorithms - https://www.sciencedirect.com/science/article/abs/pii/S0957417419304684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