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Sustainable Agriculture Practices: Maximizing Soil Health and Crop Yield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Maximizing Crop Rotation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Crop rotation helps break pest and disease cycles, reducing the need for chemical inputs</a:t>
            </a:r>
            <a:br/>
            <a:r>
              <a:t>- Enhances overall crop yields through improved soil health and nutrient cycling</a:t>
            </a:r>
            <a:br/>
            <a:r>
              <a:t>- Increases biodiversity and resilience in agroecosystems</a:t>
            </a:r>
            <a:br/>
            <a:r>
              <a:t>- Promotes sustainable land management practices for long-term agricultural productivity</a:t>
            </a:r>
            <a:br/>
            <a:br/>
            <a:r>
              <a:t>Sources: [8]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Importance of Soil Organic Matter in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Soil organic matter supports soil structure by improving aggregation and stability</a:t>
            </a:r>
            <a:br/>
            <a:r>
              <a:t>- Enhances water retention capacity by reducing surface runoff and increasing infiltration</a:t>
            </a:r>
            <a:br/>
            <a:r>
              <a:t>- Promotes efficient nutrient cycling through decomposition of organic materials</a:t>
            </a:r>
            <a:br/>
            <a:r>
              <a:t>- Facilitates the development of beneficial soil microorganisms for enhanced plant health and disease suppression</a:t>
            </a:r>
            <a:br/>
            <a:br/>
            <a:r>
              <a:t>Sources: [9]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"Cover Crop Benefits for Soil Improvement"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Cover crops help reduce soil compaction, improving soil structure and enhancing root penetration</a:t>
            </a:r>
            <a:br/>
            <a:r>
              <a:t>- Cover crops can increase soil microbial activity, leading to better nutrient availability for crops</a:t>
            </a:r>
            <a:br/>
            <a:r>
              <a:t>- Certain cover crops have allelopathic effects, suppressing weed growth and reducing the need for herbicides</a:t>
            </a:r>
            <a:br/>
            <a:r>
              <a:t>- Leguminous cover crops like clover can fix atmospheric nitrogen, enriching the soil with this essential nutrient</a:t>
            </a:r>
            <a:br/>
            <a:br/>
            <a:r>
              <a:t>Sources: [10]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Effective Integrated Pest Management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Integrated Pest Management (IPM) combines biological control, crop rotation, and natural predators </a:t>
            </a:r>
            <a:br/>
            <a:r>
              <a:t>- Goal is to manage pests sustainably while minimizing environmental impact </a:t>
            </a:r>
            <a:br/>
            <a:r>
              <a:t>- Techniques include using resistant varieties, habitat manipulation, and monitoring pest populations </a:t>
            </a:r>
            <a:br/>
            <a:r>
              <a:t>- Farmers can reduce reliance on chemical pesticides and promote long-term sustainability in agriculture </a:t>
            </a:r>
            <a:br/>
            <a:r>
              <a:t>- Utilizing pheromone traps and mating disruption techniques can help control pest populations effectively</a:t>
            </a:r>
            <a:br/>
            <a:br/>
            <a:r>
              <a:t>Sources: [11]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Enhancing Soil Health with Cover Cropping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Cover crops can improve soil structure and increase soil organic matter content, leading to enhanced water retention and nutrient availability</a:t>
            </a:r>
            <a:br/>
            <a:r>
              <a:t>- Leguminous cover crops can fix atmospheric nitrogen, reducing the need for synthetic fertilizers and promoting sustainable nutrient cycling</a:t>
            </a:r>
            <a:br/>
            <a:r>
              <a:t>- Cover cropping can help suppress weed growth by outcompeting them for resources and reducing the need for herbicides</a:t>
            </a:r>
            <a:br/>
            <a:r>
              <a:t>- Diverse cover crop mixtures can attract beneficial insects, such as pollinators and natural enemies of crop pests, contributing to overall ecosystem resilience and reducing reliance on chemical inputs</a:t>
            </a:r>
            <a:br/>
            <a:br/>
            <a:r>
              <a:t>Sources: [12]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"Importance of Soil Organic Matter"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Soil organic matter acts as a reservoir of nutrients, releasing them slowly over time to support plant growth and development</a:t>
            </a:r>
            <a:br/>
            <a:r>
              <a:t>- High levels of soil organic matter can improve soil aggregation, reducing compaction and enhancing root penetration for better nutrient uptake</a:t>
            </a:r>
            <a:br/>
            <a:r>
              <a:t>- The presence of soil organic matter can increase soil biodiversity, fostering a healthy ecosystem underground that supports plant health and resilience</a:t>
            </a:r>
            <a:br/>
            <a:r>
              <a:t>- Soil organic matter plays a vital role in regulating soil temperature, moisture levels, and pH, creating optimal conditions for plant growth and productivity</a:t>
            </a:r>
            <a:br/>
            <a:br/>
            <a:r>
              <a:t>Sources: [13]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"Drip Irrigation for Water-Efficient Farming"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Drip irrigation systems can significantly reduce water usage by delivering water directly to plant roots, minimizing evaporation and runoff</a:t>
            </a:r>
            <a:br/>
            <a:r>
              <a:t>- Studies have shown that drip irrigation can improve crop yields and quality by ensuring plants receive consistent and adequate water supply</a:t>
            </a:r>
            <a:br/>
            <a:r>
              <a:t>- The use of drip irrigation systems can also help in reducing fertilizer leaching and nutrient runoff, promoting more efficient nutrient uptake by plants</a:t>
            </a:r>
            <a:br/>
            <a:r>
              <a:t>- Farmers implementing drip irrigation can better manage water resources, adapt to changing climate conditions, and enhance overall water efficiency in farming practices</a:t>
            </a:r>
            <a:br/>
            <a:br/>
            <a:r>
              <a:t>Sources: [14]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Crucial Role of Pollinators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Cover crops can improve soil health by increasing soil organic matter content, which enhances soil structure and water retention</a:t>
            </a:r>
            <a:br/>
            <a:r>
              <a:t>- Cover cropping helps suppress weeds naturally, reducing the need for herbicides and promoting a healthier soil ecosystem</a:t>
            </a:r>
            <a:br/>
            <a:r>
              <a:t>- The addition of organic matter from cover crops enhances nutrient cycling in the soil, providing essential nutrients for crop growth</a:t>
            </a:r>
            <a:br/>
            <a:r>
              <a:t>- Cover crops contribute to biodiversity by providing habitat for beneficial insects and microorganisms, supporting a more balanced ecosystem in agricultural landscapes</a:t>
            </a:r>
            <a:br/>
            <a:br/>
            <a:r>
              <a:t>Sources: [15]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[8] Benefits of Crop Rotation in Sustainable Agriculture - https://extension.umn.edu/crop-production-practices/what-are-benefits-crop-rotation</a:t>
            </a:r>
            <a:br/>
            <a:r>
              <a:t>[9] Importance of Soil Organic Matter in Sustainable Agriculture - https://www.sare.org/Learning-Center/Books/Building-Soils-for-Better-Crops-3rd-Edition/Text-Version/The-Living-Soil/Organic-Matter-and-Carbon-Sequestration</a:t>
            </a:r>
            <a:br/>
            <a:r>
              <a:t>[10] Importance of Crop Rotation in Sustainable Agriculture - https://extension.umn.edu/crop-production-practices/rotate-crops-manage-soil-health</a:t>
            </a:r>
            <a:br/>
            <a:r>
              <a:t>[11] Sustainable Pest Management Strategies - https://www.nrcs.usda.gov/wps/portal/nrcs/detail/national/soils/health/?cid=nrcs142p2_053862</a:t>
            </a:r>
            <a:br/>
            <a:r>
              <a:t>[12] Role of Pollinators in Sustainable Agriculture - https://www.nrcs.usda.gov/wps/portal/nrcs/detail/national/home/?cid=nrcs143_023587</a:t>
            </a:r>
            <a:br/>
            <a:r>
              <a:t>[13] Benefits of Soil Organic Matter in Sustainable Agriculture - https://www.nrcs.usda.gov/wps/portal/nrcs/detailfull/soils/health/biology/?cid=nrcs142p2_053868</a:t>
            </a:r>
            <a:br/>
            <a:r>
              <a:t>[14] Water Conservation Techniques in Agriculture - https://extension.umn.edu/irrigation/irrigation-water-management</a:t>
            </a:r>
            <a:br/>
            <a:r>
              <a:t>[15] Benefits of Cover Cropping in Sustainable Agriculture - https://www.sare.org/resources/cover-crops/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