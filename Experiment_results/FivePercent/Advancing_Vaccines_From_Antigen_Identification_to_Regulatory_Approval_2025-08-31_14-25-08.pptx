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Advancing Vaccines: From Antigen Identification to Regulatory Approval</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"Role of Antigens in Vaccine Development"</a:t>
            </a:r>
          </a:p>
        </p:txBody>
      </p:sp>
      <p:sp>
        <p:nvSpPr>
          <p:cNvPr id="3" name="Content Placeholder 2"/>
          <p:cNvSpPr>
            <a:spLocks noGrp="1"/>
          </p:cNvSpPr>
          <p:nvPr>
            <p:ph idx="1"/>
          </p:nvPr>
        </p:nvSpPr>
        <p:spPr/>
        <p:txBody>
          <a:bodyPr/>
          <a:lstStyle/>
          <a:p>
            <a:pPr>
              <a:defRPr sz="2400"/>
            </a:pPr>
            <a:r>
              <a:t>- Post-marketing surveillance and monitoring of vaccines is essential for detecting rare adverse events that may not have been identified during clinical trials.</a:t>
            </a:r>
            <a:br/>
            <a:r>
              <a:t>- Continuous monitoring of vaccine safety and effectiveness helps regulatory agencies ensure ongoing public health protection.</a:t>
            </a:r>
            <a:br/>
            <a:br/>
            <a:r>
              <a:t>Sources: [55]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Methods for Identifying Antigens</a:t>
            </a:r>
          </a:p>
        </p:txBody>
      </p:sp>
      <p:sp>
        <p:nvSpPr>
          <p:cNvPr id="3" name="Content Placeholder 2"/>
          <p:cNvSpPr>
            <a:spLocks noGrp="1"/>
          </p:cNvSpPr>
          <p:nvPr>
            <p:ph idx="1"/>
          </p:nvPr>
        </p:nvSpPr>
        <p:spPr/>
        <p:txBody>
          <a:bodyPr/>
          <a:lstStyle/>
          <a:p>
            <a:pPr>
              <a:defRPr sz="1200"/>
            </a:pPr>
            <a:r>
              <a:t>- Vaccine safety monitoring systems track and monitor adverse events post-vaccination to detect and investigate potential safety concerns promptly.</a:t>
            </a:r>
            <a:br/>
            <a:r>
              <a:t>- These systems play a crucial role in maintaining public confidence in vaccination programs by ensuring the safety of vaccines once they are approved and distributed.</a:t>
            </a:r>
            <a:br/>
            <a:r>
              <a:t>- Continuous monitoring of vaccine safety and effectiveness through surveillance systems helps regulatory agencies ensure ongoing public health protection.</a:t>
            </a:r>
            <a:br/>
            <a:r>
              <a:t>- Post-marketing surveillance is essential for detecting rare adverse events that may not have been identified during clinical trials.</a:t>
            </a:r>
            <a:br/>
            <a:br/>
            <a:r>
              <a:t>Sources: [56]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in Antigen Identification: Overcoming Complexity</a:t>
            </a:r>
          </a:p>
        </p:txBody>
      </p:sp>
      <p:sp>
        <p:nvSpPr>
          <p:cNvPr id="3" name="Content Placeholder 2"/>
          <p:cNvSpPr>
            <a:spLocks noGrp="1"/>
          </p:cNvSpPr>
          <p:nvPr>
            <p:ph idx="1"/>
          </p:nvPr>
        </p:nvSpPr>
        <p:spPr/>
        <p:txBody>
          <a:bodyPr/>
          <a:lstStyle/>
          <a:p>
            <a:pPr>
              <a:defRPr sz="1200"/>
            </a:pPr>
            <a:r>
              <a:t>- Vaccine efficacy is typically assessed through randomized controlled trials where the vaccine is compared to a placebo or another vaccine. Other methods include observational studies, case-control studies, and cohort studies.</a:t>
            </a:r>
            <a:br/>
            <a:r>
              <a:t>- Laboratory studies, such as serological tests, can also be used to measure immune response and effectiveness.</a:t>
            </a:r>
            <a:br/>
            <a:r>
              <a:t>- Post-marketing surveillance is essential for detecting rare adverse events that may not have been identified during clinical trials.</a:t>
            </a:r>
            <a:br/>
            <a:r>
              <a:t>- Monitoring vaccine safety and effectiveness through surveillance systems helps regulatory agencies ensure ongoing public health protection.</a:t>
            </a:r>
            <a:br/>
            <a:br/>
            <a:r>
              <a:t>Sources: [57]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"Animal Studies for Vaccine Testing"</a:t>
            </a:r>
          </a:p>
        </p:txBody>
      </p:sp>
      <p:sp>
        <p:nvSpPr>
          <p:cNvPr id="3" name="Content Placeholder 2"/>
          <p:cNvSpPr>
            <a:spLocks noGrp="1"/>
          </p:cNvSpPr>
          <p:nvPr>
            <p:ph idx="1"/>
          </p:nvPr>
        </p:nvSpPr>
        <p:spPr/>
        <p:txBody>
          <a:bodyPr/>
          <a:lstStyle/>
          <a:p>
            <a:pPr>
              <a:defRPr sz="1200"/>
            </a:pPr>
            <a:r>
              <a:t>- Challenges in vaccine manufacturing include ensuring consistent quality and efficacy, scaling up production to meet global demand, maintaining the stability of vaccines during storage and distribution, dealing with complex manufacturing processes, and navigating regulatory requirements and approvals.</a:t>
            </a:r>
            <a:br/>
            <a:r>
              <a:t>- Ensuring proper storage conditions and distribution logistics are crucial to maintaining vaccine potency and effectiveness, as deviations in temperature can compromise the integrity of the vaccine.</a:t>
            </a:r>
            <a:br/>
            <a:r>
              <a:t>- Vaccine manufacturers must conduct rigorous quality control testing throughout the production process to verify the purity, potency, sterility, and stability of the vaccines.</a:t>
            </a:r>
            <a:br/>
            <a:r>
              <a:t>- Adherence to Good Manufacturing Practices (GMP) is essential for vaccine manufacturers to comply with regulatory standards and ensure the consistent quality, safety, and efficacy of their products.</a:t>
            </a:r>
            <a:br/>
            <a:br/>
            <a:r>
              <a:t>Sources: [58]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"Creating Effective Vaccine Formulations"</a:t>
            </a:r>
          </a:p>
        </p:txBody>
      </p:sp>
      <p:sp>
        <p:nvSpPr>
          <p:cNvPr id="3" name="Content Placeholder 2"/>
          <p:cNvSpPr>
            <a:spLocks noGrp="1"/>
          </p:cNvSpPr>
          <p:nvPr>
            <p:ph idx="1"/>
          </p:nvPr>
        </p:nvSpPr>
        <p:spPr/>
        <p:txBody>
          <a:bodyPr/>
          <a:lstStyle/>
          <a:p>
            <a:pPr>
              <a:defRPr sz="1200"/>
            </a:pPr>
            <a:r>
              <a:t>- Vaccine safety monitoring systems track and investigate adverse events following vaccination to ensure ongoing safety and public confidence in vaccination programs.</a:t>
            </a:r>
            <a:br/>
            <a:r>
              <a:t>- These systems play a crucial role in post-marketing surveillance to identify any safety concerns and maintain the integrity of vaccine distribution.</a:t>
            </a:r>
            <a:br/>
            <a:r>
              <a:t>- Adverse events following vaccination are carefully monitored to assess the risk-benefit profile of vaccines and inform regulatory decisions on safety and efficacy.</a:t>
            </a:r>
            <a:br/>
            <a:r>
              <a:t>- Continuous monitoring and investigation of adverse events contribute to the overall safety and effectiveness of vaccines in public health initiatives.</a:t>
            </a:r>
            <a:br/>
            <a:br/>
            <a:r>
              <a:t>Sources: [59]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Regulatory Requirements for Pre-Clinical Studies</a:t>
            </a:r>
          </a:p>
        </p:txBody>
      </p:sp>
      <p:sp>
        <p:nvSpPr>
          <p:cNvPr id="3" name="Content Placeholder 2"/>
          <p:cNvSpPr>
            <a:spLocks noGrp="1"/>
          </p:cNvSpPr>
          <p:nvPr>
            <p:ph idx="1"/>
          </p:nvPr>
        </p:nvSpPr>
        <p:spPr/>
        <p:txBody>
          <a:bodyPr/>
          <a:lstStyle/>
          <a:p>
            <a:pPr>
              <a:defRPr sz="1200"/>
            </a:pPr>
            <a:r>
              <a:t>- The 'cold chain' system is essential for preserving vaccine potency and effectiveness by ensuring vaccines are stored and transported within the recommended temperature range.</a:t>
            </a:r>
            <a:br/>
            <a:r>
              <a:t>- Proper storage and distribution protocols are crucial to prevent vaccines from losing their effectiveness due to temperature fluctuations or exposure to unsuitable conditions.</a:t>
            </a:r>
            <a:br/>
            <a:r>
              <a:t>- Failure to adhere to the cold chain requirements can result in compromised vaccine efficacy, potentially leading to inadequate protection against diseases and public health risks.</a:t>
            </a:r>
            <a:br/>
            <a:r>
              <a:t>- Maintaining the integrity of the cold chain system is critical for ensuring the quality and efficacy of vaccines throughout the distribution process, ultimately safeguarding public health outcomes.</a:t>
            </a:r>
            <a:br/>
            <a:br/>
            <a:r>
              <a:t>Sources: [60]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"Regulatory Agencies in Vaccine Approval"</a:t>
            </a:r>
          </a:p>
        </p:txBody>
      </p:sp>
      <p:sp>
        <p:nvSpPr>
          <p:cNvPr id="3" name="Content Placeholder 2"/>
          <p:cNvSpPr>
            <a:spLocks noGrp="1"/>
          </p:cNvSpPr>
          <p:nvPr>
            <p:ph idx="1"/>
          </p:nvPr>
        </p:nvSpPr>
        <p:spPr/>
        <p:txBody>
          <a:bodyPr/>
          <a:lstStyle/>
          <a:p>
            <a:pPr>
              <a:defRPr sz="1200"/>
            </a:pPr>
            <a:r>
              <a:t>- Regulatory agencies, such as the FDA and EMA, review vaccine data from clinical trials to assess safety, efficacy, and quality before granting approval for marketing and distribution.</a:t>
            </a:r>
            <a:br/>
            <a:r>
              <a:t>- The vaccine licensure process involves submission of comprehensive data on safety, efficacy, manufacturing, and quality control to regulatory agencies for review and approval.</a:t>
            </a:r>
            <a:br/>
            <a:r>
              <a:t>- Regulatory agencies continue to monitor vaccines post-approval through surveillance systems to detect and investigate adverse events, ensuring ongoing safety and effectiveness.</a:t>
            </a:r>
            <a:br/>
            <a:r>
              <a:t>- Vaccine approval by regulatory agencies is a critical step in the process before vaccines can be manufactured and distributed.</a:t>
            </a:r>
            <a:br/>
            <a:br/>
            <a:r>
              <a:t>Sources: [61]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Vaccine Production Methods &amp; Quality Control</a:t>
            </a:r>
          </a:p>
        </p:txBody>
      </p:sp>
      <p:sp>
        <p:nvSpPr>
          <p:cNvPr id="3" name="Content Placeholder 2"/>
          <p:cNvSpPr>
            <a:spLocks noGrp="1"/>
          </p:cNvSpPr>
          <p:nvPr>
            <p:ph idx="1"/>
          </p:nvPr>
        </p:nvSpPr>
        <p:spPr/>
        <p:txBody>
          <a:bodyPr/>
          <a:lstStyle/>
          <a:p>
            <a:pPr>
              <a:defRPr sz="1200"/>
            </a:pPr>
            <a:r>
              <a:t>- Vaccine manufacturing involves various production methods, including cell culture, viral propagation, purification, and formulation, to ensure the safety and efficacy of vaccines at a large scale.</a:t>
            </a:r>
            <a:br/>
            <a:r>
              <a:t>- Quality control measures in vaccine production encompass testing raw materials, in-process samples, and final products for purity, potency, sterility, and stability to meet stringent quality standards and ensure vaccine safety.</a:t>
            </a:r>
            <a:br/>
            <a:r>
              <a:t>- Adherence to Good Manufacturing Practices (GMP) guidelines is crucial for vaccine manufacturers to maintain high levels of quality, safety, and consistency throughout the production process.</a:t>
            </a:r>
            <a:br/>
            <a:r>
              <a:t>- Ensuring regulatory compliance is essential for vaccine manufacturers to meet the necessary standards and obtain approval for vaccine distribution, emphasizing the importance of following regulatory requirements for manufacturing vaccines.</a:t>
            </a:r>
            <a:br/>
            <a:br/>
            <a:r>
              <a:t>Sources: [62]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[55] Post-Marketing Surveillance and Monitoring of Vaccines - https://www.cdc.gov/vaccinesafety/ensuringsafety/monitoring/index.html</a:t>
            </a:r>
            <a:br/>
            <a:r>
              <a:t>[56] Vaccine Safety Monitoring Systems: Ensuring the Safety of Vaccines - https://www.cdc.gov/vaccinesafety/ensuringsafety/monitoring/index.html</a:t>
            </a:r>
            <a:br/>
            <a:r>
              <a:t>[57] Methods for Assessing Vaccine Efficacy - https://www.who.int/immunization/research/development/vaccine_efficacy/en/</a:t>
            </a:r>
            <a:br/>
            <a:r>
              <a:t>[58] Challenges in Vaccine Manufacturing - https://www.ncbi.nlm.nih.gov/pmc/articles/PMC7821353/</a:t>
            </a:r>
            <a:br/>
            <a:r>
              <a:t>[59] Vaccine Safety Monitoring Systems - https://www.cdc.gov/vaccinesafety/ensuringsafety/monitoring/index.html</a:t>
            </a:r>
            <a:br/>
            <a:r>
              <a:t>[60] Vaccine Distribution and Storage Requirements - https://www.who.int/immunization/programmes_systems/supply_chain/en/</a:t>
            </a:r>
            <a:br/>
            <a:r>
              <a:t>[61] Stages of Vaccine Development - https://www.who.int/immunization/research/development/en/</a:t>
            </a:r>
            <a:br/>
            <a:r>
              <a:t>[62] Common Challenges in Vaccine Manufacturing - https://www.ncbi.nlm.nih.gov/pmc/articles/PMC7190977/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