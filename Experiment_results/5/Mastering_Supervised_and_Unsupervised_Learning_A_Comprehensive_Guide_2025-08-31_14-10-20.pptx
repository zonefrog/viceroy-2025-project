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Mastering Supervised and Unsupervised Learning: A Comprehensive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Slide Title: "Supervised Learning Fundamentals"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Anomaly detection in unsupervised learning involves identifying data points that deviate significantly from the norm, which can be crucial for tasks like fraud detection and system health monitoring.</a:t>
            </a:r>
            <a:br/>
            <a:r>
              <a:t>- Techniques for anomaly detection include statistical methods, machine learning algorithms like Isolation Forest and One-Class SVM, as well as deep learning approaches such as autoencoders.</a:t>
            </a:r>
            <a:br/>
            <a:r>
              <a:t>- Anomaly detection plays a vital role in various industries, including finance, cybersecurity, healthcare, and manufacturing, where detecting outliers can lead to significant cost savings and improved operational efficiency.</a:t>
            </a:r>
            <a:br/>
            <a:br/>
            <a:r>
              <a:t>Sources: [0]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Linear Regression and Its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Ensemble learning combines multiple models to improve prediction accuracy by aggregating their outputs through methods like majority voting, bagging, and boosting.</a:t>
            </a:r>
            <a:br/>
            <a:r>
              <a:t>- Majority voting in ensemble learning selects the most common prediction among the models to make the final decision.</a:t>
            </a:r>
            <a:br/>
            <a:r>
              <a:t>- Bagging in ensemble learning trains multiple models on different subsets of data and combines their predictions to enhance overall performance.</a:t>
            </a:r>
            <a:br/>
            <a:r>
              <a:t>- Boosting in ensemble learning sequentially trains models to correct errors made by previous models, leading to improved generalization and accuracy.</a:t>
            </a:r>
            <a:br/>
            <a:br/>
            <a:r>
              <a:t>Sources: 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Logistic Regression for Classification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Logistic Regression is a probabilistic model that uses the logistic function to estimate the probability that a given input belongs to a certain class.</a:t>
            </a:r>
            <a:br/>
            <a:r>
              <a:t>- It is a linear classifier that calculates the decision boundary separating classes based on the input features.</a:t>
            </a:r>
            <a:br/>
            <a:r>
              <a:t>- Logistic Regression can handle binary classification tasks efficiently by predicting the likelihood of an input belonging to a specific class.</a:t>
            </a:r>
            <a:br/>
            <a:r>
              <a:t>- The model's output is transformed using the logistic function, ensuring predictions are within the range of [0, 1], representing the probability of class membership.</a:t>
            </a:r>
            <a:br/>
            <a:br/>
            <a:r>
              <a:t>Sources: [2]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"Support Vector Machines in Action"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Support Vector Machines (SVM) can efficiently handle high-dimensional data by finding the optimal hyperplane that maximally separates different classes in the feature space.</a:t>
            </a:r>
            <a:br/>
            <a:r>
              <a:t>- SVMs use a kernel trick to transform input data into a higher-dimensional space, allowing for non-linear decision boundaries to be learned.</a:t>
            </a:r>
            <a:br/>
            <a:r>
              <a:t>- In practice, SVMs are widely used for tasks such as image recognition, text classification, and bioinformatics applications due to their ability to handle complex data distributions.</a:t>
            </a:r>
            <a:br/>
            <a:r>
              <a:t>- SVMs are known for their versatility and robustness in handling both classification and regression tasks with high accuracy and generalization performance.</a:t>
            </a:r>
            <a:br/>
            <a:br/>
            <a:r>
              <a:t>Sources: [3]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Decision Trees in Predictive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Decision Trees are a popular machine learning algorithm for classification and regression tasks.</a:t>
            </a:r>
            <a:br/>
            <a:r>
              <a:t>- They partition the input space into regions and assign labels or values based on features.</a:t>
            </a:r>
            <a:br/>
            <a:r>
              <a:t>- Each internal node represents a decision based on a feature, leading to data split into branches.</a:t>
            </a:r>
            <a:br/>
            <a:r>
              <a:t>- Decision Trees can handle both numerical and categorical data, making them versatile for various types of predictive modeling tasks.</a:t>
            </a:r>
            <a:br/>
            <a:br/>
            <a:r>
              <a:t>Sources: [4]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Real-World Applications of 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Random Forest is an ensemble learning method using multiple decision trees for classification or regression</a:t>
            </a:r>
            <a:br/>
            <a:r>
              <a:t>- It improves accuracy and decreases overfitting compared to individual decision trees</a:t>
            </a:r>
            <a:br/>
            <a:r>
              <a:t>- Practical applications include predicting customer churn, credit risk assessment, and medical diagnosis</a:t>
            </a:r>
            <a:br/>
            <a:r>
              <a:t>- Gradient Boosting Machine (GBM) is a popular ensemble learning technique that builds multiple decision trees in a sequential manner, where each tree corrects the errors of its predecessor</a:t>
            </a:r>
            <a:br/>
            <a:r>
              <a:t>- GBM is known for its high predictive accuracy and ability to handle complex datasets</a:t>
            </a:r>
            <a:br/>
            <a:r>
              <a:t>- It is widely used in various machine learning competitions and real-world applications</a:t>
            </a:r>
            <a:br/>
            <a:br/>
            <a:r>
              <a:t>Sources: [5]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Unsupervised Learning Techniques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Unsupervised learning involves training models on unlabeled data without specific guidance</a:t>
            </a:r>
            <a:br/>
            <a:r>
              <a:t>- Common techniques include clustering, dimensionality reduction, and association rule mining</a:t>
            </a:r>
            <a:br/>
            <a:r>
              <a:t>- Applications include customer segmentation, anomaly detection, and recommendation systems</a:t>
            </a:r>
            <a:br/>
            <a:r>
              <a:t>- Practical examples: Market basket analysis for retail, anomaly detection in cybersecurity, topic modeling in natural language processing</a:t>
            </a:r>
            <a:br/>
            <a:r>
              <a:t>- Unsupervised learning aims to find patterns or intrinsic structures within unlabeled data</a:t>
            </a:r>
            <a:br/>
            <a:r>
              <a:t>- Techniques like clustering, dimensionality reduction, and association rule mining are used to uncover hidden patterns and relationships in data</a:t>
            </a:r>
            <a:br/>
            <a:br/>
            <a:r>
              <a:t>Sources: [6]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"Clustering Algorithms for Data Segmentation"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Genetic algorithms involve creating a population of potential solutions and evolving them through selection, crossover, and mutation</a:t>
            </a:r>
            <a:br/>
            <a:r>
              <a:t>- They are inspired by natural selection processes and are used for optimization problems</a:t>
            </a:r>
            <a:br/>
            <a:r>
              <a:t>- Genetic algorithms are effective in domains such as vehicle routing, job scheduling, and parameter optimization in machine learning models</a:t>
            </a:r>
            <a:br/>
            <a:r>
              <a:t>- The process of genetic algorithms includes fitness evaluation to determine the quality of solutions and improve them over generations</a:t>
            </a:r>
            <a:br/>
            <a:br/>
            <a:r>
              <a:t>Sources: [7]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[0] Anomaly Detection: A Comprehensive Guide - https://www.analyticsvidhya.com/blog/2019/02/outlier-detection-anomaly-detection/</a:t>
            </a:r>
            <a:br/>
            <a:r>
              <a:t>[1] Ensemble Learning: A Comprehensive Guide - https://towardsdatascience.com/ensemble-learning-using-scikit-learn-85c4531ff86a</a:t>
            </a:r>
            <a:br/>
            <a:r>
              <a:t>[2] Decision Trees: A Comprehensive Guide - https://towardsdatascience.com/decision-trees-a-comprehensive-guide-3ac3e8b7ec07</a:t>
            </a:r>
            <a:br/>
            <a:r>
              <a:t>[3] Supervised Learning: A Comprehensive Guide - https://builtin.com/data-science/supervised-learning</a:t>
            </a:r>
            <a:br/>
            <a:r>
              <a:t>[4] Q-Learning: A Comprehensive Guide - https://towardsdatascience.com/reinforcement-learning-q-learning-with-python-and-openai-d445c2ab1d5d</a:t>
            </a:r>
            <a:br/>
            <a:r>
              <a:t>[5] Gradient Boosting Machine: A Comprehensive Guide - https://towardsdatascience.com/understanding-gradient-boosting-machines-9be756fe76ab</a:t>
            </a:r>
            <a:br/>
            <a:r>
              <a:t>[6] Unsupervised Learning: A Comprehensive Guide - https://builtin.com/data-science/unsupervised-learning</a:t>
            </a:r>
            <a:br/>
            <a:r>
              <a:t>[7] Genetic Algorithms: A Comprehensive Guide - https://www.geeksforgeeks.org/genetic-algorithms/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