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Navigating the Complexities of Immigration Policies and Cultural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Global Immigration Policy Variability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- Research shows that the recent trend in immigration policies includes stricter eligibility criteria and limitations on social benefits for immigrants.</a:t>
            </a:r>
            <a:br/>
            <a:r>
              <a:t>- Some countries are implementing more inclusive immigration policies to promote cultural integration and diversity alongside the restrictive measures.</a:t>
            </a:r>
            <a:br/>
            <a:br/>
            <a:r>
              <a:t>Sources: [71]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Trends in Restrictive Immigration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Cultural assimilation can lead to a loss of cultural identity for immigrants, impacting their sense of belonging and connection to their heritage.</a:t>
            </a:r>
            <a:br/>
            <a:r>
              <a:t>- Multiculturalism fosters a more inclusive society where individuals can maintain their cultural roots while contributing to the diversity of the community.</a:t>
            </a:r>
            <a:br/>
            <a:r>
              <a:t>- Research indicates that countries embracing multiculturalism tend to have higher levels of social cohesion and reduced instances of discrimination and social division.</a:t>
            </a:r>
            <a:br/>
            <a:r>
              <a:t>- Understanding the differences between cultural assimilation and multiculturalism is essential for promoting social harmony and embracing diversity in multicultural societies.</a:t>
            </a:r>
            <a:br/>
            <a:br/>
            <a:r>
              <a:t>Sources: [72]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Inclusive Immigration Policies and Cultural Diversity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Integration programs for immigrants provide language classes, cultural orientation sessions, job training, and social support services to aid newcomers in adapting to their new country.</a:t>
            </a:r>
            <a:br/>
            <a:r>
              <a:t>- Participation in integration programs facilitates the integration of immigrants into their new communities, enabling them to contribute positively to society and foster social cohesion.</a:t>
            </a:r>
            <a:br/>
            <a:br/>
            <a:r>
              <a:t>Sources: [73]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"Overcoming Language Barriers in Cultural Integration"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Language classes and programs are effective in helping immigrants learn the local language and improve their communication skills to facilitate cultural integration.</a:t>
            </a:r>
            <a:br/>
            <a:r>
              <a:t>- The use of interpreters or translation services can bridge the communication gap between immigrants and locals, enhancing understanding and integration.</a:t>
            </a:r>
            <a:br/>
            <a:r>
              <a:t>- Creating multilingual resources and materials can promote better communication and interaction among diverse communities.</a:t>
            </a:r>
            <a:br/>
            <a:r>
              <a:t>- Providing language support through various means can significantly aid immigrants in overcoming language barriers and integrating into society.</a:t>
            </a:r>
            <a:br/>
            <a:br/>
            <a:r>
              <a:t>Sources: [74]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"Effective Strategies for Language Barrier Overcoming"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Incorporating intercultural education in language classes and programs can enhance cultural awareness and competence among immigrants, facilitating better integration into the local community.</a:t>
            </a:r>
            <a:br/>
            <a:r>
              <a:t>- Offering language support services that focus on cultural nuances and communication styles can further aid immigrants in overcoming language barriers and fostering meaningful interactions with locals.</a:t>
            </a:r>
            <a:br/>
            <a:r>
              <a:t>- Utilizing technology-based language learning platforms tailored to immigrant communities' needs can provide accessible and personalized language support, promoting effective communication and integration.</a:t>
            </a:r>
            <a:br/>
            <a:r>
              <a:t>- Implementing community-based language exchange programs where immigrants can practice language skills with native speakers can create opportunities for cultural exchange and mutual understanding.</a:t>
            </a:r>
            <a:br/>
            <a:br/>
            <a:r>
              <a:t>Sources: [75]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Impact of Immigration Policies on Social Cohesion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Research has shown that restrictive immigration policies can create social divisions, discrimination, and marginalization of immigrant populations, leading to a lack of social cohesion within a community.</a:t>
            </a:r>
            <a:br/>
            <a:r>
              <a:t>- Conversely, inclusive immigration policies have been found to promote unity, diversity, and cultural exchange, which in turn strengthen social cohesion and foster a sense of belonging among immigrants.</a:t>
            </a:r>
            <a:br/>
            <a:r>
              <a:t>- Studies indicate that when immigration policies are welcoming and supportive, they can contribute to the integration of immigrants into society, enhancing social cohesion and community dynamics.</a:t>
            </a:r>
            <a:br/>
            <a:r>
              <a:t>- Additionally, research suggests that the implementation of fair and inclusive immigration policies can mitigate tensions, promote understanding, and build trust among diverse populations, ultimately fostering a more cohesive and harmonious society.</a:t>
            </a:r>
            <a:br/>
            <a:br/>
            <a:r>
              <a:t>Sources: [76]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Effects of Cultural Assimilation on Identity 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Research indicates that individuals experiencing cultural assimilation may navigate a sense of belonging and acceptance in the new culture, thereby strengthening their cultural identity.</a:t>
            </a:r>
            <a:br/>
            <a:r>
              <a:t>- Studies suggest that individuals undergoing cultural assimilation may face challenges in maintaining their original cultural identity, which could result in feelings of alienation and confusion.</a:t>
            </a:r>
            <a:br/>
            <a:r>
              <a:t>- Finding a balance between embracing the new culture and preserving aspects of the original cultural identity is crucial for individuals undergoing cultural assimilation.</a:t>
            </a:r>
            <a:br/>
            <a:r>
              <a:t>- It is essential for individuals in the process of cultural assimilation to engage in self-reflection and seek support to navigate the complexities of identity formation in a new cultural context.</a:t>
            </a:r>
            <a:br/>
            <a:br/>
            <a:r>
              <a:t>Sources: [77]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"Economic Benefits of Multiculturalism"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 diverse workforce can bring a variety of perspectives and ideas to the table, leading to increased innovation and creativity.</a:t>
            </a:r>
            <a:br/>
            <a:r>
              <a:t>- Companies with diverse teams are more likely to understand and meet the needs of a diverse customer base, leading to higher profits.</a:t>
            </a:r>
            <a:br/>
            <a:r>
              <a:t>- Multiculturalism can attract international talent and investment, boosting economic growth.</a:t>
            </a:r>
            <a:br/>
            <a:r>
              <a:t>- Cultural diversity in the workforce can contribute to a more dynamic and resilient economy.</a:t>
            </a:r>
            <a:br/>
            <a:br/>
            <a:r>
              <a:t>Sources: [78]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[71] Global Trends in Immigration Policies - https://www.migrationpolicy.org/article/trends-global-migration-and-migration-policies</a:t>
            </a:r>
            <a:br/>
            <a:r>
              <a:t>[72] Cultural Assimilation vs Multiculturalism - https://www.britannica.com/topic/multiculturalism</a:t>
            </a:r>
            <a:br/>
            <a:r>
              <a:t>[73] Integration Programs for Immigrants: A Comprehensive Guide - https://www.unhcr.org/5b49d0c94.pdf</a:t>
            </a:r>
            <a:br/>
            <a:r>
              <a:t>[74] Strategies for Overcoming Language Barriers in Cultural Integration - https://www.migrationpolicy.org/article/language-barriers-immigrants-us</a:t>
            </a:r>
            <a:br/>
            <a:r>
              <a:t>[75] The Importance of Intercultural Education in Promoting Cultural Diversity - https://www.tandfonline.com/doi/abs/10.1080/1356251032000072462</a:t>
            </a:r>
            <a:br/>
            <a:r>
              <a:t>[76] The Impact of Immigration Policies on Social Cohesion: An Overview - https://www.migrationpolicy.org/article/immigration-social-cohesion</a:t>
            </a:r>
            <a:br/>
            <a:r>
              <a:t>[77] Effects of Cultural Assimilation on Identity Formation - https://www.psychologytoday.com/us/blog/living-heritage/202001/how-cultural-assimilation-affects-identity</a:t>
            </a:r>
            <a:br/>
            <a:r>
              <a:t>[78] Economic Benefits of Multiculturalism - https://www.forbes.com/sites/forbescoachescouncil/2018/05/21/the-advantages-of-multiculturalism-in-the-workplace/#3b2c8b6b6c9b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