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Evolution of Theater: From Ancient Greece to Shakespearean Drama</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"Festival of Dionysia &amp; Three Genres of Ancient Greek Drama"</a:t>
            </a:r>
          </a:p>
        </p:txBody>
      </p:sp>
      <p:sp>
        <p:nvSpPr>
          <p:cNvPr id="3" name="Content Placeholder 2"/>
          <p:cNvSpPr>
            <a:spLocks noGrp="1"/>
          </p:cNvSpPr>
          <p:nvPr>
            <p:ph idx="1"/>
          </p:nvPr>
        </p:nvSpPr>
        <p:spPr/>
        <p:txBody>
          <a:bodyPr/>
          <a:lstStyle/>
          <a:p>
            <a:pPr>
              <a:defRPr sz="1200"/>
            </a:pPr>
            <a:r>
              <a:t>- The Festival of Dionysia was a major theatrical event in ancient Greece, featuring competitions among playwrights to showcase their tragedies, comedies, and satyr plays.</a:t>
            </a:r>
            <a:br/>
            <a:r>
              <a:t>- The three main genres of drama in ancient Greek theater, tragedy, comedy, and satyr plays, each had specific characteristics and served different purposes in the theatrical performances.</a:t>
            </a:r>
            <a:br/>
            <a:r>
              <a:t>- The Festival of Dionysia was a religious festival honoring the god Dionysus, and the theatrical performances were an integral part of the worship and celebration of this deity.</a:t>
            </a:r>
            <a:br/>
            <a:r>
              <a:t>- The theatrical performances at the Festival of Dionysia were not only entertainment but also served as a form of civic education and cultural expression in ancient Greek society.</a:t>
            </a:r>
            <a:br/>
            <a:br/>
            <a:r>
              <a:t>Sources: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Greek Playwrights: Aeschylus, Sophocles, Euripides</a:t>
            </a:r>
          </a:p>
        </p:txBody>
      </p:sp>
      <p:sp>
        <p:nvSpPr>
          <p:cNvPr id="3" name="Content Placeholder 2"/>
          <p:cNvSpPr>
            <a:spLocks noGrp="1"/>
          </p:cNvSpPr>
          <p:nvPr>
            <p:ph idx="1"/>
          </p:nvPr>
        </p:nvSpPr>
        <p:spPr/>
        <p:txBody>
          <a:bodyPr/>
          <a:lstStyle/>
          <a:p>
            <a:pPr>
              <a:defRPr sz="1200"/>
            </a:pPr>
            <a:r>
              <a:t>- Aeschylus introduced the second actor and developed the use of the chorus in Greek theater.</a:t>
            </a:r>
            <a:br/>
            <a:r>
              <a:t>- Sophocles was known for creating complex characters and exploring psychological depth in plays like "Oedipus Rex."</a:t>
            </a:r>
            <a:br/>
            <a:r>
              <a:t>- Euripides focused on portraying human emotions and relationships in plays such as "Medea" and "The Bacchae."</a:t>
            </a:r>
            <a:br/>
            <a:r>
              <a:t>- Ancient Greek theater originated in the 6th century BC in Athens, Greece, as part of the festival of Dionysia, featuring tragedy, comedy, and satyr plays.</a:t>
            </a:r>
            <a:br/>
            <a:r>
              <a:t>- The Theater of Epidaurus, a famous outdoor amphitheater, was a significant venue for Greek theatrical performances.</a:t>
            </a:r>
            <a:br/>
            <a:br/>
            <a:r>
              <a:t>Sources: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Role of Choral Performance in Greek Tragedy</a:t>
            </a:r>
          </a:p>
        </p:txBody>
      </p:sp>
      <p:sp>
        <p:nvSpPr>
          <p:cNvPr id="3" name="Content Placeholder 2"/>
          <p:cNvSpPr>
            <a:spLocks noGrp="1"/>
          </p:cNvSpPr>
          <p:nvPr>
            <p:ph idx="1"/>
          </p:nvPr>
        </p:nvSpPr>
        <p:spPr/>
        <p:txBody>
          <a:bodyPr/>
          <a:lstStyle/>
          <a:p>
            <a:pPr>
              <a:defRPr sz="1200"/>
            </a:pPr>
            <a:r>
              <a:t>- Choral performance in Greek tragedy served as both performers and commentators</a:t>
            </a:r>
            <a:br/>
            <a:r>
              <a:t>- The chorus initially consisted of singers honoring Dionysus and evolved to include complex songs, dances, and dialogue with actors</a:t>
            </a:r>
            <a:br/>
            <a:r>
              <a:t>- Enhanced emotional impact of tragic performances through collaboration with actors</a:t>
            </a:r>
            <a:br/>
            <a:r>
              <a:t>- Example: Chorus in Sophocles' "Antigone" providing moral commentary and emotional depth to the play</a:t>
            </a:r>
            <a:br/>
            <a:r>
              <a:t>- Modern experimental theater explores innovative and unconventional practices pushing traditional boundaries in storytelling and performance</a:t>
            </a:r>
            <a:br/>
            <a:br/>
            <a:r>
              <a:t>Sources: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"Influence of Greek Theater on Roman Theater Architecture"</a:t>
            </a:r>
          </a:p>
        </p:txBody>
      </p:sp>
      <p:sp>
        <p:nvSpPr>
          <p:cNvPr id="3" name="Content Placeholder 2"/>
          <p:cNvSpPr>
            <a:spLocks noGrp="1"/>
          </p:cNvSpPr>
          <p:nvPr>
            <p:ph idx="1"/>
          </p:nvPr>
        </p:nvSpPr>
        <p:spPr/>
        <p:txBody>
          <a:bodyPr/>
          <a:lstStyle/>
          <a:p>
            <a:pPr>
              <a:defRPr sz="1200"/>
            </a:pPr>
            <a:r>
              <a:t>- Roman theaters were typically built into hillsides for structural support, following the Greek tradition of utilizing natural topography for acoustics and audience seating.</a:t>
            </a:r>
            <a:br/>
            <a:r>
              <a:t>- Roman theaters had elaborate stage machinery like trapdoors and pulleys for special effects, showcasing the Roman engineering ingenuity in creating immersive theatrical experiences.</a:t>
            </a:r>
            <a:br/>
            <a:r>
              <a:t>- Roman theater architecture was influenced by Greek designs but had its unique features, such as the incorporation of awnings (vela) for shade and protection from the elements, enhancing audience comfort during performances.</a:t>
            </a:r>
            <a:br/>
            <a:br/>
            <a:r>
              <a:t>Sources: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"Roman Theater: Characteristics of Plays and Actors"</a:t>
            </a:r>
          </a:p>
        </p:txBody>
      </p:sp>
      <p:sp>
        <p:nvSpPr>
          <p:cNvPr id="3" name="Content Placeholder 2"/>
          <p:cNvSpPr>
            <a:spLocks noGrp="1"/>
          </p:cNvSpPr>
          <p:nvPr>
            <p:ph idx="1"/>
          </p:nvPr>
        </p:nvSpPr>
        <p:spPr/>
        <p:txBody>
          <a:bodyPr/>
          <a:lstStyle/>
          <a:p>
            <a:pPr>
              <a:defRPr sz="1200"/>
            </a:pPr>
            <a:r>
              <a:t>- Roman theaters were typically built into hillsides for structural support, following the Greek tradition of utilizing natural topography for acoustics and audience seating.</a:t>
            </a:r>
            <a:br/>
            <a:r>
              <a:t>- Roman theaters had elaborate stage machinery like trapdoors and pulleys for special effects, showcasing the Roman engineering ingenuity in creating immersive theatrical experiences.</a:t>
            </a:r>
            <a:br/>
            <a:r>
              <a:t>- Roman theater architecture was influenced by Greek designs but had its unique features, such as the incorporation of awnings (vela) for shade and protection from the elements, enhancing audience comfort during performances.</a:t>
            </a:r>
            <a:br/>
            <a:r>
              <a:t>- Roman theaters featured a semicircular orchestra or stage area, providing a central performance space for actors and enhancing acoustics for the audience.</a:t>
            </a:r>
            <a:br/>
            <a:r>
              <a:t>- The audience seating in Roman theaters, known as the cavea, was divided into different sections based on social class, reflecting the hierarchical structure of Roman society and ensuring appropriate seating arrangements for different audiences.</a:t>
            </a:r>
            <a:br/>
            <a:br/>
            <a:r>
              <a:t>Sources: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Evolution of Roman Theater: Greek to Distinct Style</a:t>
            </a:r>
          </a:p>
        </p:txBody>
      </p:sp>
      <p:sp>
        <p:nvSpPr>
          <p:cNvPr id="3" name="Content Placeholder 2"/>
          <p:cNvSpPr>
            <a:spLocks noGrp="1"/>
          </p:cNvSpPr>
          <p:nvPr>
            <p:ph idx="1"/>
          </p:nvPr>
        </p:nvSpPr>
        <p:spPr/>
        <p:txBody>
          <a:bodyPr/>
          <a:lstStyle/>
          <a:p>
            <a:pPr>
              <a:defRPr sz="1200"/>
            </a:pPr>
            <a:r>
              <a:t>- Choral performance in Greek tragedy evolved to include more complex songs, dances, and dialogue with actors, enhancing emotional impact.</a:t>
            </a:r>
            <a:br/>
            <a:r>
              <a:t>- Roman theaters typically incorporated elaborate stage machinery like trapdoors and pulleys for special effects, showcasing Roman engineering ingenuity.</a:t>
            </a:r>
            <a:br/>
            <a:r>
              <a:t>- Roman theater architecture, influenced by Greek designs, featured unique elements like awnings (vela) for audience comfort and protection from the elements.</a:t>
            </a:r>
            <a:br/>
            <a:r>
              <a:t>- The semicircular orchestra in Roman theaters provided a central performance space for actors and enhanced acoustics for the audience.</a:t>
            </a:r>
            <a:br/>
            <a:br/>
            <a:r>
              <a:t>Sources: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Medieval Mystery Plays: Origin and Purpose</a:t>
            </a:r>
          </a:p>
        </p:txBody>
      </p:sp>
      <p:sp>
        <p:nvSpPr>
          <p:cNvPr id="3" name="Content Placeholder 2"/>
          <p:cNvSpPr>
            <a:spLocks noGrp="1"/>
          </p:cNvSpPr>
          <p:nvPr>
            <p:ph idx="1"/>
          </p:nvPr>
        </p:nvSpPr>
        <p:spPr/>
        <p:txBody>
          <a:bodyPr/>
          <a:lstStyle/>
          <a:p>
            <a:pPr>
              <a:defRPr sz="1200"/>
            </a:pPr>
            <a:r>
              <a:t>- Mystery plays were often performed on special occasions such as religious festivals or holy days, drawing large crowds and engaging the community in religious storytelling.</a:t>
            </a:r>
            <a:br/>
            <a:r>
              <a:t>- The use of elaborate costumes, props, and set designs in mystery plays helped create immersive environments that transported audiences to biblical settings and narratives.</a:t>
            </a:r>
            <a:br/>
            <a:br/>
            <a:r>
              <a:t>Sources: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Influence of Commedia dell'Arte on Shakespearean Drama</a:t>
            </a:r>
          </a:p>
        </p:txBody>
      </p:sp>
      <p:sp>
        <p:nvSpPr>
          <p:cNvPr id="3" name="Content Placeholder 2"/>
          <p:cNvSpPr>
            <a:spLocks noGrp="1"/>
          </p:cNvSpPr>
          <p:nvPr>
            <p:ph idx="1"/>
          </p:nvPr>
        </p:nvSpPr>
        <p:spPr/>
        <p:txBody>
          <a:bodyPr/>
          <a:lstStyle/>
          <a:p>
            <a:pPr>
              <a:defRPr sz="2400"/>
            </a:pPr>
            <a:r>
              <a:t>- Commedia dell'Arte performances often featured exaggerated physical gestures and movements, known as "commedia gestures," to enhance comedic effect and engage the audience.</a:t>
            </a:r>
            <a:br/>
            <a:r>
              <a:t>- The use of masks in Commedia dell'Arte allowed actors to quickly change characters and portray different emotions, contributing to the fast-paced and dynamic nature of the performances.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[40] Origins of Greek Tragedy - https://www.britannica.com/art/tragedy-literature</a:t>
            </a:r>
            <a:br/>
            <a:r>
              <a:t>[41] Ancient Greek Theater History - https://www.britannica.com/art/Western-theatre/Ancient-Greek-theatre</a:t>
            </a:r>
            <a:br/>
            <a:r>
              <a:t>[42] Modern Experimental Theater: An Overview - https://www.britannica.com/art/avant-garde-theatre</a:t>
            </a:r>
            <a:br/>
            <a:r>
              <a:t>[43] Evolution of Roman Theater - https://www.worldhistory.org/Roman_Theatre/</a:t>
            </a:r>
            <a:br/>
            <a:r>
              <a:t>[44] Roman Theater Architecture - https://www.worldhistory.org/Roman_Theatre/</a:t>
            </a:r>
            <a:br/>
            <a:r>
              <a:t>[45] Evolution of Choral Performance in Greek Tragedy - https://www.britannica.com/art/chorus-Greek-drama</a:t>
            </a:r>
            <a:br/>
            <a:r>
              <a:t>[46] Medieval Mystery Plays - https://www.britannica.com/art/mystery-play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