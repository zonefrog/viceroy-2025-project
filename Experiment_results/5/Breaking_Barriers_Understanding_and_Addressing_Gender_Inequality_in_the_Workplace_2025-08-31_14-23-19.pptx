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Breaking Barriers: Understanding and Addressing Gender Inequality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Gender Pay Gap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gender pay gap is often calculated by comparing the median or average salaries of men and women in the workforce.</a:t>
            </a:r>
            <a:br/>
            <a:r>
              <a:t>- Efforts to address the gender pay gap include promoting pay transparency, implementing equal pay laws, and providing support for women to advance in their careers.</a:t>
            </a:r>
            <a:br/>
            <a:r>
              <a:t>- Research suggests that occupational segregation, discrimination, and caregiving responsibilities are key factors contributing to the gender pay gap.</a:t>
            </a:r>
            <a:br/>
            <a:r>
              <a:t>- Strategies such as pay equity audits, salary negotiation training, and flexible work arrangements have been proposed to help reduce the gender pay gap.</a:t>
            </a:r>
            <a:br/>
            <a:br/>
            <a:r>
              <a:t>Sources: [47]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Factors in Gender Pay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Gender stereotypes in the workplace can lead to biased decision-making processes, affecting hiring, promotions, and overall treatment of employees based on their gender.</a:t>
            </a:r>
            <a:br/>
            <a:r>
              <a:t>- Common stereotypes include assumptions that women are less competent in leadership roles and that men are more suitable for technical positions.</a:t>
            </a:r>
            <a:br/>
            <a:r>
              <a:t>- Addressing gender stereotypes requires challenging ingrained beliefs through diversity training, inclusive leadership practices, and promoting diverse role models in the workplace.</a:t>
            </a:r>
            <a:br/>
            <a:r>
              <a:t>- Research indicates that combatting gender stereotypes can lead to a more inclusive work environment, improved employee morale, and enhanced organizational performance.</a:t>
            </a:r>
            <a:br/>
            <a:br/>
            <a:r>
              <a:t>Sources: [48]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Gender Pay Gap Variances: Country Disparities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gender pay gap in the United States is around 82 cents for every dollar earned by men, highlighting significant disparities in earnings based on gender.</a:t>
            </a:r>
            <a:br/>
            <a:r>
              <a:t>- In the United Kingdom, women earn approximately 81 pence for every pound earned by men, indicating a similar pattern of unequal pay between genders.</a:t>
            </a:r>
            <a:br/>
            <a:r>
              <a:t>- Countries like Iceland and Sweden have shown progress in narrowing the gender pay gap, serving as examples of successful initiatives to reduce income disparities.</a:t>
            </a:r>
            <a:br/>
            <a:r>
              <a:t>- Factors contributing to global variances in the gender pay gap include cultural norms, legal frameworks, and economic conditions, emphasizing the multifaceted nature of this issue.</a:t>
            </a:r>
            <a:br/>
            <a:br/>
            <a:r>
              <a:t>Sources: [49]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Forms of Workplace Discrimination Against Women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Intersectional discrimination: Women of color often face compounded discrimination based on both gender and race, resulting in even greater disparities in pay and opportunities.</a:t>
            </a:r>
            <a:br/>
            <a:r>
              <a:t>- Microaggressions: Subtle forms of discrimination, such as comments or actions that undermine women's capabilities or contributions, can contribute to a hostile work environment.</a:t>
            </a:r>
            <a:br/>
            <a:r>
              <a:t>- Lack of support for work-life balance: Women are often penalized for taking time off for caregiving responsibilities, leading to fewer advancement opportunities and unequal treatment in the workplace.</a:t>
            </a:r>
            <a:br/>
            <a:br/>
            <a:r>
              <a:t>Sources: [50]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Addressing Gender Bias in Hiring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Unconscious bias can perpetuate gender disparities in hiring decisions, affecting women's access to job opportunities and career advancement.</a:t>
            </a:r>
            <a:br/>
            <a:r>
              <a:t>- Studies have shown that blind recruitment processes, where identifying information is removed from applications, can help mitigate unconscious bias and promote fairer evaluations.</a:t>
            </a:r>
            <a:br/>
            <a:r>
              <a:t>- Implementing diverse interview panels composed of individuals from different backgrounds can provide varied perspectives and reduce the impact of bias in hiring practices.</a:t>
            </a:r>
            <a:br/>
            <a:r>
              <a:t>- Training programs on bias mitigation can raise awareness among hiring managers and recruiters, equipping them with tools to recognize and address unconscious biases in the recruitment process.</a:t>
            </a:r>
            <a:br/>
            <a:br/>
            <a:r>
              <a:t>Sources: [51]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Types of Workplace Discrimination Against Women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 indicates that gender diversity initiatives lead to increased innovation and creativity within teams, resulting in enhanced problem-solving abilities and more effective decision-making processes.</a:t>
            </a:r>
            <a:br/>
            <a:r>
              <a:t>- Studies have shown that promoting gender diversity in the workplace can boost employee morale and retention rates, as individuals feel valued, respected, and included in the organizational culture.</a:t>
            </a:r>
            <a:br/>
            <a:r>
              <a:t>- Companies that prioritize gender diversity initiatives not only improve their reputation but also attract top talent, positioning themselves as desirable employers in the market.</a:t>
            </a:r>
            <a:br/>
            <a:r>
              <a:t>- Gender diversity initiatives are not only ethically sound but also have a positive impact on business performance, contributing to long-term success and sustainability.</a:t>
            </a:r>
            <a:br/>
            <a:br/>
            <a:r>
              <a:t>Sources: [52]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Impact of Gender Stereotypes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Gender stereotypes in the workplace can lead to biases in hiring, promotion, and salary decisions, affecting women's career opportunities and advancement.</a:t>
            </a:r>
            <a:br/>
            <a:r>
              <a:t>- Research has shown that women may face challenges in being perceived as competent for leadership roles due to gender stereotypes, limiting their professional growth and development.</a:t>
            </a:r>
            <a:br/>
            <a:r>
              <a:t>- Gender stereotypes contribute to creating a hostile work environment for women, where they may experience undervaluation and marginalization, impacting their overall job satisfaction and well-being.</a:t>
            </a:r>
            <a:br/>
            <a:r>
              <a:t>- Studies indicate that combating gender stereotypes through diversity and inclusion programs can help promote a more equitable and supportive work environment for all employees.</a:t>
            </a:r>
            <a:br/>
            <a:br/>
            <a:r>
              <a:t>Sources: [53]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"Strategies to Break the Glass Ceiling"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glass ceiling phenomenon can have detrimental effects on women's career trajectories, organizational diversity, and overall business performance.</a:t>
            </a:r>
            <a:br/>
            <a:r>
              <a:t>- Overcoming the glass ceiling often requires women to implement strategies such as seeking mentorship, building networks, and acquiring new skills through training opportunities.</a:t>
            </a:r>
            <a:br/>
            <a:r>
              <a:t>- Research shows that breaking through the glass ceiling not only benefits individual career advancement but also contributes to a more inclusive and diverse workplace culture.</a:t>
            </a:r>
            <a:br/>
            <a:r>
              <a:t>- Successful strategies for shattering the glass ceiling may involve advocating for oneself in seeking promotions and career advancement opportunities.</a:t>
            </a:r>
            <a:br/>
            <a:br/>
            <a:r>
              <a:t>Sources: [54]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[47] Understanding the Gender Pay Gap - https://www.payscale.com/data/gender-pay-gap</a:t>
            </a:r>
            <a:br/>
            <a:r>
              <a:t>[48] Gender Stereotypes in the Workplace - https://www.forbes.com/sites/forbeshumanresourcescouncil/2020/03/06/how-to-overcome-gender-stereotypes-in-the-workplace/?sh=4b7f1aae7e38</a:t>
            </a:r>
            <a:br/>
            <a:r>
              <a:t>[49] Gender Pay Gap Statistics by Country - https://www.payscale.com/data/gender-pay-gap</a:t>
            </a:r>
            <a:br/>
            <a:r>
              <a:t>[50] Breaking the Glass Ceiling: Strategies for Women in the Workplace - https://www.forbes.com/sites/forbescoachescouncil/2021/03/08/breaking-the-glass-ceiling-strategies-for-women-in-the-workplace/?sh=2c1b1d7b3c7d</a:t>
            </a:r>
            <a:br/>
            <a:r>
              <a:t>[51] Intersectionality in Gender Equality: What It Means and Why It Matters - https://www.forbes.com/sites/forbescommunicationscouncil/2020/03/06/intersectionality-in-the-workplace-why-it-matters-and-what-you-can-do-about-it/?sh=3b2e7b1c5c51</a:t>
            </a:r>
            <a:br/>
            <a:r>
              <a:t>[52] Benefits of Gender Diversity Initiatives in the Workplace - https://www.forbes.com/sites/forbesbusinesscouncil/2021/06/25/the-business-case-for-gender-diversity-and-inclusion/?sh=5a9a265e2d4e</a:t>
            </a:r>
            <a:br/>
            <a:r>
              <a:t>[53] How Gender Stereotypes Affect Women in the Workplace - https://www.forbes.com/sites/forbescoachescouncil/2021/03/08/how-gender-stereotypes-affect-women-in-the-workplace/?sh=6e3846c669d1</a:t>
            </a:r>
            <a:br/>
            <a:r>
              <a:t>[54] Understanding the Glass Ceiling Phenomenon in the Workplace - https://www.forbes.com/sites/forbescoachescouncil/2020/03/03/the-glass-ceiling-is-real-and-it-hurts-women-and-minorities/?sh=1cbe8c6e6f6a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