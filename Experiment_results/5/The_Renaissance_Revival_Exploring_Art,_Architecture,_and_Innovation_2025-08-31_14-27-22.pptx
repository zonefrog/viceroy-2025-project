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Renaissance Revival: Exploring Art, Architecture, and Innovation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Characteristics of Renaissance Art: Realism, Perspective, Humanism</a:t>
            </a:r>
          </a:p>
        </p:txBody>
      </p:sp>
      <p:sp>
        <p:nvSpPr>
          <p:cNvPr id="3" name="Content Placeholder 2"/>
          <p:cNvSpPr>
            <a:spLocks noGrp="1"/>
          </p:cNvSpPr>
          <p:nvPr>
            <p:ph idx="1"/>
          </p:nvPr>
        </p:nvSpPr>
        <p:spPr/>
        <p:txBody>
          <a:bodyPr/>
          <a:lstStyle/>
          <a:p>
            <a:pPr>
              <a:defRPr sz="2400"/>
            </a:pPr>
            <a:r>
              <a:t>- Leonardo da Vinci was known for his diverse talents, including painting, sculpture, architecture, science, mathematics, engineering, anatomy, geology, and writing.</a:t>
            </a:r>
            <a:br/>
            <a:r>
              <a:t>- Da Vinci's iconic works, such as the Mona Lisa and The Last Supper, exemplify his mastery of art and innovation across various disciplines.</a:t>
            </a:r>
            <a:br/>
            <a:br/>
            <a:r>
              <a:t>Sources: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Innovations in Techniques: Linear Perspective and Oil Paint</a:t>
            </a:r>
          </a:p>
        </p:txBody>
      </p:sp>
      <p:sp>
        <p:nvSpPr>
          <p:cNvPr id="3" name="Content Placeholder 2"/>
          <p:cNvSpPr>
            <a:spLocks noGrp="1"/>
          </p:cNvSpPr>
          <p:nvPr>
            <p:ph idx="1"/>
          </p:nvPr>
        </p:nvSpPr>
        <p:spPr/>
        <p:txBody>
          <a:bodyPr/>
          <a:lstStyle/>
          <a:p>
            <a:pPr>
              <a:defRPr sz="1200"/>
            </a:pPr>
            <a:r>
              <a:t>- Michelangelo's mastery extended to both painting and sculpture, with his works showcasing incredible skill and attention to detail.</a:t>
            </a:r>
            <a:br/>
            <a:r>
              <a:t>- His iconic pieces, such as the Sistine Chapel ceiling and the sculpture of David, are celebrated for their lasting impact on the art world.</a:t>
            </a:r>
            <a:br/>
            <a:r>
              <a:t>- Michelangelo's contributions during the Renaissance period continue to influence artists and serve as a source of inspiration for contemporary art practices.</a:t>
            </a:r>
            <a:br/>
            <a:r>
              <a:t>- His innovative techniques and artistic vision have solidified his legacy as one of the greatest artists of the Renaissance era.</a:t>
            </a:r>
            <a:br/>
            <a:br/>
            <a:r>
              <a:t>Sources: [64]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Classical Antiquity Influence on Renaissance Art</a:t>
            </a:r>
          </a:p>
        </p:txBody>
      </p:sp>
      <p:sp>
        <p:nvSpPr>
          <p:cNvPr id="3" name="Content Placeholder 2"/>
          <p:cNvSpPr>
            <a:spLocks noGrp="1"/>
          </p:cNvSpPr>
          <p:nvPr>
            <p:ph idx="1"/>
          </p:nvPr>
        </p:nvSpPr>
        <p:spPr/>
        <p:txBody>
          <a:bodyPr/>
          <a:lstStyle/>
          <a:p>
            <a:pPr>
              <a:defRPr sz="1200"/>
            </a:pPr>
            <a:r>
              <a:t>- Renaissance artists were inspired by the naturalism, idealism, and attention to detail found in ancient Greek and Roman art, incorporating these elements into their own works.</a:t>
            </a:r>
            <a:br/>
            <a:r>
              <a:t>- The influence of classical antiquity can be observed in the lifelike portrayal of the human form in Renaissance sculpture, showcasing a deep appreciation for the beauty and complexity of the human body.</a:t>
            </a:r>
            <a:br/>
            <a:r>
              <a:t>- Classical architectural elements such as columns, pediments, and arches were utilized by Renaissance artists to evoke a sense of grandeur and classical elegance in their architectural designs.</a:t>
            </a:r>
            <a:br/>
            <a:r>
              <a:t>- Renaissance artists studied classical sculptures and architecture for guidance, seeking to capture the essence of ancient art while infusing their own creativity and innovation into their creations.</a:t>
            </a:r>
            <a:br/>
            <a:br/>
            <a:r>
              <a:t>Sources: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Leonardo da Vinci: Diverse Talents and Iconic Works</a:t>
            </a:r>
          </a:p>
        </p:txBody>
      </p:sp>
      <p:sp>
        <p:nvSpPr>
          <p:cNvPr id="3" name="Content Placeholder 2"/>
          <p:cNvSpPr>
            <a:spLocks noGrp="1"/>
          </p:cNvSpPr>
          <p:nvPr>
            <p:ph idx="1"/>
          </p:nvPr>
        </p:nvSpPr>
        <p:spPr/>
        <p:txBody>
          <a:bodyPr/>
          <a:lstStyle/>
          <a:p>
            <a:pPr>
              <a:defRPr sz="1200"/>
            </a:pPr>
            <a:r>
              <a:t>- Leonardo da Vinci's innovative techniques in portrait painting, such as sfumato and chiaroscuro, set new standards for capturing the nuances of light, shadow, and expression in his artworks.</a:t>
            </a:r>
            <a:br/>
            <a:r>
              <a:t>- The Mona Lisa, housed in the Louvre Museum in Paris, continues to intrigue viewers with its enigmatic smile and intricate details, showcasing da Vinci's mastery of realistic portrayal and artistic finesse.</a:t>
            </a:r>
            <a:br/>
            <a:r>
              <a:t>- Da Vinci's diverse talents extended beyond painting to include fields like science and engineering, reflecting the Renaissance ideal of the "universal man" who excelled in multiple disciplines.</a:t>
            </a:r>
            <a:br/>
            <a:r>
              <a:t>- The Last Supper, another iconic work by da Vinci, is celebrated for its composition and emotional depth, depicting the poignant moment of Jesus sharing his final meal with his disciples.</a:t>
            </a:r>
            <a:br/>
            <a:br/>
            <a:r>
              <a:t>Sources: [66]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Michelangelo: Master Sculptor and Painter</a:t>
            </a:r>
          </a:p>
        </p:txBody>
      </p:sp>
      <p:sp>
        <p:nvSpPr>
          <p:cNvPr id="3" name="Content Placeholder 2"/>
          <p:cNvSpPr>
            <a:spLocks noGrp="1"/>
          </p:cNvSpPr>
          <p:nvPr>
            <p:ph idx="1"/>
          </p:nvPr>
        </p:nvSpPr>
        <p:spPr/>
        <p:txBody>
          <a:bodyPr/>
          <a:lstStyle/>
          <a:p>
            <a:pPr>
              <a:defRPr sz="1200"/>
            </a:pPr>
            <a:r>
              <a:t>- Sculptors in the Renaissance period focused on creating more realistic and lifelike figures by utilizing techniques like contrapposto, which emphasized dynamic and natural poses in sculptures.</a:t>
            </a:r>
            <a:br/>
            <a:r>
              <a:t>- The use of new materials such as marble and bronze allowed Renaissance sculptors to achieve greater intricacy and detail in their works, showcasing a new level of sophistication and artistry in sculpture.</a:t>
            </a:r>
            <a:br/>
            <a:r>
              <a:t>- This era saw a revival of interest in classical forms and themes, inspiring sculptors to explore and incorporate ancient Greek and Roman influences into their sculptures, adding depth and complexity to their creations.</a:t>
            </a:r>
            <a:br/>
            <a:br/>
            <a:r>
              <a:t>Sources: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"Filippo Brunelleschi: Architectural Perspective Pioneer"</a:t>
            </a:r>
          </a:p>
        </p:txBody>
      </p:sp>
      <p:sp>
        <p:nvSpPr>
          <p:cNvPr id="3" name="Content Placeholder 2"/>
          <p:cNvSpPr>
            <a:spLocks noGrp="1"/>
          </p:cNvSpPr>
          <p:nvPr>
            <p:ph idx="1"/>
          </p:nvPr>
        </p:nvSpPr>
        <p:spPr/>
        <p:txBody>
          <a:bodyPr/>
          <a:lstStyle/>
          <a:p>
            <a:pPr>
              <a:defRPr sz="1200"/>
            </a:pPr>
            <a:r>
              <a:t>- Brunelleschi's discovery of linear perspective revolutionized architectural representation by enabling a realistic depiction of three-dimensional space on a two-dimensional surface.</a:t>
            </a:r>
            <a:br/>
            <a:r>
              <a:t>- His mathematical application of perspective principles in designing the dome of the Florence Cathedral showcased a groundbreaking use of depth and proportion in architecture.</a:t>
            </a:r>
            <a:br/>
            <a:r>
              <a:t>- Brunelleschi's innovative approach to perspective not only influenced his contemporaries but also laid the foundation for modern architectural design practices.</a:t>
            </a:r>
            <a:br/>
            <a:r>
              <a:t>- The incorporation of perspective in architectural design continues to be a fundamental aspect of creating visually striking and realistic buildings, reflecting Brunelleschi's enduring impact on the field.</a:t>
            </a:r>
            <a:br/>
            <a:br/>
            <a:r>
              <a:t>Sources: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Symbolism and Allegory in Renaissance Architecture</a:t>
            </a:r>
          </a:p>
        </p:txBody>
      </p:sp>
      <p:sp>
        <p:nvSpPr>
          <p:cNvPr id="3" name="Content Placeholder 2"/>
          <p:cNvSpPr>
            <a:spLocks noGrp="1"/>
          </p:cNvSpPr>
          <p:nvPr>
            <p:ph idx="1"/>
          </p:nvPr>
        </p:nvSpPr>
        <p:spPr/>
        <p:txBody>
          <a:bodyPr/>
          <a:lstStyle/>
          <a:p>
            <a:pPr>
              <a:defRPr sz="1200"/>
            </a:pPr>
            <a:r>
              <a:t>- Symbolism in Renaissance architecture extended beyond visual aesthetics to convey deeper meanings and messages through architectural elements.</a:t>
            </a:r>
            <a:br/>
            <a:r>
              <a:t>- Architectural symbols such as the use of columns to represent strength and stability, or arches symbolizing triumph and victory, were common in Renaissance buildings.</a:t>
            </a:r>
            <a:br/>
            <a:r>
              <a:t>- Allegorical representations in architecture often depicted virtues like justice, wisdom, and fortitude through sculptural elements incorporated into the building facades.</a:t>
            </a:r>
            <a:br/>
            <a:r>
              <a:t>- The intricate detailing of facades and interiors in Renaissance architecture served as a visual language, communicating symbolic narratives and historical allegories to viewers.</a:t>
            </a:r>
            <a:br/>
            <a:br/>
            <a:r>
              <a:t>Sources: [69]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Contrapposto and Realism in Renaissance Sculpture</a:t>
            </a:r>
          </a:p>
        </p:txBody>
      </p:sp>
      <p:sp>
        <p:nvSpPr>
          <p:cNvPr id="3" name="Content Placeholder 2"/>
          <p:cNvSpPr>
            <a:spLocks noGrp="1"/>
          </p:cNvSpPr>
          <p:nvPr>
            <p:ph idx="1"/>
          </p:nvPr>
        </p:nvSpPr>
        <p:spPr/>
        <p:txBody>
          <a:bodyPr/>
          <a:lstStyle/>
          <a:p>
            <a:pPr>
              <a:defRPr sz="1200"/>
            </a:pPr>
            <a:r>
              <a:t>- Renaissance sculptors like Donatello and Michelangelo were known for their mastery of contrapposto, a technique borrowed from ancient Greek sculptors that created a sense of movement and naturalism in their figures.</a:t>
            </a:r>
            <a:br/>
            <a:r>
              <a:t>- Contrapposto allowed artists to convey a sense of dynamism and fluidity in their sculptures, breaking away from the static poses of earlier medieval art.</a:t>
            </a:r>
            <a:br/>
            <a:r>
              <a:t>- The revival of contrapposto in Renaissance sculpture marked a shift towards more realistic and lifelike representations of the human form, showcasing the influence of classical antiquity on artistic innovation.</a:t>
            </a:r>
            <a:br/>
            <a:r>
              <a:t>- By utilizing contrapposto, Renaissance sculptors were able to infuse their figures with a sense of vitality and emotion, capturing the essence of human experience in their works.</a:t>
            </a:r>
            <a:br/>
            <a:br/>
            <a:r>
              <a:t>Sources: [70]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[63] Key Figures of the Renaissance: Leonardo da Vinci - https://www.leonardodavinci.net/</a:t>
            </a:r>
            <a:br/>
            <a:r>
              <a:t>[64] Key Figures of the Renaissance: Michelangelo - https://www.biography.com/artist/michelangelo</a:t>
            </a:r>
            <a:br/>
            <a:r>
              <a:t>[65] Influence of Ancient Roman and Greek Art on the Renaissance Period - https://www.metmuseum.org/toah/hd/ragr/hd_ragr.htm</a:t>
            </a:r>
            <a:br/>
            <a:r>
              <a:t>[66] Leonardo da Vinci's Mona Lisa: A Renaissance Masterpiece - https://www.louvre.fr/en/oeuvre-notices/mona-lisa-portrait-lisa-gherardini-wife-francesco-del-giocondo</a:t>
            </a:r>
            <a:br/>
            <a:r>
              <a:t>[67] Innovations in Sculpture During the Renaissance - https://www.metmuseum.org/toah/hd/rens/hd_rens.htm</a:t>
            </a:r>
            <a:br/>
            <a:r>
              <a:t>[68] Influence of Filippo Brunelleschi on Perspective in Architecture - https://www.britannica.com/biography/Filippo-Brunelleschi</a:t>
            </a:r>
            <a:br/>
            <a:r>
              <a:t>[69] Symbolism in Renaissance Art - https://www.metmuseum.org/toah/hd/symb/hd_symb.htm</a:t>
            </a:r>
            <a:br/>
            <a:r>
              <a:t>[70] Ancient Roman and Greek Influence on Renaissance Sculpture - https://www.metmuseum.org/toah/hd/arsc/hd_arsc.htm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