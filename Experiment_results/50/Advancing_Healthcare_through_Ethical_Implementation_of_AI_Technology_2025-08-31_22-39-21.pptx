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Advancing Healthcare through Ethical Implementation of AI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Ensuring Patient Privacy in AI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Exploring the ethical implications of patient privacy in AI medical technology and the potential risks associated with unauthorized access to sensitive medical data.</a:t>
            </a:r>
            <a:br/>
            <a:r>
              <a:t>- Highlighting the importance of transparency and accountability in AI systems to ensure patient trust and compliance with regulatory standards.</a:t>
            </a:r>
            <a:br/>
            <a:r>
              <a:t>- Discussing the legal and ethical responsibilities of healthcare organizations in safeguarding patient privacy and maintaining data security in AI technology applications.</a:t>
            </a:r>
            <a:br/>
            <a:br/>
            <a:r>
              <a:t>Sources: [32]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Strategies for Data Security in AI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 encryption techniques to secure patient data and prevent unauthorized access to sensitive medical information.</a:t>
            </a:r>
            <a:br/>
            <a:r>
              <a:t>- Utilize blockchain technology to enhance data integrity and traceability in AI algorithms used for healthcare applications.</a:t>
            </a:r>
            <a:br/>
            <a:r>
              <a:t>- Establish clear protocols for data sharing and access control to ensure compliance with data protection regulations and maintain patient confidentiality.</a:t>
            </a:r>
            <a:br/>
            <a:r>
              <a:t>- Implement multi-factor authentication mechanisms to strengthen data security measures and prevent unauthorized entry into AI systems.</a:t>
            </a:r>
            <a:br/>
            <a:br/>
            <a:r>
              <a:t>Sources: [33]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Recognizing Bias in AI Algorithms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Researchers are exploring the use of synthetic data generation techniques to diversify training datasets and reduce bias in AI algorithms used in healthcare.</a:t>
            </a:r>
            <a:br/>
            <a:r>
              <a:t>- Fairness constraints in machine learning models are being developed to explicitly address and mitigate biases present in AI algorithms for medical decision-making.</a:t>
            </a:r>
            <a:br/>
            <a:r>
              <a:t>- Regular audits are being conducted to detect and rectify bias in AI algorithms, ensuring that they make unbiased decisions across various demographic groups.</a:t>
            </a:r>
            <a:br/>
            <a:br/>
            <a:r>
              <a:t>Sources: [34]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Mitigating Bias in AI Algorithms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Synthetic data generation techniques aim to create diverse datasets that represent a wide range of patient demographics, reducing the risk of bias in AI algorithms by providing more comprehensive training data.</a:t>
            </a:r>
            <a:br/>
            <a:r>
              <a:t>- Fairness constraints in machine learning models are specifically designed to address biases inherent in AI algorithms used in medical decision-making, ensuring that the algorithms prioritize equitable outcomes for all patients.</a:t>
            </a:r>
            <a:br/>
            <a:r>
              <a:t>- Ongoing audits play a critical role in identifying and correcting biases in AI algorithms, guaranteeing that the decision-making processes remain unbiased and fair across different population groups.</a:t>
            </a:r>
            <a:br/>
            <a:r>
              <a:t>- Collaboration with diverse teams in the development and implementation of AI algorithms helps to incorporate a variety of perspectives and experiences, reducing the likelihood of biased outcomes in healthcare settings.</a:t>
            </a:r>
            <a:br/>
            <a:br/>
            <a:r>
              <a:t>Sources: [35]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Training Healthcare Professionals on AI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Healthcare professionals must receive training on AI technology to effectively utilize advancements in medical technology</a:t>
            </a:r>
            <a:br/>
            <a:r>
              <a:t>- Training covers understanding AI algorithms, interpreting AI-generated insights, and integrating AI tools into clinical practice</a:t>
            </a:r>
            <a:br/>
            <a:r>
              <a:t>- Medical education programs are incorporating AI training to prepare future healthcare professionals for AI use in healthcare settings</a:t>
            </a:r>
            <a:br/>
            <a:r>
              <a:t>- Training emphasizes compliance with regulatory standards to protect patient information and promote ethical use of AI technology in healthcare settings.</a:t>
            </a:r>
            <a:br/>
            <a:br/>
            <a:r>
              <a:t>Sources: [36]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Strategies to Overcome AI Resistance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AI technology training programs for healthcare professionals should include hands-on experience with AI tools to enhance practical skills and confidence in utilizing AI in clinical settings.</a:t>
            </a:r>
            <a:br/>
            <a:r>
              <a:t>- Training on AI technology should emphasize the importance of continuous learning and adaptation to new advancements in the field to ensure healthcare professionals remain proficient in utilizing AI tools effectively.</a:t>
            </a:r>
            <a:br/>
            <a:r>
              <a:t>- Collaborating with AI experts and industry professionals can provide valuable insights and guidance for healthcare professionals to navigate the complexities of AI technology implementation in healthcare settings.</a:t>
            </a:r>
            <a:br/>
            <a:r>
              <a:t>- Engaging healthcare professionals in the design and development process of AI tools can foster ownership and acceptance of new technologies, leading to smoother integration and adoption in clinical practice.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Data Privacy Solutions in AI Medical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Addressing disparities in availability and affordability of AI medical technology is crucial to ensure equity in access to advanced healthcare solutions.</a:t>
            </a:r>
            <a:br/>
            <a:r>
              <a:t>- Efforts to bridge the digital divide and improve healthcare infrastructure in underserved communities play a key role in promoting fair distribution of AI technologies.</a:t>
            </a:r>
            <a:br/>
            <a:r>
              <a:t>- Implementing policies that prioritize equitable distribution of AI technologies can help healthcare systems provide equal opportunities for all individuals to benefit from advancements in medical outcomes.</a:t>
            </a:r>
            <a:br/>
            <a:br/>
            <a:r>
              <a:t>Sources: [37]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Enhancing Data Sharing Through AI Interoperability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Training healthcare professionals on AI technology includes hands-on workshops, online courses, simulation exercises, and collaboration with AI experts to ensure effective integration of advanced tools in medical practice.</a:t>
            </a:r>
            <a:br/>
            <a:r>
              <a:t>- Continuous education and updates on the latest advancements in AI technology are essential to keep healthcare professionals informed and skilled in utilizing these tools for patient care.</a:t>
            </a:r>
            <a:br/>
            <a:br/>
            <a:r>
              <a:t>Sources: [38]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[32] Ethical Considerations in AI Medical Technology - https://www.ncbi.nlm.nih.gov/pmc/articles/PMC6200771/</a:t>
            </a:r>
            <a:br/>
            <a:r>
              <a:t>[33] Common Implementation Challenges in AI Medical Technology - https://www.healthit.gov/faq/what-are-some-common-implementation-challenges-ai-medical-technology</a:t>
            </a:r>
            <a:br/>
            <a:r>
              <a:t>[34] Bias Mitigation Strategies in AI Algorithms - https://www.nature.com/articles/s41746-019-0185-2</a:t>
            </a:r>
            <a:br/>
            <a:r>
              <a:t>[35] Understanding Patient Autonomy in AI Medical Technology - https://www.ncbi.nlm.nih.gov/pmc/articles/PMC7005487/</a:t>
            </a:r>
            <a:br/>
            <a:r>
              <a:t>[36] Training Healthcare Professionals on AI Technology - https://www.ncbi.nlm.nih.gov/pmc/articles/PMC7311803/</a:t>
            </a:r>
            <a:br/>
            <a:r>
              <a:t>[37] Ensuring Equity in Access to AI Medical Technology - https://www.ncbi.nlm.nih.gov/pmc/articles/PMC7598835/</a:t>
            </a:r>
            <a:br/>
            <a:r>
              <a:t>[38] Effective Strategies for Training Healthcare Professionals on AI Technology - https://www.ncbi.nlm.nih.gov/pmc/articles/PMC7929037/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