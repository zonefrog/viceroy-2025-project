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
            </a:r>
          </a:p>
          <a:p/>
          <a:p>
            <a:r>
              <a:t>Journey Through Artificial Intelligence: From Ancient Myths to Modern Applications</a:t>
            </a:r>
          </a:p>
        </p:txBody>
      </p:sp>
      <p:sp>
        <p:nvSpPr>
          <p:cNvPr id="3" name="Content Placeholder 2"/>
          <p:cNvSpPr>
            <a:spLocks noGrp="1"/>
          </p:cNvSpPr>
          <p:nvPr>
            <p:ph idx="1"/>
          </p:nvPr>
        </p:nvSpPr>
        <p:spPr/>
        <p:txBody>
          <a:bodyPr/>
          <a:lstStyle/>
          <a:p>
            <a:pPr>
              <a:defRPr sz="2400"/>
            </a:p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Ancient Origins of AI Legends &amp; Myths</a:t>
            </a:r>
          </a:p>
        </p:txBody>
      </p:sp>
      <p:sp>
        <p:nvSpPr>
          <p:cNvPr id="3" name="Content Placeholder 2"/>
          <p:cNvSpPr>
            <a:spLocks noGrp="1"/>
          </p:cNvSpPr>
          <p:nvPr>
            <p:ph idx="1"/>
          </p:nvPr>
        </p:nvSpPr>
        <p:spPr/>
        <p:txBody>
          <a:bodyPr/>
          <a:lstStyle/>
          <a:p>
            <a:pPr>
              <a:defRPr sz="1200"/>
            </a:pPr>
            <a:r>
              <a:t>- AI bias can lead to discriminatory outcomes in decision-making processes and reinforce existing societal inequalities.</a:t>
            </a:r>
            <a:br/>
            <a:r>
              <a:t>- Data privacy concerns in AI revolve around issues of consent, data security, and the responsible handling of personal information.</a:t>
            </a:r>
            <a:br/>
            <a:r>
              <a:t>- Transparency in AI decision-making is crucial for ensuring accountability and building trust with users and stakeholders.</a:t>
            </a:r>
            <a:br/>
            <a:r>
              <a:t>- Accountability mechanisms in AI systems help prevent misuse and promote responsible AI development and deployment.</a:t>
            </a:r>
            <a:br/>
            <a:br/>
            <a:r>
              <a:t>Sources: [0]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Key Milestones in Modern AI Development</a:t>
            </a:r>
          </a:p>
        </p:txBody>
      </p:sp>
      <p:sp>
        <p:nvSpPr>
          <p:cNvPr id="3" name="Content Placeholder 2"/>
          <p:cNvSpPr>
            <a:spLocks noGrp="1"/>
          </p:cNvSpPr>
          <p:nvPr>
            <p:ph idx="1"/>
          </p:nvPr>
        </p:nvSpPr>
        <p:spPr/>
        <p:txBody>
          <a:bodyPr/>
          <a:lstStyle/>
          <a:p>
            <a:pPr>
              <a:defRPr sz="1200"/>
            </a:pPr>
            <a:r>
              <a:t>- Neural networks and deep learning have revolutionized the field of AI by enabling the modeling of complex patterns and decision-making tasks.</a:t>
            </a:r>
            <a:br/>
            <a:r>
              <a:t>- Ensemble learning combines multiple models to improve prediction accuracy and can be applied in various machine learning tasks.</a:t>
            </a:r>
            <a:br/>
            <a:r>
              <a:t>- Supervised learning involves training a model on labeled data for prediction tasks, such as classification and regression.</a:t>
            </a:r>
            <a:br/>
            <a:r>
              <a:t>- Unsupervised learning is used to find patterns and relationships in unlabelled data, employing clustering and dimensionality reduction techniques.</a:t>
            </a:r>
            <a:br/>
            <a:br/>
            <a:r>
              <a:t>Sources: [1]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Real-World AI Applications Across Industries</a:t>
            </a:r>
          </a:p>
        </p:txBody>
      </p:sp>
      <p:sp>
        <p:nvSpPr>
          <p:cNvPr id="3" name="Content Placeholder 2"/>
          <p:cNvSpPr>
            <a:spLocks noGrp="1"/>
          </p:cNvSpPr>
          <p:nvPr>
            <p:ph idx="1"/>
          </p:nvPr>
        </p:nvSpPr>
        <p:spPr/>
        <p:txBody>
          <a:bodyPr/>
          <a:lstStyle/>
          <a:p>
            <a:pPr>
              <a:defRPr sz="1200"/>
            </a:pPr>
            <a:r>
              <a:t>- AI is revolutionizing the field of cybersecurity by enhancing threat detection and prevention capabilities.</a:t>
            </a:r>
            <a:br/>
            <a:r>
              <a:t>- The integration of AI with Internet of Things (IoT) devices is enabling the development of smart and connected systems.</a:t>
            </a:r>
            <a:br/>
            <a:r>
              <a:t>- Advancements in AI ethics and regulation are essential for ensuring responsible deployment of AI technologies in the future.</a:t>
            </a:r>
            <a:br/>
            <a:br/>
            <a:r>
              <a:t>Sources: [2]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Slide Title: Training Models on Labeled Data</a:t>
            </a:r>
          </a:p>
        </p:txBody>
      </p:sp>
      <p:sp>
        <p:nvSpPr>
          <p:cNvPr id="3" name="Content Placeholder 2"/>
          <p:cNvSpPr>
            <a:spLocks noGrp="1"/>
          </p:cNvSpPr>
          <p:nvPr>
            <p:ph idx="1"/>
          </p:nvPr>
        </p:nvSpPr>
        <p:spPr/>
        <p:txBody>
          <a:bodyPr/>
          <a:lstStyle/>
          <a:p>
            <a:pPr>
              <a:defRPr sz="1200"/>
            </a:pPr>
            <a:r>
              <a:t>- Supervised learning algorithms learn from labeled training data, where each example is a pair consisting of an input object and a desired output.</a:t>
            </a:r>
            <a:br/>
            <a:r>
              <a:t>- These algorithms are used for tasks like classification and regression, where the goal is to predict an output based on input data.</a:t>
            </a:r>
            <a:br/>
            <a:r>
              <a:t>- Supervised learning is essential for training models to make predictions based on labeled data, enabling tasks like image recognition, speech recognition, and sentiment analysis.</a:t>
            </a:r>
            <a:br/>
            <a:r>
              <a:t>- Through supervised learning, models can generalize patterns from labeled examples to make accurate predictions on new, unseen data.</a:t>
            </a:r>
            <a:br/>
            <a:br/>
            <a:r>
              <a:t>Sources: [3]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Slide Title: Unsupervised Learning: Patterns in Unlabeled Data</a:t>
            </a:r>
          </a:p>
        </p:txBody>
      </p:sp>
      <p:sp>
        <p:nvSpPr>
          <p:cNvPr id="3" name="Content Placeholder 2"/>
          <p:cNvSpPr>
            <a:spLocks noGrp="1"/>
          </p:cNvSpPr>
          <p:nvPr>
            <p:ph idx="1"/>
          </p:nvPr>
        </p:nvSpPr>
        <p:spPr/>
        <p:txBody>
          <a:bodyPr/>
          <a:lstStyle/>
          <a:p>
            <a:pPr>
              <a:defRPr sz="1200"/>
            </a:pPr>
            <a:r>
              <a:t>- Neural networks are composed of layers of interconnected nodes, with each node performing a specific computation and passing the result to the next layer.</a:t>
            </a:r>
            <a:br/>
            <a:r>
              <a:t>- Deep learning algorithms, as a subset of neural networks, excel in handling complex patterns and decision-making tasks by automatically learning representations from data.</a:t>
            </a:r>
            <a:br/>
            <a:r>
              <a:t>- These algorithms have revolutionized AI applications such as image and speech recognition, natural language processing, and autonomous vehicles through their ability to learn intricate patterns and relationships in data.</a:t>
            </a:r>
            <a:br/>
            <a:r>
              <a:t>- Neural networks and deep learning have significantly advanced the capabilities of AI systems, enabling them to perform tasks that were previously challenging or impossible for traditional machine learning algorithms.</a:t>
            </a:r>
            <a:br/>
            <a:br/>
            <a:r>
              <a:t>Sources: [4]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Reinforcement Learning in Robotics &amp; Game Playing</a:t>
            </a:r>
          </a:p>
        </p:txBody>
      </p:sp>
      <p:sp>
        <p:nvSpPr>
          <p:cNvPr id="3" name="Content Placeholder 2"/>
          <p:cNvSpPr>
            <a:spLocks noGrp="1"/>
          </p:cNvSpPr>
          <p:nvPr>
            <p:ph idx="1"/>
          </p:nvPr>
        </p:nvSpPr>
        <p:spPr/>
        <p:txBody>
          <a:bodyPr/>
          <a:lstStyle/>
          <a:p>
            <a:pPr>
              <a:defRPr sz="1200"/>
            </a:pPr>
            <a:r>
              <a:t>- Reinforcement learning in robotics involves training robots to perform tasks by maximizing rewards and minimizing penalties through trial and error.</a:t>
            </a:r>
            <a:br/>
            <a:r>
              <a:t>- In game playing, reinforcement learning enables AI agents to learn optimal strategies by receiving feedback in the form of rewards or punishments based on their actions.</a:t>
            </a:r>
            <a:br/>
            <a:r>
              <a:t>- The application of reinforcement learning in robotics and game playing has led to significant advancements in autonomous systems and intelligent decision-making processes.</a:t>
            </a:r>
            <a:br/>
            <a:r>
              <a:t>- Research sources indicate that reinforcement learning algorithms have been successfully applied in various fields, including robotics, gaming, and optimization problems, showcasing the versatility and effectiveness of this approach.</a:t>
            </a:r>
            <a:br/>
            <a:br/>
            <a:r>
              <a:t>Sources: [5]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Neural Networks: Components &amp; Activation Functions</a:t>
            </a:r>
          </a:p>
        </p:txBody>
      </p:sp>
      <p:sp>
        <p:nvSpPr>
          <p:cNvPr id="3" name="Content Placeholder 2"/>
          <p:cNvSpPr>
            <a:spLocks noGrp="1"/>
          </p:cNvSpPr>
          <p:nvPr>
            <p:ph idx="1"/>
          </p:nvPr>
        </p:nvSpPr>
        <p:spPr/>
        <p:txBody>
          <a:bodyPr/>
          <a:lstStyle/>
          <a:p>
            <a:pPr>
              <a:defRPr sz="1200"/>
            </a:pPr>
            <a:r>
              <a:t>- CNNs are known for their ability to automatically learn features from images through multiple layers of interconnected neurons.</a:t>
            </a:r>
            <a:br/>
            <a:r>
              <a:t>- These networks consist of convolutional layers that apply filters to extract spatial features, pooling layers that downsample the input, and fully connected layers for classification.</a:t>
            </a:r>
            <a:br/>
            <a:r>
              <a:t>- The architecture of CNNs enables them to excel in tasks like image recognition, object detection, and image segmentation by capturing hierarchical patterns in visual data.</a:t>
            </a:r>
            <a:br/>
            <a:r>
              <a:t>- CNNs have been widely applied in various industries, including autonomous vehicles for object detection, healthcare diagnostics for image analysis, and facial recognition systems for identity verification.</a:t>
            </a:r>
            <a:br/>
            <a:br/>
            <a:r>
              <a:t>Sources: [6]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"Explainable AI: Trust, Accountability, and Benefits"</a:t>
            </a:r>
          </a:p>
        </p:txBody>
      </p:sp>
      <p:sp>
        <p:nvSpPr>
          <p:cNvPr id="3" name="Content Placeholder 2"/>
          <p:cNvSpPr>
            <a:spLocks noGrp="1"/>
          </p:cNvSpPr>
          <p:nvPr>
            <p:ph idx="1"/>
          </p:nvPr>
        </p:nvSpPr>
        <p:spPr/>
        <p:txBody>
          <a:bodyPr/>
          <a:lstStyle/>
          <a:p>
            <a:pPr>
              <a:defRPr sz="1200"/>
            </a:pPr>
            <a:r>
              <a:t>- Explainable AI (XAI) is crucial for enhancing the transparency and interpretability of AI systems, fostering trust among users and stakeholders.</a:t>
            </a:r>
            <a:br/>
            <a:r>
              <a:t>- The emphasis on explainable AI is essential for ensuring accountability in decision-making processes and meeting regulatory requirements in various industries.</a:t>
            </a:r>
            <a:br/>
            <a:r>
              <a:t>- By making AI systems more understandable, explainable AI aids in error detection, enhancing decision-making processes, and identifying biases within AI algorithms.</a:t>
            </a:r>
            <a:br/>
            <a:r>
              <a:t>- Practical applications of explainable AI can be observed in healthcare diagnostics, financial risk assessment, and legal compliance monitoring, where clear explanations of AI decisions are paramount for user trust and regulatory compliance.</a:t>
            </a:r>
            <a:br/>
            <a:br/>
            <a:r>
              <a:t>Sources: [7]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a:t>
            </a:r>
          </a:p>
        </p:txBody>
      </p:sp>
      <p:sp>
        <p:nvSpPr>
          <p:cNvPr id="3" name="Content Placeholder 2"/>
          <p:cNvSpPr>
            <a:spLocks noGrp="1"/>
          </p:cNvSpPr>
          <p:nvPr>
            <p:ph idx="1"/>
          </p:nvPr>
        </p:nvSpPr>
        <p:spPr/>
        <p:txBody>
          <a:bodyPr/>
          <a:lstStyle/>
          <a:p>
            <a:pPr>
              <a:defRPr sz="1200"/>
            </a:pPr>
            <a:r>
              <a:t>[0] Ethical Considerations in Artificial Intelligence - https://www.weforum.org/agenda/2019/01/ethical-ai-what-it-is-and-why-it-matters/</a:t>
            </a:r>
            <a:br/>
            <a:r>
              <a:t>[1] Types of Machine Learning Algorithms - https://www.ibm.com/cloud/learn/machine-learning-algorithms</a:t>
            </a:r>
            <a:br/>
            <a:r>
              <a:t>[2] Future Trends in Artificial Intelligence - https://www.forbes.com/sites/forbestechcouncil/2021/03/29/five-future-trends-in-artificial-intelligence-and-machine-learning/?sh=2f8d2c8a305e</a:t>
            </a:r>
            <a:br/>
            <a:r>
              <a:t>[3] Supervised Learning Algorithms - https://towardsdatascience.com/supervised-machine-learning-classification-5e685fe18a6d</a:t>
            </a:r>
            <a:br/>
            <a:r>
              <a:t>[4] Neural Networks and Deep Learning - https://builtin.com/data-science/deep-learning-neural-network</a:t>
            </a:r>
            <a:br/>
            <a:r>
              <a:t>[5] Bias in Artificial Intelligence - https://builtin.com/data-science/eliminating-bias-ai</a:t>
            </a:r>
            <a:br/>
            <a:r>
              <a:t>[6] Convolutional Neural Networks (CNN) - https://www.tensorflow.org/tutorials/images/cnn</a:t>
            </a:r>
            <a:br/>
            <a:r>
              <a:t>[7] Applications of Machine Learning - https://builtin.com/machine-learning/applications-machine-learning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