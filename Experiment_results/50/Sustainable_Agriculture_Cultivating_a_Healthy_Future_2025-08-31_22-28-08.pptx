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Agriculture: Cultivating a Healthy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"Sustainable Agriculture: Definition and Principles"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integrates trees and shrubs into crop and livestock farming systems</a:t>
            </a:r>
            <a:br/>
            <a:r>
              <a:t>- Offers benefits such as improved soil health, increased biodiversity, enhanced water conservation, and diversified income sources for farmers</a:t>
            </a:r>
            <a:br/>
            <a:r>
              <a:t>- Combines agriculture and forestry practices to promote ecological balance and long-term sustainability</a:t>
            </a:r>
            <a:br/>
            <a:r>
              <a:t>- Enhances ecosystem resilience and provides multiple environmental and economic advantages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Sustainable Agriculture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Rotational grazing involves dividing pastures into smaller paddocks and rotating livestock between them to promote soil health and biodiversity</a:t>
            </a:r>
            <a:br/>
            <a:r>
              <a:t>- Rest periods for vegetation recovery in rotational grazing prevent overgrazing, reduce soil erosion, and enhance nutrient cycling</a:t>
            </a:r>
            <a:br/>
            <a:r>
              <a:t>- Improved animal welfare is a key benefit of rotational grazing, contributing to sustainable land management practices</a:t>
            </a:r>
            <a:br/>
            <a:r>
              <a:t>- Higher livestock productivity can be achieved through rotational grazing, making it a valuable method in sustainable agriculture practices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Environmental Impact of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Climate-resilient crop varieties are specially bred to withstand the challenges posed by climate change such as extreme weather events, droughts, floods, and temperature fluctuations.</a:t>
            </a:r>
            <a:br/>
            <a:r>
              <a:t>- These varieties are developed through traditional breeding methods or modern biotechnology to enhance their resilience to stress factors.</a:t>
            </a:r>
            <a:br/>
            <a:r>
              <a:t>- By cultivating climate-resilient crop varieties, farmers can better adapt to changing environmental conditions and ensure food security for future generations.</a:t>
            </a:r>
            <a:br/>
            <a:r>
              <a:t>- Climate-resilient crop varieties play a crucial role in increasing agricultural resilience and sustainability in the face of climate change challenges.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Crop Rotation: Enhancing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helps improve soil health by reducing soil erosion, increasing soil fertility, and preventing soil-borne diseases.</a:t>
            </a:r>
            <a:br/>
            <a:r>
              <a:t>- Different crops in rotation disrupt pest and weed life cycles, naturally controlling pests and weeds.</a:t>
            </a:r>
            <a:br/>
            <a:r>
              <a:t>- Crop rotation is essential for maintaining healthy and productive soil in sustainable agriculture systems.</a:t>
            </a:r>
            <a:br/>
            <a:r>
              <a:t>- Implementing crop rotation can also enhance nutrient availability in the soil, leading to improved crop yields and overall farm sustainability.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Role of Cover Crops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can help improve soil health by increasing soil organic matter content, which enhances soil fertility and structure.</a:t>
            </a:r>
            <a:br/>
            <a:r>
              <a:t>- The nutrient cycling process facilitated by cover crops involves capturing excess nutrients like nitrogen, reducing the need for synthetic fertilizers, and promoting overall soil fertility.</a:t>
            </a:r>
            <a:br/>
            <a:r>
              <a:t>- In addition to suppressing weeds and reducing herbicide usage, cover crops provide habitat for beneficial insects, contributing to a balanced ecosystem within agricultural systems.</a:t>
            </a:r>
            <a:br/>
            <a:r>
              <a:t>- Incorporating cover crops into farming practices not only promotes environmental sustainability but also enhances long-term productivity by maintaining soil health and fertility.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Soil Conservation Techniques: Contour Plowing &amp; Terracing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Contour plowing involves plowing across the slope to reduce water runoff and soil erosion</a:t>
            </a:r>
            <a:br/>
            <a:r>
              <a:t>- Terracing creates level areas on sloping land to slow down water flow and prevent soil erosion</a:t>
            </a:r>
            <a:br/>
            <a:r>
              <a:t>- No-till farming minimizes soil disturbance by avoiding plowing, helping retain soil structure and organic matter</a:t>
            </a:r>
            <a:br/>
            <a:r>
              <a:t>- Planting cover crops during fallow periods protects the soil from erosion, enhances soil fertility, and reduces weed growth</a:t>
            </a:r>
            <a:br/>
            <a:r>
              <a:t>- Maintaining buffer strips of vegetation along water bodies prevents sediment and nutrient runoff, safeguarding water quality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"Drip Irrigation: Efficient Water Delivery for Healthy Crops"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Drip irrigation systems can reduce water usage by up to 50% compared to traditional irrigation methods</a:t>
            </a:r>
            <a:br/>
            <a:r>
              <a:t>- Rainwater harvesting can help supplement irrigation needs during dry periods, reducing reliance on groundwater sources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Pest Control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Biological control involves the introduction of natural enemies such as predators, parasitoids, and pathogens to manage pest populations</a:t>
            </a:r>
            <a:br/>
            <a:r>
              <a:t>- Cultural control methods include crop rotation, intercropping, and planting trap crops to disrupt pest lifecycles and reduce pest pressure</a:t>
            </a:r>
            <a:br/>
            <a:r>
              <a:t>- Mechanical control techniques like handpicking pests, using traps, and employing physical barriers can effectively manage pest populations</a:t>
            </a:r>
            <a:br/>
            <a:r>
              <a:t>- Integrated Pest Management (IPM) emphasizes the importance of monitoring pest populations, setting action thresholds, and implementing control measures based on ecological principles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Agroforestry Systems: A Sustainable Agriculture Practice - https://www.sciencedirect.com/topics/agricultural-and-biological-sciences/agroforestry</a:t>
            </a:r>
            <a:br/>
            <a:r>
              <a:t>[9] Sustainable Livestock Production Methods: Rotational Grazing - https://www.sare.org/Learning-Center/Books/Managing-Grass-for-Forage-and-Forbs/Text-Version/Management-Intensive-Grazing-Planned-Grazing-Cell-Grazing/Rotational-Grazing-Systems</a:t>
            </a:r>
            <a:br/>
            <a:r>
              <a:t>[10] Climate-Resilient Crop Varieties: An Overview - https://www.fao.org/climate-change/resources/climate-resilient-crop-varieties/en/</a:t>
            </a:r>
            <a:br/>
            <a:r>
              <a:t>[11] Benefits of Crop Rotation in Sustainable Agriculture - https://extension.umn.edu/crop-production-practices/crop-rotation-and-intercropping</a:t>
            </a:r>
            <a:br/>
            <a:r>
              <a:t>[12] How Cover Crops Benefit Sustainable Agriculture - https://www.sare.org/resources/cover-crops/</a:t>
            </a:r>
            <a:br/>
            <a:r>
              <a:t>[13] Soil Conservation Practices in Sustainable Agriculture - https://www.nrcs.usda.gov/wps/portal/nrcs/main/national/soils/health/</a:t>
            </a:r>
            <a:br/>
            <a:r>
              <a:t>[14] Sustainable Livestock Production Methods - https://www.sare.org/Learning-Center/Books/Managing-Alternative-Pollinators/Text-Version/Sustainable-Livestock-Production-Practices</a:t>
            </a:r>
            <a:br/>
            <a:r>
              <a:t>[15] Common Integrated Pest Management Strategies in Sustainable Agriculture - https://www.epa.gov/sustainable-agriculture/integrated-pest-management-ipm-principles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