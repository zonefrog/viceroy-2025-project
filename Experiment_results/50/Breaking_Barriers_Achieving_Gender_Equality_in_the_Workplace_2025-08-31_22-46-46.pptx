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Breaking Barriers: Achieving Gender Equality in the Workplace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the Gender Pay Gap: Definition and Implications</a:t>
            </a:r>
          </a:p>
        </p:txBody>
      </p:sp>
      <p:sp>
        <p:nvSpPr>
          <p:cNvPr id="3" name="Content Placeholder 2"/>
          <p:cNvSpPr>
            <a:spLocks noGrp="1"/>
          </p:cNvSpPr>
          <p:nvPr>
            <p:ph idx="1"/>
          </p:nvPr>
        </p:nvSpPr>
        <p:spPr/>
        <p:txBody>
          <a:bodyPr/>
          <a:lstStyle/>
          <a:p>
            <a:pPr>
              <a:defRPr sz="1200"/>
            </a:pPr>
            <a:r>
              <a:t>- Mentorship programs have shown to have a significant impact on women's career advancement, providing guidance, support, and networking opportunities</a:t>
            </a:r>
            <a:br/>
            <a:r>
              <a:t>- Women with access to mentors are more likely to be promoted, negotiate higher salaries, and feel more satisfied in their careers</a:t>
            </a:r>
            <a:br/>
            <a:r>
              <a:t>- Mentorship programs help women navigate workplace challenges, build confidence, and develop leadership skills</a:t>
            </a:r>
            <a:br/>
            <a:r>
              <a:t>- Research indicates that mentorship is a valuable tool in addressing gender disparities in the workplace and promoting women's professional growth</a:t>
            </a:r>
            <a:br/>
            <a:br/>
            <a:r>
              <a:t>Sources: [47]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Factors in Gender Pay Gap: Segregation &amp; Discrimination</a:t>
            </a:r>
          </a:p>
        </p:txBody>
      </p:sp>
      <p:sp>
        <p:nvSpPr>
          <p:cNvPr id="3" name="Content Placeholder 2"/>
          <p:cNvSpPr>
            <a:spLocks noGrp="1"/>
          </p:cNvSpPr>
          <p:nvPr>
            <p:ph idx="1"/>
          </p:nvPr>
        </p:nvSpPr>
        <p:spPr/>
        <p:txBody>
          <a:bodyPr/>
          <a:lstStyle/>
          <a:p>
            <a:pPr>
              <a:defRPr sz="1200"/>
            </a:pPr>
            <a:r>
              <a:t>- Occupational segregation can limit women's access to higher-paying jobs and industries, perpetuating the gender pay gap</a:t>
            </a:r>
            <a:br/>
            <a:r>
              <a:t>- Discrimination in the workplace can manifest in various forms, such as unequal opportunities for advancement and biased performance evaluations</a:t>
            </a:r>
            <a:br/>
            <a:r>
              <a:t>- Women of color face even wider pay disparities, with Black women earning around 63 cents and Latina women around 55 cents for every dollar earned by white, non-Hispanic men</a:t>
            </a:r>
            <a:br/>
            <a:r>
              <a:t>- Lack of access to high-paying jobs and promotions further exacerbates the gender pay gap, highlighting the need for comprehensive strategies to address these disparities.</a:t>
            </a:r>
            <a:br/>
            <a:br/>
            <a:r>
              <a:t>Sources: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Gender Pay Gap on Women of Color</a:t>
            </a:r>
          </a:p>
        </p:txBody>
      </p:sp>
      <p:sp>
        <p:nvSpPr>
          <p:cNvPr id="3" name="Content Placeholder 2"/>
          <p:cNvSpPr>
            <a:spLocks noGrp="1"/>
          </p:cNvSpPr>
          <p:nvPr>
            <p:ph idx="1"/>
          </p:nvPr>
        </p:nvSpPr>
        <p:spPr/>
        <p:txBody>
          <a:bodyPr/>
          <a:lstStyle/>
          <a:p>
            <a:pPr>
              <a:defRPr sz="1200"/>
            </a:pPr>
            <a:r>
              <a:t>- Women of color are often concentrated in lower-paying industries and occupations, further widening the gender pay gap</a:t>
            </a:r>
            <a:br/>
            <a:r>
              <a:t>- Discrimination against women of color in hiring, promotion, and salary decisions contributes significantly to the disparities in earnings</a:t>
            </a:r>
            <a:br/>
            <a:r>
              <a:t>- Intersectional factors such as race and gender amplify the financial insecurity experienced by women of color in the workforce</a:t>
            </a:r>
            <a:br/>
            <a:r>
              <a:t>- Limited career advancement opportunities for women of color perpetuate the cycle of inequality and hinder their professional growth</a:t>
            </a:r>
            <a:br/>
            <a:br/>
            <a:r>
              <a:t>Sources: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"Addressing Gender Pay Gap: Enforcing Equal Pay Laws"</a:t>
            </a:r>
          </a:p>
        </p:txBody>
      </p:sp>
      <p:sp>
        <p:nvSpPr>
          <p:cNvPr id="3" name="Content Placeholder 2"/>
          <p:cNvSpPr>
            <a:spLocks noGrp="1"/>
          </p:cNvSpPr>
          <p:nvPr>
            <p:ph idx="1"/>
          </p:nvPr>
        </p:nvSpPr>
        <p:spPr/>
        <p:txBody>
          <a:bodyPr/>
          <a:lstStyle/>
          <a:p>
            <a:pPr>
              <a:defRPr sz="1200"/>
            </a:pPr>
            <a:r>
              <a:t>- Research has shown that women of color face compounded challenges in the workforce, with higher rates of discrimination and lower opportunities for advancement compared to their white counterparts</a:t>
            </a:r>
            <a:br/>
            <a:r>
              <a:t>- The intersection of race and gender further exacerbates the financial instability experienced by women of color, leading to wider wage gaps and limited access to well-paying jobs</a:t>
            </a:r>
            <a:br/>
            <a:r>
              <a:t>- Studies indicate that women of color are often overlooked for leadership positions and receive lower salaries even when they possess similar qualifications and experience as their white peers</a:t>
            </a:r>
            <a:br/>
            <a:r>
              <a:t>- Initiatives to address the gender pay gap must consider the unique barriers faced by women of color, including systemic racism and implicit biases that perpetuate inequalities in compensation and career progression</a:t>
            </a:r>
            <a:br/>
            <a:br/>
            <a:r>
              <a:t>Sources: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"Advantages of Pay Transparency in Organizations"</a:t>
            </a:r>
          </a:p>
        </p:txBody>
      </p:sp>
      <p:sp>
        <p:nvSpPr>
          <p:cNvPr id="3" name="Content Placeholder 2"/>
          <p:cNvSpPr>
            <a:spLocks noGrp="1"/>
          </p:cNvSpPr>
          <p:nvPr>
            <p:ph idx="1"/>
          </p:nvPr>
        </p:nvSpPr>
        <p:spPr/>
        <p:txBody>
          <a:bodyPr/>
          <a:lstStyle/>
          <a:p>
            <a:pPr>
              <a:defRPr sz="1200"/>
            </a:pPr>
            <a:r>
              <a:t>- Pay transparency can help reduce the gender pay gap by shedding light on disparities in compensation</a:t>
            </a:r>
            <a:br/>
            <a:r>
              <a:t>- Studies have shown that organizations that practice pay transparency tend to have higher employee satisfaction and retention rates</a:t>
            </a:r>
            <a:br/>
            <a:r>
              <a:t>- Transparent pay practices can lead to increased employee engagement and motivation, as workers feel valued and fairly compensated</a:t>
            </a:r>
            <a:br/>
            <a:r>
              <a:t>- Implementing pay transparency initiatives can also enhance organizational reputation and attract top talent in the competitive job market</a:t>
            </a:r>
            <a:br/>
            <a:br/>
            <a:r>
              <a:t>Sources: [51]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Gender Equality in the Workplace</a:t>
            </a:r>
          </a:p>
        </p:txBody>
      </p:sp>
      <p:sp>
        <p:nvSpPr>
          <p:cNvPr id="3" name="Content Placeholder 2"/>
          <p:cNvSpPr>
            <a:spLocks noGrp="1"/>
          </p:cNvSpPr>
          <p:nvPr>
            <p:ph idx="1"/>
          </p:nvPr>
        </p:nvSpPr>
        <p:spPr/>
        <p:txBody>
          <a:bodyPr/>
          <a:lstStyle/>
          <a:p>
            <a:pPr>
              <a:defRPr sz="1200"/>
            </a:pPr>
            <a:r>
              <a:t>- Mentorship programs for women have been shown to support career development and professional growth by providing guidance, advice, and support from experienced professionals.</a:t>
            </a:r>
            <a:br/>
            <a:r>
              <a:t>- Participation in mentorship programs increases the likelihood of women advancing in their careers and achieving their professional goals.</a:t>
            </a:r>
            <a:br/>
            <a:r>
              <a:t>- Women who have mentors can gain valuable insights, expand their networks, and navigate challenges more effectively in the workplace.</a:t>
            </a:r>
            <a:br/>
            <a:r>
              <a:t>- Research indicates that mentorship programs play a crucial role in empowering women to succeed in their careers and overcome barriers to advancement.</a:t>
            </a:r>
            <a:br/>
            <a:br/>
            <a:r>
              <a:t>Sources: [52]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Workplace Discrimination Against Women: Types and Consequences</a:t>
            </a:r>
          </a:p>
        </p:txBody>
      </p:sp>
      <p:sp>
        <p:nvSpPr>
          <p:cNvPr id="3" name="Content Placeholder 2"/>
          <p:cNvSpPr>
            <a:spLocks noGrp="1"/>
          </p:cNvSpPr>
          <p:nvPr>
            <p:ph idx="1"/>
          </p:nvPr>
        </p:nvSpPr>
        <p:spPr/>
        <p:txBody>
          <a:bodyPr/>
          <a:lstStyle/>
          <a:p>
            <a:pPr>
              <a:defRPr sz="1200"/>
            </a:pPr>
            <a:r>
              <a:t>- Gender bias in performance evaluations can have a significant impact on women in the workplace, leading to lower ratings, fewer promotions, and smaller salary increases.</a:t>
            </a:r>
            <a:br/>
            <a:r>
              <a:t>- Studies have shown that women are often judged more harshly than men for the same performance, perpetuating gender inequality by limiting women's career advancement opportunities and contributing to the overall gender pay gap.</a:t>
            </a:r>
            <a:br/>
            <a:r>
              <a:t>- Biased evaluations based on gender rather than performance can result in disparities in career progression and salary negotiations for women.</a:t>
            </a:r>
            <a:br/>
            <a:r>
              <a:t>- The impact of gender bias in performance evaluations extends beyond individual outcomes, affecting organizational culture and perpetuating systemic inequality in the workplace.</a:t>
            </a:r>
            <a:br/>
            <a:br/>
            <a:r>
              <a:t>Sources: [53]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Gender Bias in Performance Evaluations</a:t>
            </a:r>
          </a:p>
        </p:txBody>
      </p:sp>
      <p:sp>
        <p:nvSpPr>
          <p:cNvPr id="3" name="Content Placeholder 2"/>
          <p:cNvSpPr>
            <a:spLocks noGrp="1"/>
          </p:cNvSpPr>
          <p:nvPr>
            <p:ph idx="1"/>
          </p:nvPr>
        </p:nvSpPr>
        <p:spPr/>
        <p:txBody>
          <a:bodyPr/>
          <a:lstStyle/>
          <a:p>
            <a:pPr>
              <a:defRPr sz="1200"/>
            </a:pPr>
            <a:r>
              <a:t>- Implementing structured performance evaluation criteria to ensure objectivity and fairness</a:t>
            </a:r>
            <a:br/>
            <a:r>
              <a:t>- Providing training on unconscious bias awareness for managers involved in performance assessments</a:t>
            </a:r>
            <a:br/>
            <a:r>
              <a:t>- Encouraging feedback from multiple sources to offer a well-rounded perspective on employees' performance</a:t>
            </a:r>
            <a:br/>
            <a:r>
              <a:t>- Establishing clear guidelines for performance evaluation processes to minimize subjective judgments and gender biases.</a:t>
            </a:r>
            <a:br/>
            <a:br/>
            <a:r>
              <a:t>Sources: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[47] The Impact of Mentorship Programs on Women's Career Advancement - https://www.forbes.com/sites/forbescoachescouncil/2019/03/19/why-mentorship-is-critical-for-womens-career-advancement/#5f65b7d03a38</a:t>
            </a:r>
            <a:br/>
            <a:r>
              <a:t>[48] Gender Pay Gap: Facts and Statistics - https://www.pewresearch.org/fact-tank/2020/03/24/gender-pay-gap-facts/</a:t>
            </a:r>
            <a:br/>
            <a:r>
              <a:t>[49] Gender Pay Gap: Causes and Solutions - https://www.payscale.com/data/gender-pay-gap</a:t>
            </a:r>
            <a:br/>
            <a:r>
              <a:t>[50] Gender Bias in Performance Evaluations - https://hbr.org/2018/06/research-women-are-better-leaders-during-a-crisis</a:t>
            </a:r>
            <a:br/>
            <a:r>
              <a:t>[51] Benefits of Unconscious Bias Training Programs in the Workplace - https://www.forbes.com/sites/janicegassam/2019/06/27/why-unconscious-bias-training-doesnt-work-and-what-to-do-instead/?sh=6f2c32f23c0d</a:t>
            </a:r>
            <a:br/>
            <a:r>
              <a:t>[52] The Importance of Mentorship Programs for Women in the Workplace - https://www.forbes.com/sites/forbescoachescouncil/2021/03/08/why-women-need-mentors-and-sponsors-in-the-workplace/?sh=7e3f5b2e6b0d</a:t>
            </a:r>
            <a:br/>
            <a:r>
              <a:t>[53] How Gender Bias in Performance Evaluations Impacts Women in the Workplace - https://hbr.org/2019/06/why-womens-voices-get-ignored-and-how-to-keep-it-from-happening-to-you</a:t>
            </a:r>
            <a:br/>
            <a:r>
              <a:t>[54] Gender Diversity Initiatives in the Workplace - https://www.forbes.com/sites/forbescommunicationscouncil/2020/03/06/10-ways-to-improve-gender-diversity-in-the-workplace/?sh=3e4f7e9f1b2b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