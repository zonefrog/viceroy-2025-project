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Title: Comprehensive Approach to Public Health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Public Health Crisis Management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Prevention strategies focus on reducing the likelihood of a crisis occurring through surveillance, vaccination programs, and health education.</a:t>
            </a:r>
            <a:br/>
            <a:r>
              <a:t>- Preparedness strategies involve developing plans, conducting drills, and training personnel to ensure a swift and effective response when a crisis does occur.</a:t>
            </a:r>
            <a:br/>
            <a:r>
              <a:t>- Rapid detection and assessment of health emergencies are crucial for initiating a timely response to mitigate the impact of the crisis.</a:t>
            </a:r>
            <a:br/>
            <a:r>
              <a:t>- Effective coordination of emergency resources and response teams ensures a cohesive and organized approach to managing a public health crisis.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Mental Health Support in Public Health Crises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Social media platforms like Twitter, Facebook, and Instagram are valuable tools for crisis communication during public health emergencies, allowing for rapid dissemination of crucial information to the public.</a:t>
            </a:r>
            <a:br/>
            <a:r>
              <a:t>- Organizations can utilize social media to provide real-time updates, safety guidelines, and resources to individuals affected by the crisis, enhancing overall communication and engagement with the community.</a:t>
            </a:r>
            <a:br/>
            <a:r>
              <a:t>- Social media facilitates immediate interaction with the public, enabling authorities to address concerns, correct misinformation, and maintain transparency throughout the crisis.</a:t>
            </a:r>
            <a:br/>
            <a:r>
              <a:t>- Leveraging social media platforms effectively can improve crisis response outcomes by enhancing public awareness, understanding, and adherence to recommended health measures.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Key Principles in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Engaging with communities allows for a better understanding of local needs and concerns, leading to more effective and tailored interventions.</a:t>
            </a:r>
            <a:br/>
            <a:r>
              <a:t>- Involving community members in decision-making processes can increase compliance with public health measures and foster a sense of ownership over the response efforts.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Rapid Health Emergency Detection and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AI algorithms can analyze vast amounts of data to identify patterns, predict outbreaks, and recommend interventions in public health crisis management.</a:t>
            </a:r>
            <a:br/>
            <a:r>
              <a:t>- AI-powered tools can assist in tracking the spread of diseases, monitoring healthcare facilities' capacity, and guiding decision-making processes during health emergencies.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Emergency Resources and Response Team Coordination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Effective coordination involves establishing clear communication channels among response teams and stakeholders to ensure seamless collaboration and information sharing</a:t>
            </a:r>
            <a:br/>
            <a:r>
              <a:t>- Utilizing technology and data analytics can enhance resource allocation and deployment, improving response efficiency and effectiveness</a:t>
            </a:r>
            <a:br/>
            <a:r>
              <a:t>- Developing standardized protocols and procedures for resource management and team coordination can streamline decision-making processes and response efforts</a:t>
            </a:r>
            <a:br/>
            <a:r>
              <a:t>- Regular training and simulation exercises can help response teams practice coordination and communication strategies, enhancing their readiness to handle public health crises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Effective Crisis Communication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Utilize mental health support services such as hotlines, online counseling, and virtual support groups to address increased stress and anxiety during public health crises</a:t>
            </a:r>
            <a:br/>
            <a:r>
              <a:t>- Prioritize mental health interventions alongside physical health measures to ensure the overall well-being of the population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Ethical Decision-Making in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Community engagement involves actively involving community members in decision-making processes, resource allocation, and implementation of interventions</a:t>
            </a:r>
            <a:br/>
            <a:r>
              <a:t>- Engaging with the community helps in building trust, enhancing communication, and ensuring responses are culturally sensitive and tailored to specific needs</a:t>
            </a:r>
            <a:br/>
            <a:r>
              <a:t>- It promotes resilience, social cohesion, and the mobilization of local resources during crises</a:t>
            </a:r>
            <a:br/>
            <a:r>
              <a:t>- Community engagement plays a crucial role in crisis response and should be prioritized in public health crisis management strategies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Engaging Communities in Crisis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Utilizing social media platforms for community engagement can help in reaching a larger audience and disseminating important information quickly and efficiently</a:t>
            </a:r>
            <a:br/>
            <a:r>
              <a:t>- Mobile apps can be developed to provide real-time updates, guidance, and resources to community members during a crisis</a:t>
            </a:r>
            <a:br/>
            <a:r>
              <a:t>- Mass notification systems can be used to send out alerts, warnings, and instructions to the public in a timely manner</a:t>
            </a:r>
            <a:br/>
            <a:r>
              <a:t>- Technology integration in crisis communication enables public health agencies to improve response coordination and enhance overall crisis communication strategies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Key Strategies for Public Health Crisis Management - https://www.ncbi.nlm.nih.gov/pmc/articles/PMC6167802/</a:t>
            </a:r>
            <a:br/>
            <a:r>
              <a:t>[17] The Role of Social Media in Crisis Communication - https://www.ncbi.nlm.nih.gov/pmc/articles/PMC7153175/</a:t>
            </a:r>
            <a:br/>
            <a:r>
              <a:t>[18] The Role of Community Engagement in Public Health Crisis Response - https://www.ncbi.nlm.nih.gov/pmc/articles/PMC7362119/</a:t>
            </a:r>
            <a:br/>
            <a:r>
              <a:t>[19] Applications of AI in Public Health Crisis Management - https://www.ncbi.nlm.nih.gov/pmc/articles/PMC7445343/</a:t>
            </a:r>
            <a:br/>
            <a:r>
              <a:t>[20] What is Public Health Crisis Management? - https://www.who.int/news-room/q-a-detail/public-health-emergency-preparedness-and-response</a:t>
            </a:r>
            <a:br/>
            <a:r>
              <a:t>[21] Providing Mental Health Support During Public Health Crises - https://www.cdc.gov/coronavirus/2019-ncov/daily-life-coping/managing-stress-anxiety.html</a:t>
            </a:r>
            <a:br/>
            <a:r>
              <a:t>[22] Importance of Community Engagement in Crisis Response - https://www.ncbi.nlm.nih.gov/pmc/articles/PMC7252018/</a:t>
            </a:r>
            <a:br/>
            <a:r>
              <a:t>[23] Technology Integration in Crisis Communication - https://www.ncbi.nlm.nih.gov/pmc/articles/PMC7151684/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