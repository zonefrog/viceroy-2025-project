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Empowering Authors in the Digital Age: Strategies and Tools for Success</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Literary Accessibility with E-books and Audiobooks</a:t>
            </a:r>
          </a:p>
        </p:txBody>
      </p:sp>
      <p:sp>
        <p:nvSpPr>
          <p:cNvPr id="3" name="Content Placeholder 2"/>
          <p:cNvSpPr>
            <a:spLocks noGrp="1"/>
          </p:cNvSpPr>
          <p:nvPr>
            <p:ph idx="1"/>
          </p:nvPr>
        </p:nvSpPr>
        <p:spPr/>
        <p:txBody>
          <a:bodyPr/>
          <a:lstStyle/>
          <a:p>
            <a:pPr>
              <a:defRPr sz="1200"/>
            </a:pPr>
            <a:r>
              <a:t>- Authors can leverage social media platforms like Instagram to share behind-the-scenes glimpses into their writing process, connect with readers through live Q&amp;A sessions, and participate in virtual book tours.</a:t>
            </a:r>
            <a:br/>
            <a:r>
              <a:t>- Social media influencers and bookstagrammers play a crucial role in promoting literature by recommending books to their followers, hosting online book clubs, and generating buzz around new releases.</a:t>
            </a:r>
            <a:br/>
            <a:r>
              <a:t>- Online book communities on platforms like Goodreads provide readers with a space to discuss their favorite books, participate in reading challenges, and discover new authors based on personalized recommendations.</a:t>
            </a:r>
            <a:br/>
            <a:r>
              <a:t>- Virtual book festivals and author events on social media platforms offer readers the opportunity to engage with authors, attend panel discussions, and access exclusive content from the comfort of their homes.</a:t>
            </a:r>
            <a:br/>
            <a:br/>
            <a:r>
              <a:t>Sources: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Effective Social Media Strategies for Authors</a:t>
            </a:r>
          </a:p>
        </p:txBody>
      </p:sp>
      <p:sp>
        <p:nvSpPr>
          <p:cNvPr id="3" name="Content Placeholder 2"/>
          <p:cNvSpPr>
            <a:spLocks noGrp="1"/>
          </p:cNvSpPr>
          <p:nvPr>
            <p:ph idx="1"/>
          </p:nvPr>
        </p:nvSpPr>
        <p:spPr/>
        <p:txBody>
          <a:bodyPr/>
          <a:lstStyle/>
          <a:p>
            <a:pPr>
              <a:defRPr sz="1200"/>
            </a:pPr>
            <a:r>
              <a:t>- Authors can use social media platforms like Twitter to engage with readers through tweet threads, polls, and live chats, fostering a sense of community and interaction.</a:t>
            </a:r>
            <a:br/>
            <a:r>
              <a:t>- Collaborations with popular booktubers and podcast hosts can help authors reach new audiences and gain exposure in the literary community, leading to increased book sales and brand recognition.</a:t>
            </a:r>
            <a:br/>
            <a:r>
              <a:t>- Hosting virtual book launches on Facebook Live or Instagram Stories allows authors to connect with fans worldwide, answer questions in real-time, and create buzz around their latest releases.</a:t>
            </a:r>
            <a:br/>
            <a:r>
              <a:t>- Utilizing targeted advertising features on social media platforms enables authors to reach specific demographics, increase book visibility, and drive engagement with tailored content.</a:t>
            </a:r>
            <a:br/>
            <a:br/>
            <a:r>
              <a:t>Sources: [25]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Combatting Digital Piracy: Strategies for Content Protection</a:t>
            </a:r>
          </a:p>
        </p:txBody>
      </p:sp>
      <p:sp>
        <p:nvSpPr>
          <p:cNvPr id="3" name="Content Placeholder 2"/>
          <p:cNvSpPr>
            <a:spLocks noGrp="1"/>
          </p:cNvSpPr>
          <p:nvPr>
            <p:ph idx="1"/>
          </p:nvPr>
        </p:nvSpPr>
        <p:spPr/>
        <p:txBody>
          <a:bodyPr/>
          <a:lstStyle/>
          <a:p>
            <a:pPr>
              <a:defRPr sz="1200"/>
            </a:pPr>
            <a:r>
              <a:t>- Digital rights management (DRM) tools are software solutions that help prevent unauthorized access and distribution of digital content, such as e-books, by restricting copying, sharing, and printing.</a:t>
            </a:r>
            <a:br/>
            <a:r>
              <a:t>- Monitoring copyright infringement involves using advanced algorithms and tools to track down illegal sharing and distribution of copyrighted material online, enabling content creators to take legal action against infringers.</a:t>
            </a:r>
            <a:br/>
            <a:r>
              <a:t>- Online piracy not only impacts revenue streams for content creators but also affects the overall integrity and quality of digital content, leading to a decline in consumer trust and satisfaction.</a:t>
            </a:r>
            <a:br/>
            <a:r>
              <a:t>- Educating consumers about the importance of respecting intellectual property rights can help raise awareness about the negative consequences of piracy and promote a culture of ethical consumption in the digital realm.</a:t>
            </a:r>
            <a:br/>
            <a:br/>
            <a:r>
              <a:t>Sources: [26]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AI Text Analysis: Uncovering Literary Insights</a:t>
            </a:r>
          </a:p>
        </p:txBody>
      </p:sp>
      <p:sp>
        <p:nvSpPr>
          <p:cNvPr id="3" name="Content Placeholder 2"/>
          <p:cNvSpPr>
            <a:spLocks noGrp="1"/>
          </p:cNvSpPr>
          <p:nvPr>
            <p:ph idx="1"/>
          </p:nvPr>
        </p:nvSpPr>
        <p:spPr/>
        <p:txBody>
          <a:bodyPr/>
          <a:lstStyle/>
          <a:p>
            <a:pPr>
              <a:defRPr sz="1200"/>
            </a:pPr>
            <a:r>
              <a:t>- AI algorithms can analyze themes and characters in literary texts through natural language processing techniques, providing valuable insights for researchers and scholars.</a:t>
            </a:r>
            <a:br/>
            <a:r>
              <a:t>- By identifying recurring themes, character development, and relationships within texts, AI technology enhances the understanding of classic and contemporary literature.</a:t>
            </a:r>
            <a:br/>
            <a:r>
              <a:t>- AI tools offer a unique perspective on literary analysis, enabling a deeper exploration of hidden connections and patterns within texts.</a:t>
            </a:r>
            <a:br/>
            <a:r>
              <a:t>- Through the use of algorithms, AI can uncover nuanced interpretations and meanings within literary works that may not be immediately apparent to human readers.</a:t>
            </a:r>
            <a:br/>
            <a:br/>
            <a:r>
              <a:t>Sources: [27]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Advantages of AI in Literary Research</a:t>
            </a:r>
          </a:p>
        </p:txBody>
      </p:sp>
      <p:sp>
        <p:nvSpPr>
          <p:cNvPr id="3" name="Content Placeholder 2"/>
          <p:cNvSpPr>
            <a:spLocks noGrp="1"/>
          </p:cNvSpPr>
          <p:nvPr>
            <p:ph idx="1"/>
          </p:nvPr>
        </p:nvSpPr>
        <p:spPr/>
        <p:txBody>
          <a:bodyPr/>
          <a:lstStyle/>
          <a:p>
            <a:pPr>
              <a:defRPr sz="1200"/>
            </a:pPr>
            <a:r>
              <a:t>- Self-publishing platforms offer authors full control over their work, enabling them to bring their books to market independently and retain the rights to their content.</a:t>
            </a:r>
            <a:br/>
            <a:r>
              <a:t>- Authors who utilize self-publishing platforms can earn higher royalties compared to traditional publishing methods, providing a cost-effective way to publish their work and reach a wider audience.</a:t>
            </a:r>
            <a:br/>
            <a:r>
              <a:t>- The rise of self-publishing platforms has democratized the literary landscape by allowing new and diverse voices to be heard, challenging the dominance of traditional publishing houses.</a:t>
            </a:r>
            <a:br/>
            <a:r>
              <a:t>- By providing a platform for authors to publish their work without the barriers of traditional publishing, self-publishing platforms contribute to the diversity and accessibility of literature in the digital age.</a:t>
            </a:r>
            <a:br/>
            <a:br/>
            <a:r>
              <a:t>Sources: [28]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Challenges of AI in Analyzing Complex Literary Texts</a:t>
            </a:r>
          </a:p>
        </p:txBody>
      </p:sp>
      <p:sp>
        <p:nvSpPr>
          <p:cNvPr id="3" name="Content Placeholder 2"/>
          <p:cNvSpPr>
            <a:spLocks noGrp="1"/>
          </p:cNvSpPr>
          <p:nvPr>
            <p:ph idx="1"/>
          </p:nvPr>
        </p:nvSpPr>
        <p:spPr/>
        <p:txBody>
          <a:bodyPr/>
          <a:lstStyle/>
          <a:p>
            <a:pPr>
              <a:defRPr sz="1200"/>
            </a:pPr>
            <a:r>
              <a:t>- Digital piracy poses a significant threat to creators in the modern era, with unauthorized distribution and reproduction of digital content becoming increasingly common.</a:t>
            </a:r>
            <a:br/>
            <a:r>
              <a:t>- Protecting your work from online piracy involves implementing strategies such as using digital rights management (DRM) tools, monitoring and enforcing copyright infringement, and educating consumers about the importance of respecting intellectual property rights.</a:t>
            </a:r>
            <a:br/>
            <a:r>
              <a:t>- It is essential for creators to stay vigilant and proactive in safeguarding their creations from being illegally shared or sold online.</a:t>
            </a:r>
            <a:br/>
            <a:r>
              <a:t>- Implementing measures like watermarking, encryption, and secure distribution channels can help deter piracy and protect the integrity of digital content.</a:t>
            </a:r>
            <a:br/>
            <a:br/>
            <a:r>
              <a:t>Sources: [29]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The Rise of Self-Publishing Platforms</a:t>
            </a:r>
          </a:p>
        </p:txBody>
      </p:sp>
      <p:sp>
        <p:nvSpPr>
          <p:cNvPr id="3" name="Content Placeholder 2"/>
          <p:cNvSpPr>
            <a:spLocks noGrp="1"/>
          </p:cNvSpPr>
          <p:nvPr>
            <p:ph idx="1"/>
          </p:nvPr>
        </p:nvSpPr>
        <p:spPr/>
        <p:txBody>
          <a:bodyPr/>
          <a:lstStyle/>
          <a:p>
            <a:pPr>
              <a:defRPr sz="1200"/>
            </a:pPr>
            <a:r>
              <a:t>- Self-publishing platforms offer authors the opportunity to retain the rights to their work and earn higher royalties compared to traditional publishing models.</a:t>
            </a:r>
            <a:br/>
            <a:r>
              <a:t>- Authors can take advantage of the faster publishing process provided by self-publishing platforms, allowing them to bring their work to market more quickly and efficiently.</a:t>
            </a:r>
            <a:br/>
            <a:r>
              <a:t>- The rise of self-publishing platforms has democratized the publishing industry, enabling a diverse range of voices to share their stories and reach a global audience.</a:t>
            </a:r>
            <a:br/>
            <a:r>
              <a:t>- Authors utilizing self-publishing platforms have greater creative control over their content, from cover design to marketing strategies, shaping their brand and connecting directly with readers.</a:t>
            </a:r>
            <a:br/>
            <a:br/>
            <a:r>
              <a:t>Sources: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"Benefits of Collaborative Writing Tools for Authors"</a:t>
            </a:r>
          </a:p>
        </p:txBody>
      </p:sp>
      <p:sp>
        <p:nvSpPr>
          <p:cNvPr id="3" name="Content Placeholder 2"/>
          <p:cNvSpPr>
            <a:spLocks noGrp="1"/>
          </p:cNvSpPr>
          <p:nvPr>
            <p:ph idx="1"/>
          </p:nvPr>
        </p:nvSpPr>
        <p:spPr/>
        <p:txBody>
          <a:bodyPr/>
          <a:lstStyle/>
          <a:p>
            <a:pPr>
              <a:defRPr sz="1200"/>
            </a:pPr>
            <a:r>
              <a:t>- Online writing communities provide writers with a platform to connect with industry professionals, access writing resources, and participate in writing challenges and competitions, fostering skill development and networking opportunities.</a:t>
            </a:r>
            <a:br/>
            <a:r>
              <a:t>- Writers can leverage online writing communities to share their work, receive constructive criticism, and build a supportive network of like-minded individuals, enhancing their writing skills and expanding their professional connections.</a:t>
            </a:r>
            <a:br/>
            <a:r>
              <a:t>- Joining online writing communities enables writers to gain exposure, improve their craft, and collaborate with peers on creative projects, contributing to their growth and success in the literary world.</a:t>
            </a:r>
            <a:br/>
            <a:br/>
            <a:r>
              <a:t>Sources: [31]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[24] The Power of Social Media in Promoting Literature - https://www.publishersweekly.com/pw/by-topic/industry-news/tip-sheet/article/77207-how-social-media-has-changed-the-way-authors-connect-with-fans.html</a:t>
            </a:r>
            <a:br/>
            <a:r>
              <a:t>[25] The Impact of Social Media on Literature Promotion - https://www.forbes.com/sites/jaysondemers/2014/08/12/7-reasons-social-media-is-essential-for-authors/#1c0e57a13e72</a:t>
            </a:r>
            <a:br/>
            <a:r>
              <a:t>[26] Understanding the Threat of Piracy in the Digital Era - https://www.copyright.gov/help/faq/faq-piracy.html</a:t>
            </a:r>
            <a:br/>
            <a:r>
              <a:t>[27] AI in Literature: Analyzing Themes and Characters - https://www.technologyreview.com/2021/03/15/1020566/ai-identifies-themes-in-literature/</a:t>
            </a:r>
            <a:br/>
            <a:r>
              <a:t>[28] The Benefits of Self-Publishing Platforms for Authors - https://www.forbes.com/sites/julianmitchell/2019/07/10/the-benefits-of-self-publishing-platforms-for-authors/?sh=2b3a9e3f1a88</a:t>
            </a:r>
            <a:br/>
            <a:r>
              <a:t>[29] Protecting Your Work: Strategies Against Digital Piracy - https://www.copyright.gov/piracy/</a:t>
            </a:r>
            <a:br/>
            <a:r>
              <a:t>[30] The Rise of Self-Publishing Platforms in the Digital Age - https://www.forbes.com/sites/jaymcgregor/2020/06/22/the-rise-of-self-publishing-how-indie-authors-are-revolutionizing-the-book-world/#4f8f0d7e7f3d</a:t>
            </a:r>
            <a:br/>
            <a:r>
              <a:t>[31] Benefits of Joining Online Writing Communities - https://www.writersdigest.com/be-inspired/the-benefits-of-joining-an-online-writing-community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