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Navigating Cultural Integration: A Comprehensive Analysis of Global Immigration Policies and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Global Immigration Policy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Cultural assimilation involves the gradual adoption of the dominant culture's practices and beliefs, often leading to the erosion of the original cultural identity.</a:t>
            </a:r>
            <a:br/>
            <a:r>
              <a:t>- Cultural preservation entails efforts to safeguard and uphold one's traditional cultural values and customs amidst external influences.</a:t>
            </a:r>
            <a:br/>
            <a:r>
              <a:t>- The ongoing debate between cultural assimilation and cultural preservation plays a crucial role in shaping immigration and integration policies worldwide.</a:t>
            </a:r>
            <a:br/>
            <a:br/>
            <a:r>
              <a:t>Sources: [71]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Factors Influencing Immigration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Immigrant communities often maintain traditional practices, celebrate cultural holidays, teach native languages, and establish cultural organizations to preserve their heritage and share their culture with the broader community.</a:t>
            </a:r>
            <a:br/>
            <a:r>
              <a:t>- These preservation efforts help immigrants retain a sense of identity and connection to their roots while also contributing to the diversity of the host society.</a:t>
            </a:r>
            <a:br/>
            <a:br/>
            <a:r>
              <a:t>Sources: [72]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European Cultural Integration Policies: Assimilation Support &amp;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Cultural integration policies in European countries aim to facilitate immigrants' assimilation through language classes, cultural orientation programs, and employment support.</a:t>
            </a:r>
            <a:br/>
            <a:r>
              <a:t>- These policies are designed to help immigrants adapt to their new environment, understand the local culture, and integrate into society.</a:t>
            </a:r>
            <a:br/>
            <a:r>
              <a:t>- Germany, Sweden, and the Netherlands have been recognized for their effective promotion of cultural integration among immigrant communities.</a:t>
            </a:r>
            <a:br/>
            <a:r>
              <a:t>- Government initiatives in these countries focus on fostering a sense of belonging, encouraging cultural exchange, and addressing the challenges immigrants face in adapting to a new culture.</a:t>
            </a:r>
            <a:br/>
            <a:br/>
            <a:r>
              <a:t>Sources: [73]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Cultural Assimilation vs. Preservation: Balancing Identities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Globalization has led to increased cultural diversity by facilitating the exchange of ideas, values, and traditions among different societies.</a:t>
            </a:r>
            <a:br/>
            <a:r>
              <a:t>- Concerns about the loss of cultural identity have arisen due to dominant cultures potentially overshadowing smaller or indigenous ones.</a:t>
            </a:r>
            <a:br/>
            <a:r>
              <a:t>- Striking a balance between embracing global influences and preserving unique cultural heritage is crucial for societies.</a:t>
            </a:r>
            <a:br/>
            <a:r>
              <a:t>- Increased cultural diversity within communities has resulted from people from various backgrounds interacting and sharing their customs.</a:t>
            </a:r>
            <a:br/>
            <a:br/>
            <a:r>
              <a:t>Sources: [74]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Debate on Immigrant Cultural Adaptation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Immigrants may experience challenges such as language barriers, discrimination, cultural differences, and homesickness while trying to integrate into a new culture.</a:t>
            </a:r>
            <a:br/>
            <a:r>
              <a:t>- Struggling to balance their original cultural identity with the pressure to assimilate into the dominant culture can lead to feelings of alienation and a lack of acceptance.</a:t>
            </a:r>
            <a:br/>
            <a:r>
              <a:t>- Some immigrants may face resistance in preserving their cultural heritage, which can further complicate their adaptation process.</a:t>
            </a:r>
            <a:br/>
            <a:r>
              <a:t>- The debate between cultural assimilation and cultural preservation remains ongoing, highlighting the complexities immigrants encounter in navigating their cultural identity in a new environment.</a:t>
            </a:r>
            <a:br/>
            <a:br/>
            <a:r>
              <a:t>Sources: [75]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Benefits of Cultural Diversity in Society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Cultural diversity in immigration leads to a richer societal tapestry, with a variety of traditions, beliefs, and values that contribute to a vibrant community.</a:t>
            </a:r>
            <a:br/>
            <a:r>
              <a:t>- Immigrants bring a wealth of knowledge and skills from their home countries, enhancing the overall talent pool and fostering a culture of learning and growth.</a:t>
            </a:r>
            <a:br/>
            <a:r>
              <a:t>- Embracing cultural diversity can lead to the development of new markets, products, and services that cater to diverse cultural preferences and needs.</a:t>
            </a:r>
            <a:br/>
            <a:r>
              <a:t>- Immigrants often serve as cultural ambassadors, bridging gaps between different communities and promoting cross-cultural understanding and cooperation.</a:t>
            </a:r>
            <a:br/>
            <a:br/>
            <a:r>
              <a:t>Sources: [76]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Immigrant Cultural Integration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Cultural assimilation emphasizes the importance of immigrants adopting the customs, beliefs, and language of the host country to integrate successfully.</a:t>
            </a:r>
            <a:br/>
            <a:r>
              <a:t>- Cultural preservation highlights the significance of maintaining one's original cultural identity and traditions while living in a different country.</a:t>
            </a:r>
            <a:br/>
            <a:r>
              <a:t>- Balancing cultural assimilation and cultural preservation is crucial for immigrants to navigate the process of adapting to a new culture without losing their sense of identity.</a:t>
            </a:r>
            <a:br/>
            <a:r>
              <a:t>- Immigrants often face internal conflicts when trying to assimilate into the dominant culture while preserving their cultural heritage, leading to challenges in identity formation and social integration.</a:t>
            </a:r>
            <a:br/>
            <a:br/>
            <a:r>
              <a:t>Sources: [77]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Economic and Social Impact of Immigration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Cultural diversity in immigration enriches society with various perspectives, traditions, and experiences, contributing to a more vibrant and inclusive community.</a:t>
            </a:r>
            <a:br/>
            <a:r>
              <a:t>- Embracing cultural diversity fosters innovation, creativity, and economic growth by leveraging the unique skills and talents immigrants bring to the host country.</a:t>
            </a:r>
            <a:br/>
            <a:r>
              <a:t>- Challenges immigrants face in adapting to a new culture include navigating language barriers, overcoming discrimination, and coping with feelings of homesickness and isolation.</a:t>
            </a:r>
            <a:br/>
            <a:r>
              <a:t>- Initiatives promoting cultural diversity and inclusion play a vital role in bridging cultural divides, fostering social cohesion, and creating a more harmonious society.</a:t>
            </a:r>
            <a:br/>
            <a:br/>
            <a:r>
              <a:t>Sources: [78]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[71] Cultural Assimilation vs Cultural Preservation - https://www.migrationpolicy.org/article/immigrant-integration-culture-and-cultural-assimilation</a:t>
            </a:r>
            <a:br/>
            <a:r>
              <a:t>[72] Cultural Preservation Efforts in Immigrant Communities - https://www.migrationpolicy.org/article/immigrant-cultural-preservation-efforts</a:t>
            </a:r>
            <a:br/>
            <a:r>
              <a:t>[73] Cultural Integration Policies in European Countries - https://www.migrationpolicy.org/article/europe-integration-immigrants</a:t>
            </a:r>
            <a:br/>
            <a:r>
              <a:t>[74] Effects of Globalization on Cultural Integration - https://www.migrationpolicy.org/article/globalization-and-culture</a:t>
            </a:r>
            <a:br/>
            <a:r>
              <a:t>[75] Challenges Faced by Immigrants in Cultural Integration - https://www.migrationpolicy.org/article/immigrant-integration-challenges</a:t>
            </a:r>
            <a:br/>
            <a:r>
              <a:t>[76] Benefits of Cultural Diversity in Immigration - https://www.forbes.com/sites/forbescoachescouncil/2020/07/27/the-importance-of-cultural-diversity-in-the-workplace/?sh=3f6f4cde4f3f</a:t>
            </a:r>
            <a:br/>
            <a:r>
              <a:t>[77] The Debate Between Cultural Assimilation and Cultural Preservation - https://www.migrationpolicy.org/article/assimilation-and-american-values-the-role-of-immigrant-religion</a:t>
            </a:r>
            <a:br/>
            <a:r>
              <a:t>[78] Immigration Policies in Different Countries - https://www.migrationpolicy.org/article/immigration-policies-around-world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