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Renaissance: Masterpieces, Discoveries, and Revolutions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Leonardo da Vinci's Sfumato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Leonardo da Vinci's mastery of the sfumato technique allowed him to create soft transitions between colors and tones in his paintings, enhancing the depth and realism of his artworks.</a:t>
            </a:r>
            <a:br/>
            <a:r>
              <a:t>- By blending colors seamlessly using sfumato, da Vinci achieved a level of subtlety and nuance in his works, particularly evident in iconic paintings like the Mona Lisa.</a:t>
            </a:r>
            <a:br/>
            <a:r>
              <a:t>- The sfumato technique was a hallmark of da Vinci's artistic style, influencing other artists of the Renaissance period and beyond.</a:t>
            </a:r>
            <a:br/>
            <a:r>
              <a:t>- Da Vinci's use of sfumato not only added a sense of mystery and atmosphere to his paintings but also set new standards for depicting emotion and expression in art.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Michelangelo's Statue of David: Sculptural Masterpiece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printing press, invented by Johannes Gutenberg in the mid-15th century, revolutionized the mass production of books and facilitated the dissemination of knowledge and ideas throughout Europe.</a:t>
            </a:r>
            <a:br/>
            <a:r>
              <a:t>- Another significant technological innovation of the Renaissance period was the mechanical clock, which greatly improved timekeeping accuracy and had far-reaching implications for fields like astronomy, navigation, and manufacturing.</a:t>
            </a:r>
            <a:br/>
            <a:br/>
            <a:r>
              <a:t>Sources: [64]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"Linear Perspective in Renaissance Art"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Linear perspective was a key development in Renaissance art, allowing for realistic and three-dimensional representations.</a:t>
            </a:r>
            <a:br/>
            <a:r>
              <a:t>- Artists like Leonardo da Vinci and Filippo Brunelleschi pioneered the use of linear perspective in their works.</a:t>
            </a:r>
            <a:br/>
            <a:r>
              <a:t>- Linear perspective creates the illusion of depth by using converging lines and vanishing points in artworks.</a:t>
            </a:r>
            <a:br/>
            <a:r>
              <a:t>- Examples of linear perspective can be seen in paintings such as "The Last Supper" by da Vinci and architectural designs like the Dome of Florence Cathedral by Brunelleschi.</a:t>
            </a:r>
            <a:br/>
            <a:br/>
            <a:r>
              <a:t>Sources: [65]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Galileo Galilei's Astronomical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Galileo Galilei's support for the Copernican theory of heliocentrism challenged the prevailing geocentric view of the universe.</a:t>
            </a:r>
            <a:br/>
            <a:r>
              <a:t>- His improvements to the telescope allowed for detailed observations of celestial bodies and phenomena.</a:t>
            </a:r>
            <a:br/>
            <a:r>
              <a:t>- Galileo's experiments on motion and mechanics were foundational to the development of modern physics.</a:t>
            </a:r>
            <a:br/>
            <a:r>
              <a:t>- His work in observational astronomy revolutionized the understanding of the cosmos during the Renaissance period.</a:t>
            </a:r>
            <a:br/>
            <a:br/>
            <a:r>
              <a:t>Sources: [66]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Humanism's Impact on Renaissance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Humanism promoted a focus on human values, emotions, and experiences in Renaissance art, leading artists to depict realistic human figures with depth and emotion.</a:t>
            </a:r>
            <a:br/>
            <a:r>
              <a:t>- The renewed interest in classical themes, mythology, and the human body influenced the subject matter of artworks during the Renaissance period.</a:t>
            </a:r>
            <a:br/>
            <a:r>
              <a:t>- Humanist ideas played a crucial role in defining the artistic style of the Renaissance, emphasizing a shift towards human-centered art.</a:t>
            </a:r>
            <a:br/>
            <a:r>
              <a:t>- Artists in the Renaissance period moved away from the stylized forms of the Middle Ages, embracing a more naturalistic and emotive approach to depicting the human figure.</a:t>
            </a:r>
            <a:br/>
            <a:br/>
            <a:r>
              <a:t>Sources: [67]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"Biblical Allusions in Renaissance Literature"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Renaissance literature often delved into biblical allusions, with authors referencing Christian beliefs and stories to explore complex themes of sin, redemption, and human nature.</a:t>
            </a:r>
            <a:br/>
            <a:r>
              <a:t>- The incorporation of divine providence in Renaissance literary works added layers of spiritual depth and meaning to the narratives, reflecting the societal religious beliefs of the time.</a:t>
            </a:r>
            <a:br/>
            <a:r>
              <a:t>- Writers like John Milton and Dante Alighieri skillfully integrated biblical motifs into their masterpieces, such as 'Paradise Lost' and the 'Divine Comedy,' enriching the texts with profound religious symbolism.</a:t>
            </a:r>
            <a:br/>
            <a:r>
              <a:t>- The exploration of religious themes in Renaissance literature provided a platform for contemplation on moral dilemmas, ethical choices, and the interconnectedness of humanity and divinity.</a:t>
            </a:r>
            <a:br/>
            <a:br/>
            <a:r>
              <a:t>Sources: [68]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Classical Orders in Renaissance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Filippo Brunelleschi's innovative architectural designs, such as the Dome of Florence Cathedral, showcased the reintroduction of classical orders like Doric, Ionic, and Corinthian columns in Renaissance architecture.</a:t>
            </a:r>
            <a:br/>
            <a:r>
              <a:t>- The use of classical orders added elements of symmetry, proportion, and visual harmony to Renaissance buildings, drawing inspiration from ancient Roman and Greek architectural styles.</a:t>
            </a:r>
            <a:br/>
            <a:r>
              <a:t>- Brunelleschi's incorporation of linear perspective in his architectural designs revolutionized spatial representation and influenced future generations of architects.</a:t>
            </a:r>
            <a:br/>
            <a:r>
              <a:t>- The experimentation with new design elements and technological advancements in construction during the Renaissance period paved the way for innovative architectural practices and sustainable building techniques.</a:t>
            </a:r>
            <a:br/>
            <a:br/>
            <a:r>
              <a:t>Sources: [69]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"Gutenberg's Printing Press Revolution"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Humanism in Renaissance art emphasized the celebration of human potential and achievement, leading artists to focus on realistic depictions of the human form inspired by classical Greek and Roman art.</a:t>
            </a:r>
            <a:br/>
            <a:r>
              <a:t>- The shift towards humanist ideals like individualism and secularism in Renaissance art marked a departure from the religious themes prevalent in medieval art, highlighting human emotions and experiences in artistic representations.</a:t>
            </a:r>
            <a:br/>
            <a:br/>
            <a:r>
              <a:t>Sources: [70]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[63] Artistic Innovations During the Renaissance - https://www.history.com/topics/renaissance/renaissance-art</a:t>
            </a:r>
            <a:br/>
            <a:r>
              <a:t>[64] Technological Innovations of the Renaissance - https://www.history.com/topics/renaissance/renaissance</a:t>
            </a:r>
            <a:br/>
            <a:r>
              <a:t>[65] Leonardo da Vinci's Artistic Innovations During the Renaissance - https://www.leonardodavinci.net/</a:t>
            </a:r>
            <a:br/>
            <a:r>
              <a:t>[66] Galileo Galilei: Scientific Advancements in the Renaissance - https://www.britannica.com/biography/Galileo-Galilei</a:t>
            </a:r>
            <a:br/>
            <a:r>
              <a:t>[67] Impact of Humanism on Renaissance Art - https://www.britannica.com/art/Renaissance-art</a:t>
            </a:r>
            <a:br/>
            <a:r>
              <a:t>[68] Religious Themes in Renaissance Literature - https://www.britannica.com/art/religious-literature</a:t>
            </a:r>
            <a:br/>
            <a:r>
              <a:t>[69] Innovations in Renaissance Architecture: Filippo Brunelleschi - https://www.britannica.com/biography/Filippo-Brunelleschi</a:t>
            </a:r>
            <a:br/>
            <a:r>
              <a:t>[70] Humanism Influence on Renaissance Art - https://www.britannica.com/art/Western-painting/Renaissance#ref1049585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