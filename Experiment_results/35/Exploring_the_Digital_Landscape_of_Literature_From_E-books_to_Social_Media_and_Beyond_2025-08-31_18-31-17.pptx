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 of Literature: From E-books to Social Media and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The Impact of Electronic Devices on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Studies have shown that the accessibility of digital content like e-books and audiobooks has significantly increased readership among diverse populations.</a:t>
            </a:r>
            <a:br/>
            <a:r>
              <a:t>- The convenience of carrying multiple books on a single device has encouraged more people to engage with literature on a regular basis.</a:t>
            </a:r>
            <a:br/>
            <a:r>
              <a:t>- Research indicates that the ease of purchasing and downloading digital books has led to a rise in impulse reading and exploration of new genres.</a:t>
            </a:r>
            <a:br/>
            <a:r>
              <a:t>- The ability to adjust font size, background color, and other settings on electronic devices has improved the reading experience for individuals with visual impairments.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E-books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platforms have significantly improved the accessibility of literature in the digital age, allowing readers to access a wide range of literary works conveniently.</a:t>
            </a:r>
            <a:br/>
            <a:r>
              <a:t>- E-books and audiobooks provide a cost-effective way for readers to access books, regardless of their location or physical abilities.</a:t>
            </a:r>
            <a:br/>
            <a:r>
              <a:t>- These platforms have made it easier for diverse populations to engage with literature regularly, leading to increased readership.</a:t>
            </a:r>
            <a:br/>
            <a:r>
              <a:t>- The ability to adjust font size, background color, and other settings on electronic devices has enhanced the reading experience for individuals with visual impairments.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Social Media's Impact on Literary 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media platforms like Twitter, Goodreads, and literary blogs have democratized literary criticism by providing a space for diverse voices to engage in discussions and share reviews.</a:t>
            </a:r>
            <a:br/>
            <a:r>
              <a:t>- Online platforms challenge traditional gatekeepers in the field of literary criticism, allowing for a wider range of perspectives to be heard and considered.</a:t>
            </a:r>
            <a:br/>
            <a:r>
              <a:t>- Social media raises questions about the credibility of literary criticism, as the ease of sharing opinions online may lead to concerns about the quality and reliability of reviews.</a:t>
            </a:r>
            <a:br/>
            <a:r>
              <a:t>- Readers and critics can exchange ideas about books in real-time on platforms like Twitter and Goodreads, fostering a more interactive and engaged literary community.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Book Sales Through 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Digital marketing strategies can include targeted online advertising, social media campaigns, and email marketing to reach a wider audience and promote book sales effectively.</a:t>
            </a:r>
            <a:br/>
            <a:r>
              <a:t>- Authors and publishers leverage digital platforms not only to engage with readers but also to create anticipation and excitement around new book releases.</a:t>
            </a:r>
            <a:br/>
            <a:r>
              <a:t>- Utilizing data analytics and tracking tools enables authors and publishers to measure the impact of their promotional strategies accurately and make informed decisions to optimize sales.</a:t>
            </a:r>
            <a:br/>
            <a:r>
              <a:t>- By employing digital marketing tactics, authors and publishers can adapt their strategies based on real-time feedback and insights, leading to increased sales and reader engagement.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Personalized Book Recommendations: Enhancing Reading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use machine learning processes to analyze vast amounts of data, including user behavior, preferences, and reading history, to provide personalized book recommendations.</a:t>
            </a:r>
            <a:br/>
            <a:r>
              <a:t>- Customized suggestions from AI-driven recommendations enhance the reading experience by introducing readers to new authors and genres aligned with their individual tastes.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Engaging Interactive Storytelling Experiences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user behavior, preferences, and reading habits to provide personalized book recommendations tailored to individual tastes.</a:t>
            </a:r>
            <a:br/>
            <a:r>
              <a:t>- Machine learning processes enable AI algorithms to process vast amounts of data, ensuring accurate and relevant book suggestions for readers.</a:t>
            </a:r>
            <a:br/>
            <a:r>
              <a:t>- Personalized recommendations from AI-driven algorithms introduce readers to new authors and genres aligned with their individual preferences, enhancing the reading experience.</a:t>
            </a:r>
            <a:br/>
            <a:r>
              <a:t>- By leveraging AI technology, readers can discover a wider range of literary works that cater to their specific interests and expand their reading horizons.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Literature Accessibility Online: E-books and Audiobooks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platforms have revolutionized the accessibility of literature by offering a wide array of e-books, audiobooks, and online libraries to readers worldwide.</a:t>
            </a:r>
            <a:br/>
            <a:r>
              <a:t>- E-books and audiobooks have democratized access to literary works, providing a convenient and cost-effective way for readers to explore diverse genres and authors.</a:t>
            </a:r>
            <a:br/>
            <a:r>
              <a:t>- The digital age has empowered authors to self-publish and share their stories globally, expanding the reach of their work and engaging with a broader audience.</a:t>
            </a:r>
            <a:br/>
            <a:r>
              <a:t>- Online platforms have transformed the traditional publishing landscape, allowing for greater inclusivity and diversity in literature by making literary works more readily available to readers of all backgrounds and abilities.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Transmedia Storytelling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Transmedia storytelling allows creators to engage with their audience through a multi-platform approach, fostering a deeper connection and expanding the narrative experience.</a:t>
            </a:r>
            <a:br/>
            <a:r>
              <a:t>- The interactive nature of transmedia storytelling encourages audience participation and exploration, leading to a more personalized and engaging storytelling experience.</a:t>
            </a:r>
            <a:br/>
            <a:r>
              <a:t>- Creators can utilize transmedia storytelling to introduce new story elements, characters, and plotlines across different media platforms, enriching the overall narrative and captivating the audience.</a:t>
            </a:r>
            <a:br/>
            <a:r>
              <a:t>- Transmedia storytelling in literature opens up opportunities for collaborative storytelling, fan engagement, and world-building beyond the confines of a single medium, creating a dynamic and interconnected story universe.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The Evolution of Reading Habits in the Digital Age - https://www.researchgate.net/publication/321909842_The_Evolution_of_Reading_Habits_in_the_Digital_Age</a:t>
            </a:r>
            <a:br/>
            <a:r>
              <a:t>[25] Improving Accessibility of Literature through Online Platforms - https://www.publishersweekly.com/pw/by-topic/digital/content-and-e-books/article/76267-how-digital-is-changing-literature.html</a:t>
            </a:r>
            <a:br/>
            <a:r>
              <a:t>[26] The Influence of Social Media on Literary Criticism - https://www.jstor.org/stable/10.5325/jstl-51-1-0062</a:t>
            </a:r>
            <a:br/>
            <a:r>
              <a:t>[27] The Role of Digital Marketing in Boosting Book Sales - https://www.forbes.com/sites/forbescommunicationscouncil/2018/06/18/how-digital-marketing-is-changing-the-way-we-buy-and-sell-books/</a:t>
            </a:r>
            <a:br/>
            <a:r>
              <a:t>[28] The Future of Personalized Reading Recommendations with Artificial Intelligence - https://www.forbes.com/sites/forbestechcouncil/2020/03/26/how-artificial-intelligence-is-revolutionizing-personalized-reading-recommendations/#3c1f5f4f5b61</a:t>
            </a:r>
            <a:br/>
            <a:r>
              <a:t>[29] How Artificial Intelligence is Revolutionizing Personalized Reading Recommendations - https://www.forbes.com/sites/forbestechcouncil/2020/12/15/how-ai-is-revolutionizing-personalized-reading-recommendations/?sh=2baf9fbf2b54</a:t>
            </a:r>
            <a:br/>
            <a:r>
              <a:t>[30] Increasing Accessibility of Literature through Online Platforms - https://www.publishersweekly.com/pw/by-topic/digital/retailing/article/79372-how-digital-technology-is-changing-literature.html</a:t>
            </a:r>
            <a:br/>
            <a:r>
              <a:t>[31] The Rise of Transmedia Storytelling in the Digital Age - https://www.forbes.com/sites/forbesagencycouncil/2019/08/26/what-is-transmedia-storytelling-and-how-can-brands-use-it-to-build-a-loyal-audience/#2a0e095f5b6e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