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Journey Through the Evolution of Artificial Intelligence: From Ancient Myths to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Ancient AI Origins: Myths and Legends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lack of quality data is a significant challenge in implementing AI systems in real-world scenarios, as these systems require vast amounts of high-quality data to function effectively.</a:t>
            </a:r>
            <a:br/>
            <a:r>
              <a:t>- Resistance from employees who fear job displacement or lack the necessary skills to work alongside AI technologies is a common obstacle in AI implementation.</a:t>
            </a:r>
            <a:br/>
            <a:r>
              <a:t>- The complexity of AI algorithms poses a challenge as they can be difficult to understand and interpret for non-experts.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Key AI Milestones: 1950s to Present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There are several types of machine learning approaches, including Supervised Learning, Unsupervised Learning, Reinforcement Learning, Semi-Supervised Learning, and Self-Supervised Learning.</a:t>
            </a:r>
            <a:br/>
            <a:r>
              <a:t>- Supervised Learning involves training a model on a labeled dataset.</a:t>
            </a:r>
            <a:br/>
            <a:r>
              <a:t>- Unsupervised Learning involves finding patterns in unlabeled data.</a:t>
            </a:r>
            <a:br/>
            <a:r>
              <a:t>- Reinforcement Learning is about training agents to take actions in an environment to maximize rewards.</a:t>
            </a:r>
            <a:br/>
            <a:r>
              <a:t>- Semi-Supervised Learning combines labeled and unlabeled data for training.</a:t>
            </a:r>
            <a:br/>
            <a:r>
              <a:t>- Self-Supervised Learning involves training a model to predict a part of the input data from the rest.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AI: Bias, Privacy, 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Bias in AI can result from the data used to train AI models, the algorithms themselves, or the implementation of AI systems.</a:t>
            </a:r>
            <a:br/>
            <a:r>
              <a:t>- Addressing bias in AI development is essential to ensure fairness and prevent discrimination or inequality.</a:t>
            </a:r>
            <a:br/>
            <a:r>
              <a:t>- Privacy concerns in AI arise from the collection, use, and storage of personal data, requiring robust measures to protect individuals' privacy rights.</a:t>
            </a:r>
            <a:br/>
            <a:r>
              <a:t>- Social implications of AI involve job displacement, ethical dilemmas, and broader societal impacts that necessitate careful consideration and regulation.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"Supervised Learning: Fundamental Concepts"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Supervised learning involves training a model on a labeled dataset, where the algorithm learns from input-output pairs to predict outputs accurately.</a:t>
            </a:r>
            <a:br/>
            <a:r>
              <a:t>- It is used for tasks such as classification and regression, where the goal is to predict an output based on input data.</a:t>
            </a:r>
            <a:br/>
            <a:r>
              <a:t>- The algorithm is trained on a set of input-output pairs and learns to map the input to the output, ensuring accurate predictions.</a:t>
            </a:r>
            <a:br/>
            <a:r>
              <a:t>- An example of supervised learning is predicting whether an email is spam or not based on labeled data.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"Unsupervised Learning: Discovering Patterns in Data"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Unsupervised Learning involves finding patterns in unlabeled data without relying on labeled output for training.</a:t>
            </a:r>
            <a:br/>
            <a:r>
              <a:t>- It helps in identifying hidden patterns and structures in data that may not be apparent through manual analysis.</a:t>
            </a:r>
            <a:br/>
            <a:r>
              <a:t>- Unsupervised learning can be used for tasks such as clustering similar customer groups based on purchasing behavior to uncover valuable insights.</a:t>
            </a:r>
            <a:br/>
            <a:r>
              <a:t>- Ensuring high data quality is crucial for the success of unsupervised learning projects as poor data quality can lead to biased or inaccurate patterns being discovered.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"Healthcare Imaging Analysis with Machine Learning"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in healthcare allows for the analysis of medical images like MRIs or X-rays to assist in diagnosis and treatment planning.</a:t>
            </a:r>
            <a:br/>
            <a:r>
              <a:t>- It enables the prediction of patient outcomes, personalization of treatment plans, and early identification of high-risk patients for intervention.</a:t>
            </a:r>
            <a:br/>
            <a:r>
              <a:t>- Machine learning algorithms in healthcare play a crucial role in early disease detection through the analysis of medical images.</a:t>
            </a:r>
            <a:br/>
            <a:r>
              <a:t>- The application of machine learning in healthcare imaging analysis contributes to improved patient care and outcomes.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"AI Impact on Employment: Displacement vs. Creation Debate"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Studies suggest that AI advancements will likely create new job opportunities in fields such as data science, programming, and AI development.</a:t>
            </a:r>
            <a:br/>
            <a:r>
              <a:t>- Experts caution about the potential for widespread unemployment in industries heavily reliant on manual labor due to AI automation.</a:t>
            </a:r>
            <a:br/>
            <a:r>
              <a:t>- Policymakers and businesses need to proactively address the challenges posed by AI on the workforce to minimize negative impacts on employment.</a:t>
            </a:r>
            <a:br/>
            <a:r>
              <a:t>- It is essential for individuals to upskill and adapt to the changing demands of the labor market to remain competitive in the age of AI.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Future Trends: Quantum Computing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Quantum computing enables AI to process algorithms exponentially faster than classical computers.</a:t>
            </a:r>
            <a:br/>
            <a:r>
              <a:t>- The integration of quantum computing with AI can lead to breakthroughs in optimizing AI models.</a:t>
            </a:r>
            <a:br/>
            <a:r>
              <a:t>- Quantum computing offers the potential to address computational challenges that are currently beyond the capabilities of conventional computers.</a:t>
            </a:r>
            <a:br/>
            <a:r>
              <a:t>- Researchers are investigating how quantum computing can revolutionize machine learning algorithms by enhancing their performance and efficiency.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Challenges in Implementing AI in Real-World Scenarios - https://www.forbes.com/sites/forbestechcouncil/2021/09/28/the-top-challenges-in-implementing-ai-and-how-to-overcome-them/?sh=2e6f9c113e1b</a:t>
            </a:r>
            <a:br/>
            <a:r>
              <a:t>[1] Types of Machine Learning - https://builtin.com/data-science/machine-learning-types-algorithms</a:t>
            </a:r>
            <a:br/>
            <a:r>
              <a:t>[2] Bias in Artificial Intelligence - https://builtin.com/artificial-intelligence/bias-in-ai</a:t>
            </a:r>
            <a:br/>
            <a:r>
              <a:t>[3] Supervised Learning - https://towardsdatascience.com/supervised-learning-in-machine-learning-concepts-behind-the-magic-6a6d7a6c1e1f</a:t>
            </a:r>
            <a:br/>
            <a:r>
              <a:t>[4] The Impact of Poor Data Quality on Machine Learning Models - https://www.forbes.com/sites/forbestechcouncil/2020/06/22/the-impact-of-poor-data-quality-on-the-machine-learning-process/?sh=57c4b6aa3f7e</a:t>
            </a:r>
            <a:br/>
            <a:r>
              <a:t>[5] Applications of Machine Learning in Healthcare - https://www.healthit.gov/topic/health-it-health-care-settings/machine-learning</a:t>
            </a:r>
            <a:br/>
            <a:r>
              <a:t>[6] Impact of AI on Employment Opportunities - https://www.mckinsey.com/featured-insights/future-of-work/ai-automation-and-the-future-of-work-ten-things-to-solve-for/</a:t>
            </a:r>
            <a:br/>
            <a:r>
              <a:t>[7] Quantum Computing and AI - https://www.sciencedaily.com/releases/2021/05/210512093413.htm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