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Advancing Vaccine Development: From Antigen Identification to Safety 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Antigen Identification in Vaccine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Monitoring and documenting adverse events post-vaccination is essential for evaluating the safety profile of vaccines.</a:t>
            </a:r>
            <a:br/>
            <a:r>
              <a:t>- Healthcare providers, manufacturers, and regulatory agencies collaborate to report and investigate adverse events to ensure ongoing safety monitoring.</a:t>
            </a:r>
            <a:br/>
            <a:r>
              <a:t>- Continuous assessment of the benefit-risk profile of vaccines is crucial in maintaining public trust and confidence in vaccination programs.</a:t>
            </a:r>
            <a:br/>
            <a:br/>
            <a:r>
              <a:t>Sources: [55]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"Vaccine Formulation Process Overview"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Adverse event reporting involves the collection, analysis, and reporting of any adverse events or side effects that occur post-vaccination.</a:t>
            </a:r>
            <a:br/>
            <a:r>
              <a:t>- Collaboration between healthcare providers, manufacturers, and regulatory agencies is essential for reporting and investigating adverse events to ensure ongoing safety monitoring.</a:t>
            </a:r>
            <a:br/>
            <a:r>
              <a:t>- The information gathered from adverse event reporting helps regulatory authorities assess the safety profile of vaccines and make informed decisions about their approval and use.</a:t>
            </a:r>
            <a:br/>
            <a:r>
              <a:t>- Continuous assessment of the benefit-risk profile of vaccines is crucial in maintaining public trust and confidence in vaccination programs.</a:t>
            </a:r>
            <a:br/>
            <a:br/>
            <a:r>
              <a:t>Sources: [56]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"Target Population Demographics Analysis"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Understanding the concept of herd immunity is essential, as a high vaccination rate in a community protects those who cannot be vaccinated.</a:t>
            </a:r>
            <a:br/>
            <a:r>
              <a:t>- Health communication strategies, such as targeted messaging and community engagement, play a key role in building trust in vaccines and healthcare providers.</a:t>
            </a:r>
            <a:br/>
            <a:r>
              <a:t>- Addressing misinformation and myths about vaccines is crucial for promoting vaccine acceptance and increasing overall vaccination rates.</a:t>
            </a:r>
            <a:br/>
            <a:br/>
            <a:r>
              <a:t>Sources: [57]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AI Algorithms in Vaccine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analyze biological data to identify potential vaccine candidates based on antigen-antibody interactions.</a:t>
            </a:r>
            <a:br/>
            <a:r>
              <a:t>- Predictive modeling using AI predicts vaccine efficacy in preventing specific diseases based on genetic and epidemiological data.</a:t>
            </a:r>
            <a:br/>
            <a:r>
              <a:t>- AI algorithms optimize vaccine dosing regimens to maximize immune response and minimize side effects.</a:t>
            </a:r>
            <a:br/>
            <a:r>
              <a:t>- AI accelerates vaccine development by analyzing vast amounts of data, predicting vaccine efficacy, and streamlining the vaccine development process.</a:t>
            </a:r>
            <a:br/>
            <a:br/>
            <a:r>
              <a:t>Sources: [58]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Slide Title: Vaccine Efficacy Predictive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analyze biological data to identify potential vaccine candidates based on antigen-antibody interactions.</a:t>
            </a:r>
            <a:br/>
            <a:r>
              <a:t>- Predictive modeling using AI predicts vaccine efficacy in preventing specific diseases based on genetic and epidemiological data.</a:t>
            </a:r>
            <a:br/>
            <a:r>
              <a:t>- AI algorithms optimize vaccine dosing regimens to maximize immune response and minimize side effects.</a:t>
            </a:r>
            <a:br/>
            <a:r>
              <a:t>- AI accelerates vaccine development by analyzing vast amounts of data, predicting vaccine efficacy, and streamlining the vaccine development process.</a:t>
            </a:r>
            <a:br/>
            <a:r>
              <a:t>- AI assists in identifying potential adverse effects and optimizing vaccine formulations for better safety and efficacy.</a:t>
            </a:r>
            <a:br/>
            <a:br/>
            <a:r>
              <a:t>Sources: [59]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Vaccine Efficacy Measurement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Randomized controlled trials are commonly used to compare the vaccine candidate against a control group.</a:t>
            </a:r>
            <a:br/>
            <a:r>
              <a:t>- Vaccine efficacy is typically measured through randomized controlled trials.</a:t>
            </a:r>
            <a:br/>
            <a:r>
              <a:t>- Incidence of the disease in vaccinated and unvaccinated groups is compared.</a:t>
            </a:r>
            <a:br/>
            <a:r>
              <a:t>- Other methods include cohort studies, case-control studies, and observational studies.</a:t>
            </a:r>
            <a:br/>
            <a:br/>
            <a:r>
              <a:t>Sources: [60]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"Vaccine Surveillance: Ensuring Safety and Efficacy"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Post-marketing surveillance involves continuous monitoring of vaccine safety and efficacy in real-world settings.</a:t>
            </a:r>
            <a:br/>
            <a:r>
              <a:t>- It helps in detecting and assessing rare or long-term adverse effects that may not have been identified during pre-approval stages.</a:t>
            </a:r>
            <a:br/>
            <a:r>
              <a:t>- Healthcare providers use real-world data to respond promptly to any adverse events related to vaccine usage.</a:t>
            </a:r>
            <a:br/>
            <a:r>
              <a:t>- Surveillance ensures ongoing assessment of vaccine safety and effectiveness after approval and widespread use in the general population.</a:t>
            </a:r>
            <a:br/>
            <a:br/>
            <a:r>
              <a:t>Sources: [61]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Slide Title: Ensuring Vaccine Safety: Adverse Event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Adverse event reporting is crucial for monitoring and documenting negative side effects post-vaccination to ensure vaccine safety.</a:t>
            </a:r>
            <a:br/>
            <a:r>
              <a:t>- Healthcare providers, manufacturers, and regulatory agencies play key roles in reporting and investigating adverse events to maintain public health.</a:t>
            </a:r>
            <a:br/>
            <a:r>
              <a:t>- Continuous assessment of the benefit-risk profile of vaccines is essential for ensuring their safety and efficacy in real-world settings.</a:t>
            </a:r>
            <a:br/>
            <a:r>
              <a:t>- Post-marketing surveillance enables the detection and assessment of rare or long-term adverse effects that may not have been identified during pre-approval stages.</a:t>
            </a:r>
            <a:br/>
            <a:br/>
            <a:r>
              <a:t>Sources: [62]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[55] Adverse Event Reporting in Vaccine Development - https://www.who.int/vaccine_safety/initiative/tools/Adverse_Events_Causality_Assessment_0307.pdf</a:t>
            </a:r>
            <a:br/>
            <a:r>
              <a:t>[56] Adverse Event Reporting in Vaccine Development - https://www.who.int/vaccine_safety/initiative/tools/Adverse_events_vaccines.pdf</a:t>
            </a:r>
            <a:br/>
            <a:r>
              <a:t>[57] Public Education and Vaccine Acceptance - https://www.cdc.gov/vaccines/partners/education/index.html</a:t>
            </a:r>
            <a:br/>
            <a:r>
              <a:t>[58] AI in Vaccine Development: Accelerating Drug Discovery - https://www.nature.com/articles/d41586-020-01221-y</a:t>
            </a:r>
            <a:br/>
            <a:r>
              <a:t>[59] Vaccine Development Stages Explained - https://www.who.int/immunization/research/development/en/</a:t>
            </a:r>
            <a:br/>
            <a:r>
              <a:t>[60] Clinical Trial Design in Vaccine Development - https://www.ncbi.nlm.nih.gov/pmc/articles/PMC7645982/</a:t>
            </a:r>
            <a:br/>
            <a:r>
              <a:t>[61] Post-Marketing Surveillance for Vaccines - https://www.cdc.gov/vaccinesafety/ensuringsafety/postmarketing-surveillance.html</a:t>
            </a:r>
            <a:br/>
            <a:r>
              <a:t>[62] Vaccine Development Stages - https://www.who.int/immunization/research/development/en/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