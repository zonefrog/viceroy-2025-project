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Renaissance: A Cultural and Intellectual Revolution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Characteristics of Renaissance Art: Realism, Perspective, Classical Influences</a:t>
            </a:r>
          </a:p>
        </p:txBody>
      </p:sp>
      <p:sp>
        <p:nvSpPr>
          <p:cNvPr id="3" name="Content Placeholder 2"/>
          <p:cNvSpPr>
            <a:spLocks noGrp="1"/>
          </p:cNvSpPr>
          <p:nvPr>
            <p:ph idx="1"/>
          </p:nvPr>
        </p:nvSpPr>
        <p:spPr/>
        <p:txBody>
          <a:bodyPr/>
          <a:lstStyle/>
          <a:p>
            <a:pPr>
              <a:defRPr sz="1200"/>
            </a:pPr>
            <a:r>
              <a:t>- Renaissance drama explored themes of love, power, and the human condition</a:t>
            </a:r>
            <a:br/>
            <a:r>
              <a:t>- The Globe Theatre in London was a prominent venue for Renaissance theater productions</a:t>
            </a:r>
            <a:br/>
            <a:r>
              <a:t>- Playwrights like William Shakespeare and Christopher Marlowe produced iconic works during the Renaissance period</a:t>
            </a:r>
            <a:br/>
            <a:r>
              <a:t>- Theater during the Renaissance era saw great innovation and creativity</a:t>
            </a:r>
            <a:br/>
            <a:br/>
            <a:r>
              <a:t>Sources: [63]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Major Renaissance Artists: Leonardo, Michelangelo, Raphael</a:t>
            </a:r>
          </a:p>
        </p:txBody>
      </p:sp>
      <p:sp>
        <p:nvSpPr>
          <p:cNvPr id="3" name="Content Placeholder 2"/>
          <p:cNvSpPr>
            <a:spLocks noGrp="1"/>
          </p:cNvSpPr>
          <p:nvPr>
            <p:ph idx="1"/>
          </p:nvPr>
        </p:nvSpPr>
        <p:spPr/>
        <p:txBody>
          <a:bodyPr/>
          <a:lstStyle/>
          <a:p>
            <a:pPr>
              <a:defRPr sz="1200"/>
            </a:pPr>
            <a:r>
              <a:t>- Leonardo da Vinci's artwork demonstrates his diverse talents in painting, sculpture, engineering, and anatomy.</a:t>
            </a:r>
            <a:br/>
            <a:r>
              <a:t>- Michelangelo's frescoes in the Sistine Chapel showcase his mastery of the human form and dramatic compositions.</a:t>
            </a:r>
            <a:br/>
            <a:r>
              <a:t>- Raphael's paintings are known for their idealized figures, balanced compositions, and use of perspective.</a:t>
            </a:r>
            <a:br/>
            <a:r>
              <a:t>- The High Renaissance period, marked by the works of these artists, represents a pinnacle of artistic achievement in Western history.</a:t>
            </a:r>
            <a:br/>
            <a:br/>
            <a:r>
              <a:t>Sources: [64]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Renaissance Architecture Principles: Symmetry, Proportion, Classical Orders</a:t>
            </a:r>
          </a:p>
        </p:txBody>
      </p:sp>
      <p:sp>
        <p:nvSpPr>
          <p:cNvPr id="3" name="Content Placeholder 2"/>
          <p:cNvSpPr>
            <a:spLocks noGrp="1"/>
          </p:cNvSpPr>
          <p:nvPr>
            <p:ph idx="1"/>
          </p:nvPr>
        </p:nvSpPr>
        <p:spPr/>
        <p:txBody>
          <a:bodyPr/>
          <a:lstStyle/>
          <a:p>
            <a:pPr>
              <a:defRPr sz="1200"/>
            </a:pPr>
            <a:r>
              <a:t>- Renaissance architecture features the use of domes, columns, pilasters, arches, and pediments to create a sense of grandeur and classical elegance.</a:t>
            </a:r>
            <a:br/>
            <a:r>
              <a:t>- Mathematical principles and perspective play a crucial role in the design of Renaissance buildings, emphasizing precision and visual harmony.</a:t>
            </a:r>
            <a:br/>
            <a:r>
              <a:t>- The symmetry in Renaissance architecture extends beyond the facade to the layout of interior spaces, creating a cohesive and balanced environment for occupants.</a:t>
            </a:r>
            <a:br/>
            <a:r>
              <a:t>- Renaissance architects drew inspiration from ancient Roman and Greek structures, incorporating classical orders like Doric, Ionic, and Corinthian columns to establish a sense of tradition and sophistication.</a:t>
            </a:r>
            <a:br/>
            <a:br/>
            <a:r>
              <a:t>Sources: [65]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Renaissance Musical Forms: Madrigal and Motet</a:t>
            </a:r>
          </a:p>
        </p:txBody>
      </p:sp>
      <p:sp>
        <p:nvSpPr>
          <p:cNvPr id="3" name="Content Placeholder 2"/>
          <p:cNvSpPr>
            <a:spLocks noGrp="1"/>
          </p:cNvSpPr>
          <p:nvPr>
            <p:ph idx="1"/>
          </p:nvPr>
        </p:nvSpPr>
        <p:spPr/>
        <p:txBody>
          <a:bodyPr/>
          <a:lstStyle/>
          <a:p>
            <a:pPr>
              <a:defRPr sz="1200"/>
            </a:pPr>
            <a:r>
              <a:t>- The madrigal was a secular vocal composition with multiple voices, often expressing emotions or telling a story through intricate polyphony and word painting.</a:t>
            </a:r>
            <a:br/>
            <a:r>
              <a:t>- The motet was a sacred vocal composition typically set to Latin texts, featuring intricate counterpoint and often performed in a religious context such as church services or ceremonies.</a:t>
            </a:r>
            <a:br/>
            <a:r>
              <a:t>- Renaissance composers like Josquin des Prez and Giovanni Pierluigi da Palestrina were known for their mastery of polyphonic writing and their contributions to the development of these musical forms.</a:t>
            </a:r>
            <a:br/>
            <a:r>
              <a:t>- The lute, viol, and harpsichord were commonly used instruments during the Renaissance period, adding depth and richness to the performances of madrigals and motets.</a:t>
            </a:r>
            <a:br/>
            <a:br/>
            <a:r>
              <a:t>Sources: [66]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Prominent Renaissance Composers: Josquin des Prez &amp; Palestrina</a:t>
            </a:r>
          </a:p>
        </p:txBody>
      </p:sp>
      <p:sp>
        <p:nvSpPr>
          <p:cNvPr id="3" name="Content Placeholder 2"/>
          <p:cNvSpPr>
            <a:spLocks noGrp="1"/>
          </p:cNvSpPr>
          <p:nvPr>
            <p:ph idx="1"/>
          </p:nvPr>
        </p:nvSpPr>
        <p:spPr/>
        <p:txBody>
          <a:bodyPr/>
          <a:lstStyle/>
          <a:p>
            <a:pPr>
              <a:defRPr sz="1200"/>
            </a:pPr>
            <a:r>
              <a:t>- Josquin des Prez and Palestrina were both masters of polyphony and counterpoint, known for their intricate and harmonically rich compositions.</a:t>
            </a:r>
            <a:br/>
            <a:r>
              <a:t>- Josquin des Prez's works, such as "Ave Maria," "Missa Pange lingua," and "Miserere mei, Deus," showcase his innovative use of musical forms and expressive techniques.</a:t>
            </a:r>
            <a:br/>
            <a:r>
              <a:t>- Palestrina's extensive repertoire of over 100 masses and 250 motets demonstrates his profound influence on sacred music during the Renaissance period.</a:t>
            </a:r>
            <a:br/>
            <a:r>
              <a:t>- Both composers utilized the lute, viola da gamba, harpsichord, organ, and other instruments to enhance the depth and complexity of their compositions.</a:t>
            </a:r>
            <a:br/>
            <a:br/>
            <a:r>
              <a:t>Sources: [67]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Humanism's Influence on Renaissance Intellectual Thought</a:t>
            </a:r>
          </a:p>
        </p:txBody>
      </p:sp>
      <p:sp>
        <p:nvSpPr>
          <p:cNvPr id="3" name="Content Placeholder 2"/>
          <p:cNvSpPr>
            <a:spLocks noGrp="1"/>
          </p:cNvSpPr>
          <p:nvPr>
            <p:ph idx="1"/>
          </p:nvPr>
        </p:nvSpPr>
        <p:spPr/>
        <p:txBody>
          <a:bodyPr/>
          <a:lstStyle/>
          <a:p>
            <a:pPr>
              <a:defRPr sz="1200"/>
            </a:pPr>
            <a:r>
              <a:t>- Renaissance humanism emphasized the importance of human values, potential, and achievements, fostering a shift from the medieval focus on the divine to a celebration of human capabilities and rationality.</a:t>
            </a:r>
            <a:br/>
            <a:r>
              <a:t>- The promotion of individualism and self-expression in Renaissance society was a direct result of humanism's influence on intellectual thought, encouraging individuals to assert their unique identities and perspectives.</a:t>
            </a:r>
            <a:br/>
            <a:r>
              <a:t>- Renaissance philosophers endeavored to harmonize classical ideas with Christian theology, blending ancient Greek and Roman concepts with Christian thought to create a more comprehensive understanding of the world.</a:t>
            </a:r>
            <a:br/>
            <a:r>
              <a:t>- Humanism in Renaissance philosophy played a pivotal role in shaping intellectual thought by inspiring a renewed emphasis on the value of human experiences, achievements, and potential.</a:t>
            </a:r>
            <a:br/>
            <a:br/>
            <a:r>
              <a:t>Sources: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Renaissance Scientific Advancements: Contributions to Modern Science</a:t>
            </a:r>
          </a:p>
        </p:txBody>
      </p:sp>
      <p:sp>
        <p:nvSpPr>
          <p:cNvPr id="3" name="Content Placeholder 2"/>
          <p:cNvSpPr>
            <a:spLocks noGrp="1"/>
          </p:cNvSpPr>
          <p:nvPr>
            <p:ph idx="1"/>
          </p:nvPr>
        </p:nvSpPr>
        <p:spPr/>
        <p:txBody>
          <a:bodyPr/>
          <a:lstStyle/>
          <a:p>
            <a:pPr>
              <a:defRPr sz="1200"/>
            </a:pPr>
            <a:r>
              <a:t>- Nicolaus Copernicus proposed the heliocentric model of the solar system, challenging the prevailing belief that the Earth was the center of the universe.</a:t>
            </a:r>
            <a:br/>
            <a:r>
              <a:t>- Galileo Galilei's telescopic observations provided evidence to support Copernicus' heliocentric theory and revolutionized the field of astronomy.</a:t>
            </a:r>
            <a:br/>
            <a:r>
              <a:t>- Johannes Kepler formulated the laws of planetary motion, establishing the foundation for modern celestial mechanics and contributing to our understanding of the movement of planets.</a:t>
            </a:r>
            <a:br/>
            <a:r>
              <a:t>- Andreas Vesalius' detailed anatomical drawings in his work "De humani corporis fabrica" transformed the study of human anatomy by emphasizing the importance of direct observation and dissection.</a:t>
            </a:r>
            <a:br/>
            <a:br/>
            <a:r>
              <a:t>Sources: [69]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Renaissance Fashion: Social Status and Wealth Reflection</a:t>
            </a:r>
          </a:p>
        </p:txBody>
      </p:sp>
      <p:sp>
        <p:nvSpPr>
          <p:cNvPr id="3" name="Content Placeholder 2"/>
          <p:cNvSpPr>
            <a:spLocks noGrp="1"/>
          </p:cNvSpPr>
          <p:nvPr>
            <p:ph idx="1"/>
          </p:nvPr>
        </p:nvSpPr>
        <p:spPr/>
        <p:txBody>
          <a:bodyPr/>
          <a:lstStyle/>
          <a:p>
            <a:pPr>
              <a:defRPr sz="1200"/>
            </a:pPr>
            <a:r>
              <a:t>- The use of sumptuous fabrics such as silk, velvet, and brocade in Renaissance fashion not only showcased the wearer's wealth but also highlighted the craftsmanship and artistry of the clothing.</a:t>
            </a:r>
            <a:br/>
            <a:r>
              <a:t>- The intricate details and embellishments on men's doublets and women's gowns were often handcrafted by skilled artisans, further emphasizing the luxurious and exclusive nature of Renaissance attire.</a:t>
            </a:r>
            <a:br/>
            <a:r>
              <a:t>- Fashion accessories like hats, gloves, and jewelry were not just decorative elements but also symbols of social status and cultural refinement, serving as markers of the wearer's place in society.</a:t>
            </a:r>
            <a:br/>
            <a:r>
              <a:t>- The evolving trends in Renaissance fashion reflected not only individual taste but also the broader social and economic changes of the time, illustrating the interconnected relationship between clothing, identity, and societal norms.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[63] Renaissance Drama - https://www.britannica.com/art/dramatic-literature/Renaissance</a:t>
            </a:r>
            <a:br/>
            <a:r>
              <a:t>[64] Renaissance Art - https://www.metmuseum.org/toah/hd/itren/hd_itren.htm</a:t>
            </a:r>
            <a:br/>
            <a:r>
              <a:t>[65] Key Features of Renaissance Architecture - https://www.britannica.com/art/Western-architecture/Renaissance</a:t>
            </a:r>
            <a:br/>
            <a:r>
              <a:t>[66] Renaissance Music - https://www.britannica.com/art/Western-music/Renaissance-music</a:t>
            </a:r>
            <a:br/>
            <a:r>
              <a:t>[67] Instruments Used in Renaissance Music - https://www.britannica.com/art/Renaissance-music</a:t>
            </a:r>
            <a:br/>
            <a:r>
              <a:t>[68] Renaissance Philosophy: Humanism and Individualism - https://www.britannica.com/topic/Renaissance-philosophy</a:t>
            </a:r>
            <a:br/>
            <a:r>
              <a:t>[69] Renaissance Science - https://www.britannica.com/science/science-technology-and-medicine-in-the-16th-and-17th-centuries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