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Revolutionizing Healthcare: The Impact of AI Technology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Evolution of AI in Healthcare: 1960s to Present</a:t>
            </a:r>
          </a:p>
        </p:txBody>
      </p:sp>
      <p:sp>
        <p:nvSpPr>
          <p:cNvPr id="3" name="Content Placeholder 2"/>
          <p:cNvSpPr>
            <a:spLocks noGrp="1"/>
          </p:cNvSpPr>
          <p:nvPr>
            <p:ph idx="1"/>
          </p:nvPr>
        </p:nvSpPr>
        <p:spPr/>
        <p:txBody>
          <a:bodyPr/>
          <a:lstStyle/>
          <a:p>
            <a:pPr>
              <a:defRPr sz="1200"/>
            </a:pPr>
            <a:r>
              <a:t>- AI technology in medical imaging can also assist in the analysis of other imaging modalities such as MRI and CT scans, improving diagnostic accuracy across a range of medical conditions.</a:t>
            </a:r>
            <a:br/>
            <a:r>
              <a:t>- Recent advancements in AI-driven medical imaging have focused on developing algorithms that can detect and classify abnormalities in medical images with high sensitivity and specificity, aiding healthcare professionals in making more accurate diagnoses.</a:t>
            </a:r>
            <a:br/>
            <a:r>
              <a:t>- The integration of AI in medical imaging has shown promising results in reducing diagnostic errors, optimizing treatment plans, and ultimately improving patient outcomes in various medical specialties.</a:t>
            </a:r>
            <a:br/>
            <a:r>
              <a:t>- AI-powered medical imaging systems are being increasingly utilized in research studies to analyze large datasets of medical images, contributing to the development of innovative diagnostic tools and treatment strategies for complex diseases.</a:t>
            </a:r>
            <a:br/>
            <a:br/>
            <a:r>
              <a:t>Sources: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in Medical Imaging: Diagnostic Assistance</a:t>
            </a:r>
          </a:p>
        </p:txBody>
      </p:sp>
      <p:sp>
        <p:nvSpPr>
          <p:cNvPr id="3" name="Content Placeholder 2"/>
          <p:cNvSpPr>
            <a:spLocks noGrp="1"/>
          </p:cNvSpPr>
          <p:nvPr>
            <p:ph idx="1"/>
          </p:nvPr>
        </p:nvSpPr>
        <p:spPr/>
        <p:txBody>
          <a:bodyPr/>
          <a:lstStyle/>
          <a:p>
            <a:pPr>
              <a:defRPr sz="1200"/>
            </a:pPr>
            <a:r>
              <a:t>- AI technology in medical imaging can assist in the analysis of various imaging modalities such as MRI and CT scans, improving diagnostic accuracy for a wide range of medical conditions.</a:t>
            </a:r>
            <a:br/>
            <a:r>
              <a:t>- Recent advancements in AI-driven medical imaging have focused on developing sophisticated algorithms capable of detecting and classifying abnormalities in medical images with high sensitivity and specificity, aiding healthcare professionals in making precise diagnoses.</a:t>
            </a:r>
            <a:br/>
            <a:r>
              <a:t>- The integration of AI in medical imaging has demonstrated promising outcomes in reducing diagnostic errors, optimizing treatment plans, and ultimately enhancing patient outcomes across different medical specialties.</a:t>
            </a:r>
            <a:br/>
            <a:r>
              <a:t>- AI-powered medical imaging systems are increasingly utilized in research studies to analyze extensive datasets of medical images, contributing to the development of innovative diagnostic tools and treatment strategies for complex diseases.</a:t>
            </a:r>
            <a:br/>
            <a:br/>
            <a:r>
              <a:t>Sources: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Ethical Implications of AI in Healthcare: Privacy &amp; Bias</a:t>
            </a:r>
          </a:p>
        </p:txBody>
      </p:sp>
      <p:sp>
        <p:nvSpPr>
          <p:cNvPr id="3" name="Content Placeholder 2"/>
          <p:cNvSpPr>
            <a:spLocks noGrp="1"/>
          </p:cNvSpPr>
          <p:nvPr>
            <p:ph idx="1"/>
          </p:nvPr>
        </p:nvSpPr>
        <p:spPr/>
        <p:txBody>
          <a:bodyPr/>
          <a:lstStyle/>
          <a:p>
            <a:pPr>
              <a:defRPr sz="1200"/>
            </a:pPr>
            <a:r>
              <a:t>- Ethical concerns in AI healthcare encompass issues of patient privacy, potential bias in algorithms, and the necessity for transparency in decision-making processes.</a:t>
            </a:r>
            <a:br/>
            <a:r>
              <a:t>- The responsible and ethical use of AI in healthcare is crucial to ensure patient well-being, trust, and societal benefit.</a:t>
            </a:r>
            <a:br/>
            <a:r>
              <a:t>- Addressing ethical implications involves considerations such as data privacy, bias in algorithms, and transparency in decision-making to uphold ethical standards in healthcare AI applications.</a:t>
            </a:r>
            <a:br/>
            <a:r>
              <a:t>- Ensuring the responsible and ethical use of AI in healthcare involves actively mitigating risks related to patient privacy, bias in algorithms, and maintaining transparency in decision-making processes.</a:t>
            </a:r>
            <a:br/>
            <a:br/>
            <a:r>
              <a:t>Sources: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Improving EHR Efficiency with AI Integration</a:t>
            </a:r>
          </a:p>
        </p:txBody>
      </p:sp>
      <p:sp>
        <p:nvSpPr>
          <p:cNvPr id="3" name="Content Placeholder 2"/>
          <p:cNvSpPr>
            <a:spLocks noGrp="1"/>
          </p:cNvSpPr>
          <p:nvPr>
            <p:ph idx="1"/>
          </p:nvPr>
        </p:nvSpPr>
        <p:spPr/>
        <p:txBody>
          <a:bodyPr/>
          <a:lstStyle/>
          <a:p>
            <a:pPr>
              <a:defRPr sz="1200"/>
            </a:pPr>
            <a:r>
              <a:t>- AI integration in EHRs streamlines data management processes by automating tasks such as data entry, organization, and analysis.</a:t>
            </a:r>
            <a:br/>
            <a:r>
              <a:t>- AI algorithms in EHRs help healthcare providers identify patterns in patient data, leading to more accurate diagnoses and treatment plans.</a:t>
            </a:r>
            <a:br/>
            <a:r>
              <a:t>- By improving data management efficiency, AI integration in EHRs reduces administrative burden on healthcare staff, allowing them to focus more on patient care.</a:t>
            </a:r>
            <a:br/>
            <a:r>
              <a:t>- The use of AI in EHRs enhances decision-making by providing healthcare providers with real-time insights and predictive analytics based on patient data.</a:t>
            </a:r>
            <a:br/>
            <a:br/>
            <a:r>
              <a:t>Sources: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AI-Driven Robotic Surgery: Precision &amp; Minimally Invasive Advances</a:t>
            </a:r>
          </a:p>
        </p:txBody>
      </p:sp>
      <p:sp>
        <p:nvSpPr>
          <p:cNvPr id="3" name="Content Placeholder 2"/>
          <p:cNvSpPr>
            <a:spLocks noGrp="1"/>
          </p:cNvSpPr>
          <p:nvPr>
            <p:ph idx="1"/>
          </p:nvPr>
        </p:nvSpPr>
        <p:spPr/>
        <p:txBody>
          <a:bodyPr/>
          <a:lstStyle/>
          <a:p>
            <a:pPr>
              <a:defRPr sz="1200"/>
            </a:pPr>
            <a:r>
              <a:t>- AI-driven robotic surgery advancements involve the use of artificial intelligence to enhance the precision and accuracy of surgical robots.</a:t>
            </a:r>
            <a:br/>
            <a:r>
              <a:t>- The integration of AI algorithms allows for real-time decision-making during surgery, enabling surgeons to perform complex procedures with greater accuracy.</a:t>
            </a:r>
            <a:br/>
            <a:r>
              <a:t>- These advancements in AI-driven robotic surgery lead to minimally invasive procedures, reduced recovery times, and improved patient outcomes.</a:t>
            </a:r>
            <a:br/>
            <a:r>
              <a:t>- Surgeons can utilize AI technologies to analyze surgical data, improve techniques, and enhance overall surgical capabilities.</a:t>
            </a:r>
            <a:br/>
            <a:br/>
            <a:r>
              <a:t>Sources: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AI-Powered Personalized Treatment Plans</a:t>
            </a:r>
          </a:p>
        </p:txBody>
      </p:sp>
      <p:sp>
        <p:nvSpPr>
          <p:cNvPr id="3" name="Content Placeholder 2"/>
          <p:cNvSpPr>
            <a:spLocks noGrp="1"/>
          </p:cNvSpPr>
          <p:nvPr>
            <p:ph idx="1"/>
          </p:nvPr>
        </p:nvSpPr>
        <p:spPr/>
        <p:txBody>
          <a:bodyPr/>
          <a:lstStyle/>
          <a:p>
            <a:pPr>
              <a:defRPr sz="1200"/>
            </a:pPr>
            <a:r>
              <a:t>- AI technologies in personalized healthcare management can analyze genetic information to develop tailored treatment plans based on individual patient needs.</a:t>
            </a:r>
            <a:br/>
            <a:r>
              <a:t>- The integration of AI in precision medicine allows for the identification of specific genetic markers that influence disease risk and treatment response, leading to more targeted interventions.</a:t>
            </a:r>
            <a:br/>
            <a:r>
              <a:t>- AI algorithms can analyze a combination of genetic data, medical history, and lifestyle factors to create personalized healthcare plans that consider the unique characteristics of each patient.</a:t>
            </a:r>
            <a:br/>
            <a:r>
              <a:t>- By leveraging AI in personalized healthcare management, healthcare providers can optimize treatment strategies, improve patient outcomes, and enhance the overall quality of care.</a:t>
            </a:r>
            <a:br/>
            <a:br/>
            <a:r>
              <a:t>Sources: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Ensuring Patient Safety in AI Medical Technology</a:t>
            </a:r>
          </a:p>
        </p:txBody>
      </p:sp>
      <p:sp>
        <p:nvSpPr>
          <p:cNvPr id="3" name="Content Placeholder 2"/>
          <p:cNvSpPr>
            <a:spLocks noGrp="1"/>
          </p:cNvSpPr>
          <p:nvPr>
            <p:ph idx="1"/>
          </p:nvPr>
        </p:nvSpPr>
        <p:spPr/>
        <p:txBody>
          <a:bodyPr/>
          <a:lstStyle/>
          <a:p>
            <a:pPr>
              <a:defRPr sz="1200"/>
            </a:pPr>
            <a:r>
              <a:t>- AI healthcare applications must prioritize patient privacy and data security to maintain trust and compliance with regulations.</a:t>
            </a:r>
            <a:br/>
            <a:r>
              <a:t>- Transparency in AI algorithms is essential to address biases and ensure accountability in decision-making processes.</a:t>
            </a:r>
            <a:br/>
            <a:r>
              <a:t>- The ethical implications of using AI in healthcare extend to the doctor-patient relationship, emphasizing the importance of maintaining human oversight in medical decision-making.</a:t>
            </a:r>
            <a:br/>
            <a:r>
              <a:t>- Healthcare providers and AI developers must work together to establish clear guidelines and frameworks for responsible AI implementation in healthcare settings.</a:t>
            </a:r>
            <a:br/>
            <a:br/>
            <a:r>
              <a:t>Sources: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Real-World AI in Healthcare: IBM Watson &amp; Mayo Clinic</a:t>
            </a:r>
          </a:p>
        </p:txBody>
      </p:sp>
      <p:sp>
        <p:nvSpPr>
          <p:cNvPr id="3" name="Content Placeholder 2"/>
          <p:cNvSpPr>
            <a:spLocks noGrp="1"/>
          </p:cNvSpPr>
          <p:nvPr>
            <p:ph idx="1"/>
          </p:nvPr>
        </p:nvSpPr>
        <p:spPr/>
        <p:txBody>
          <a:bodyPr/>
          <a:lstStyle/>
          <a:p>
            <a:pPr>
              <a:defRPr sz="1200"/>
            </a:pPr>
            <a:r>
              <a:t>- IBM Watson: Utilizes AI for personalized cancer treatment decisions based on individual patient data and medical literature analysis.</a:t>
            </a:r>
            <a:br/>
            <a:r>
              <a:t>- Mayo Clinic: Implements AI in medical imaging analysis to enhance diagnostic accuracy and optimize patient care protocols.</a:t>
            </a:r>
            <a:br/>
            <a:r>
              <a:t>- AI in healthcare: Facilitates data-driven decision-making, leading to improved treatment outcomes and patient experiences.</a:t>
            </a:r>
            <a:br/>
            <a:r>
              <a:t>- Real-world examples showcase the practical applications and benefits of AI in healthcare, highlighting the transformative potential of AI technologies in the medical field.</a:t>
            </a:r>
            <a:br/>
            <a:br/>
            <a:r>
              <a:t>Sources: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[32] AI in Breast Cancer Detection - https://www.healthimaging.com/topics/artificial-intelligence/ai-could-improve-breast-cancer-detection-mammography</a:t>
            </a:r>
            <a:br/>
            <a:r>
              <a:t>[33] Integration of AI in Electronic Health Records - https://www.ncbi.nlm.nih.gov/pmc/articles/PMC5770282/</a:t>
            </a:r>
            <a:br/>
            <a:r>
              <a:t>[34] The Ethical Implications of AI in Healthcare - https://www.ncbi.nlm.nih.gov/pmc/articles/PMC6605293/</a:t>
            </a:r>
            <a:br/>
            <a:r>
              <a:t>[35] AI in Personalized Healthcare Management - https://www.ncbi.nlm.nih.gov/pmc/articles/PMC6403281/</a:t>
            </a:r>
            <a:br/>
            <a:r>
              <a:t>[36] Advancements in AI-Driven Robotic Surgery - https://www.ncbi.nlm.nih.gov/pmc/articles/PMC7490470/</a:t>
            </a:r>
            <a:br/>
            <a:r>
              <a:t>[37] How AI is Improving Patient Outcomes in Healthcare - https://www.healthitoutcomes.com/doc/how-ai-is-improving-patient-outcomes-in-healthcare-0001</a:t>
            </a:r>
            <a:br/>
            <a:r>
              <a:t>[38] Ethical Considerations in AI Healthcare Applications - https://www.ncbi.nlm.nih.gov/pmc/articles/PMC6320940/</a:t>
            </a:r>
            <a:br/>
            <a:r>
              <a:t>[39] Applications of AI in Medical Imaging - https://www.ncbi.nlm.nih.gov/pmc/articles/PMC6251399/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