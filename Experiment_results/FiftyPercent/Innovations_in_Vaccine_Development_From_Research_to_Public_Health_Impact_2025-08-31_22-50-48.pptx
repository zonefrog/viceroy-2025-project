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Innovations in Vaccine Development: From Research to Public Health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Accelerating Vaccine Research with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Post-marketing surveillance monitors vaccine performance in the general population to detect any adverse effects.</a:t>
            </a:r>
            <a:br/>
            <a:r>
              <a:t>- It allows for the evaluation of vaccine impact on public health and the identification of any potential issues that may arise in real-world use.</a:t>
            </a:r>
            <a:br/>
            <a:br/>
            <a:r>
              <a:t>Sources: [55]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Manufacturing Challenges: Overcoming Obstacles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 manufacturing challenges also include the need for stringent quality control measures to ensure vaccine safety and efficacy</a:t>
            </a:r>
            <a:br/>
            <a:r>
              <a:t>- Maintaining the cold chain logistics is crucial in vaccine manufacturing to preserve the integrity of vaccines during distribution</a:t>
            </a:r>
            <a:br/>
            <a:r>
              <a:t>- Developing efficient vaccine production methods is essential to meet the global demand for vaccines</a:t>
            </a:r>
            <a:br/>
            <a:r>
              <a:t>- Vaccine manufacturers face the challenge of scaling up production while maintaining consistency and quality in vaccine batches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Vaccine Efficacy with Adjuvants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Adjuvants can also help reduce the amount of antigen needed in vaccines, increasing cost-effectiveness and vaccine availability</a:t>
            </a:r>
            <a:br/>
            <a:r>
              <a:t>- Some adjuvants can induce a more robust and longer-lasting immune response by activating specific immune pathways</a:t>
            </a:r>
            <a:br/>
            <a:r>
              <a:t>- Adjuvants play a critical role in enhancing vaccine efficacy by improving the body's immune response to the vaccine</a:t>
            </a:r>
            <a:br/>
            <a:r>
              <a:t>- Research suggests that adjuvants can enhance the effectiveness of vaccines against challenging pathogens or in vulnerable populations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Ethics in Vaccine Trials: Key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Adjuvants can enhance the body's immune response by activating specific immune pathways</a:t>
            </a:r>
            <a:br/>
            <a:r>
              <a:t>- Research indicates that certain adjuvants can improve vaccine efficacy against challenging pathogens or in vulnerable populations</a:t>
            </a:r>
            <a:br/>
            <a:r>
              <a:t>- Adjuvants can help reduce the required amount of antigen in vaccines, increasing cost-effectiveness and availability</a:t>
            </a:r>
            <a:br/>
            <a:r>
              <a:t>- Some adjuvants induce a stronger and longer-lasting immune response, contributing to enhanced vaccine efficacy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"Monitoring Vaccine Safety &amp; Effectiveness"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Public-private partnerships combine the expertise and resources of government agencies, academic institutions, pharmaceutical companies, and non-profit organizations in vaccine research</a:t>
            </a:r>
            <a:br/>
            <a:r>
              <a:t>- These collaborations drive innovation, accelerate vaccine development, and ensure promising candidates reach the market</a:t>
            </a:r>
            <a:br/>
            <a:r>
              <a:t>- Public-private partnerships provide funding and infrastructure for large-scale clinical trials and manufacturing processes in vaccine development</a:t>
            </a:r>
            <a:br/>
            <a:r>
              <a:t>- By leveraging the strengths of multiple sectors, public-private partnerships address complex challenges in vaccine development and distribution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Public-Private Partnerships in Vaccine Research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Public-private partnerships facilitate knowledge sharing and technology transfer to expedite vaccine development processes</a:t>
            </a:r>
            <a:br/>
            <a:r>
              <a:t>- Collaborations enable access to diverse patient populations for clinical trials, enhancing the generalizability of vaccine efficacy data</a:t>
            </a:r>
            <a:br/>
            <a:r>
              <a:t>- These partnerships support capacity-building in low-resource settings, promoting global health equity in vaccine distribution</a:t>
            </a:r>
            <a:br/>
            <a:r>
              <a:t>- By fostering innovation and risk-sharing, public-private partnerships drive the development of novel vaccine technologies and delivery mechanisms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Addressing Vaccine Hesitancy in Public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 hesitancy is influenced by factors such as misinformation, lack of trust in healthcare systems, and cultural beliefs that impact individuals' decision to vaccinate.</a:t>
            </a:r>
            <a:br/>
            <a:r>
              <a:t>- Tailored communication strategies, community engagement, and education campaigns are effective approaches to address vaccine hesitancy and improve vaccination rates.</a:t>
            </a:r>
            <a:br/>
            <a:r>
              <a:t>- Building public trust through transparent communication, addressing concerns about vaccine safety, and highlighting the benefits of vaccination can help combat vaccine hesitancy.</a:t>
            </a:r>
            <a:br/>
            <a:r>
              <a:t>- Collaborating with healthcare providers, community leaders, and public health organizations is essential in developing targeted interventions to address specific reasons for vaccine hesitancy in different populations.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for Vaccine Acceptance &amp; Uptake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Public-private partnerships leverage resources and expertise from both sectors to drive vaccine innovation and development.</a:t>
            </a:r>
            <a:br/>
            <a:r>
              <a:t>- Collaborations between governments, pharmaceutical companies, and research institutions enhance the efficiency and effectiveness of vaccine research.</a:t>
            </a:r>
            <a:br/>
            <a:r>
              <a:t>- Successful public-private partnerships have led to the development of important vaccines, such as those for polio and HPV.</a:t>
            </a:r>
            <a:br/>
            <a:r>
              <a:t>- Addressing vaccine hesitancy through targeted communication efforts and community engagement is crucial for promoting vaccine acceptance and uptake.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[55] Post-Marketing Surveillance of Vaccines - https://www.cdc.gov/vaccinesafety/ensuringsafety/monitoring/index.html</a:t>
            </a:r>
            <a:br/>
            <a:r>
              <a:t>[56] Stages of Vaccine Development - https://www.who.int/immunization/research/development/en/</a:t>
            </a:r>
            <a:br/>
            <a:r>
              <a:t>[57] Key Stages of Vaccine Development - https://www.who.int/immunization/research/development/en/</a:t>
            </a:r>
            <a:br/>
            <a:r>
              <a:t>[58] Ethics of Vaccine Trials - https://www.who.int/ethics/review-committee/vaccine/en/</a:t>
            </a:r>
            <a:br/>
            <a:r>
              <a:t>[59] Role of Public-Private Partnerships in Vaccine Research - https://www.ncbi.nlm.nih.gov/pmc/articles/PMC5868131/</a:t>
            </a:r>
            <a:br/>
            <a:r>
              <a:t>[60] Public-Private Partnerships in Vaccine Research - https://www.who.int/immunization/research/ppp/en/</a:t>
            </a:r>
            <a:br/>
            <a:r>
              <a:t>[61] Challenges in Vaccine Manufacturing - https://www.ncbi.nlm.nih.gov/pmc/articles/PMC7151693/</a:t>
            </a:r>
            <a:br/>
            <a:r>
              <a:t>[62] Challenges in Vaccine Manufacturing - https://www.ncbi.nlm.nih.gov/pmc/articles/PMC2905661/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