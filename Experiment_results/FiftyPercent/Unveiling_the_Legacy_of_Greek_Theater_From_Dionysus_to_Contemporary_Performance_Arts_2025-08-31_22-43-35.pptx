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Unveiling the Legacy of Greek Theater: From Dionysus to Contemporary Performance Arts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Festival of Dionysus: Greek Theater Origins</a:t>
            </a:r>
          </a:p>
        </p:txBody>
      </p:sp>
      <p:sp>
        <p:nvSpPr>
          <p:cNvPr id="3" name="Content Placeholder 2"/>
          <p:cNvSpPr>
            <a:spLocks noGrp="1"/>
          </p:cNvSpPr>
          <p:nvPr>
            <p:ph idx="1"/>
          </p:nvPr>
        </p:nvSpPr>
        <p:spPr/>
        <p:txBody>
          <a:bodyPr/>
          <a:lstStyle/>
          <a:p>
            <a:pPr>
              <a:defRPr sz="1200"/>
            </a:pPr>
            <a:r>
              <a:t>- The Dionysia and Lenaia were the two main theatrical festivals in ancient Greece, with the Dionysia being the most significant festival dedicated to the god Dionysus.</a:t>
            </a:r>
            <a:br/>
            <a:r>
              <a:t>- The Dionysia festival comprised the Rural Dionysia in the countryside and the City Dionysia in Athens, featuring competitions of tragic and comedic plays where playwrights vied for prestigious awards.</a:t>
            </a:r>
            <a:br/>
            <a:r>
              <a:t>- The Lenaia, a winter festival also honoring Dionysus, was known for its comedic performances and provided another platform for playwrights to showcase their works.</a:t>
            </a:r>
            <a:br/>
            <a:r>
              <a:t>- Both festivals played a crucial role in the development and promotion of Greek theater, shaping the cultural and artistic landscape of ancient Greece.</a:t>
            </a:r>
            <a:br/>
            <a:br/>
            <a:r>
              <a:t>Sources: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Types of Greek Theater: Tragedies, Comedies, Satyrs - Genre Overview</a:t>
            </a:r>
          </a:p>
        </p:txBody>
      </p:sp>
      <p:sp>
        <p:nvSpPr>
          <p:cNvPr id="3" name="Content Placeholder 2"/>
          <p:cNvSpPr>
            <a:spLocks noGrp="1"/>
          </p:cNvSpPr>
          <p:nvPr>
            <p:ph idx="1"/>
          </p:nvPr>
        </p:nvSpPr>
        <p:spPr/>
        <p:txBody>
          <a:bodyPr/>
          <a:lstStyle/>
          <a:p>
            <a:pPr>
              <a:defRPr sz="1200"/>
            </a:pPr>
            <a:r>
              <a:t>- Tragedies, comedies, and satyr plays were the three main types of Greek theater genres</a:t>
            </a:r>
            <a:br/>
            <a:r>
              <a:t>- Tragedies focused on serious themes like fate, justice, and the human experience</a:t>
            </a:r>
            <a:br/>
            <a:r>
              <a:t>- Comedies often satirized societal norms, politics, and daily life</a:t>
            </a:r>
            <a:br/>
            <a:r>
              <a:t>- Satyr plays were comedic in nature, blending humor with mythological themes and bawdy humor</a:t>
            </a:r>
            <a:br/>
            <a:r>
              <a:t>- The works of ancient Greek playwrights such as Sophocles, Euripides, and Aeschylus have had a profound impact on theater today. Their innovative use of dramatic structure, character development, and themes continue to influence modern playwrights and productions.</a:t>
            </a:r>
            <a:br/>
            <a:br/>
            <a:r>
              <a:t>Sources: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"Prominent Playwrights of Ancient Greece: Contributions and Impact"</a:t>
            </a:r>
          </a:p>
        </p:txBody>
      </p:sp>
      <p:sp>
        <p:nvSpPr>
          <p:cNvPr id="3" name="Content Placeholder 2"/>
          <p:cNvSpPr>
            <a:spLocks noGrp="1"/>
          </p:cNvSpPr>
          <p:nvPr>
            <p:ph idx="1"/>
          </p:nvPr>
        </p:nvSpPr>
        <p:spPr/>
        <p:txBody>
          <a:bodyPr/>
          <a:lstStyle/>
          <a:p>
            <a:pPr>
              <a:defRPr sz="2400"/>
            </a:pPr>
            <a:r>
              <a:t>- Sophocles' exploration of complex themes such as fate, free will, and the human condition resonates with audiences across time and cultures.</a:t>
            </a:r>
            <a:br/>
            <a:r>
              <a:t>- His innovative use of dramatic structure and character development in plays like 'Oedipus Rex' continues to influence modern playwrights and directors.</a:t>
            </a:r>
            <a:br/>
            <a:br/>
            <a:r>
              <a:t>Sources: [41]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Greek Theater: Masks and Costumes</a:t>
            </a:r>
          </a:p>
        </p:txBody>
      </p:sp>
      <p:sp>
        <p:nvSpPr>
          <p:cNvPr id="3" name="Content Placeholder 2"/>
          <p:cNvSpPr>
            <a:spLocks noGrp="1"/>
          </p:cNvSpPr>
          <p:nvPr>
            <p:ph idx="1"/>
          </p:nvPr>
        </p:nvSpPr>
        <p:spPr/>
        <p:txBody>
          <a:bodyPr/>
          <a:lstStyle/>
          <a:p>
            <a:pPr>
              <a:defRPr sz="1200"/>
            </a:pPr>
            <a:r>
              <a:t>- Masks and costumes in Ancient Greek theater were essential for character portrayal and theatrical enhancements, with actors wearing masks to embody different characters and emotions, amplifying their voices.</a:t>
            </a:r>
            <a:br/>
            <a:br/>
            <a:r>
              <a:t>- Masks in Greek theater had exaggerated facial features to help the audience easily identify the characters being portrayed, contributing to the visual storytelling aspect of the performances.</a:t>
            </a:r>
            <a:br/>
            <a:br/>
            <a:r>
              <a:t>- Elaborate costumes in Ancient Greek theater included large, colorful robes, masks, and props to distinguish between characters and roles, enhancing the overall visual spectacle of the productions.</a:t>
            </a:r>
            <a:br/>
            <a:br/>
            <a:r>
              <a:t>- The use of masks and costumes in Greek theater not only served practical purposes in differentiating characters but also played a symbolic role in representing the societal norms, values, and emotions prevalent during that era.</a:t>
            </a:r>
            <a:br/>
            <a:br/>
            <a:r>
              <a:t>Sources: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Evolution of Greek Theater Masks</a:t>
            </a:r>
          </a:p>
        </p:txBody>
      </p:sp>
      <p:sp>
        <p:nvSpPr>
          <p:cNvPr id="3" name="Content Placeholder 2"/>
          <p:cNvSpPr>
            <a:spLocks noGrp="1"/>
          </p:cNvSpPr>
          <p:nvPr>
            <p:ph idx="1"/>
          </p:nvPr>
        </p:nvSpPr>
        <p:spPr/>
        <p:txBody>
          <a:bodyPr/>
          <a:lstStyle/>
          <a:p>
            <a:pPr>
              <a:defRPr sz="1200"/>
            </a:pPr>
            <a:r>
              <a:t>- The evolution of theater architecture spans centuries, with significant changes in design and functionality, from outdoor structures in ancient times to indoor spaces with elaborate proscenium arches during the Renaissance.</a:t>
            </a:r>
            <a:br/>
            <a:r>
              <a:t>- The Greeks and Romans were pioneers in theater architecture, introducing features like the skene (stage building) and orchestra (dancing space) that influenced the layout and design of theaters for centuries to come.</a:t>
            </a:r>
            <a:br/>
            <a:r>
              <a:t>- In modern times, theater architecture has adapted to technological advancements, with state-of-the-art sound and lighting systems in contemporary venues, enhancing the overall theatrical experience for audiences.</a:t>
            </a:r>
            <a:br/>
            <a:r>
              <a:t>- The evolution of theater architecture reflects the changing needs and preferences of audiences and performers, shaping the way stories are told and experienced in different historical periods.</a:t>
            </a:r>
            <a:br/>
            <a:br/>
            <a:r>
              <a:t>Sources: [43]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Greek Theater Influence on Modern Performance Arts: Key Elements</a:t>
            </a:r>
          </a:p>
        </p:txBody>
      </p:sp>
      <p:sp>
        <p:nvSpPr>
          <p:cNvPr id="3" name="Content Placeholder 2"/>
          <p:cNvSpPr>
            <a:spLocks noGrp="1"/>
          </p:cNvSpPr>
          <p:nvPr>
            <p:ph idx="1"/>
          </p:nvPr>
        </p:nvSpPr>
        <p:spPr/>
        <p:txBody>
          <a:bodyPr/>
          <a:lstStyle/>
          <a:p>
            <a:pPr>
              <a:defRPr sz="1200"/>
            </a:pPr>
            <a:r>
              <a:t>- The chorus in ancient Greek plays served several important functions, providing background information, commentary on the action, and representing the voice of the general population.</a:t>
            </a:r>
            <a:br/>
            <a:r>
              <a:t>- The chorus helped to set the overall mood of the play and provided breaks in the action for the audience to reflect on the themes presented.</a:t>
            </a:r>
            <a:br/>
            <a:r>
              <a:t>- Additionally, the chorus often interacted with the main characters, offering advice or posing questions that helped drive the plot forward.</a:t>
            </a:r>
            <a:br/>
            <a:r>
              <a:t>- The chorus served as a bridge between the audience and the characters, enhancing the emotional impact of the performance and creating a sense of unity within the theatrical experience.</a:t>
            </a:r>
            <a:br/>
            <a:br/>
            <a:r>
              <a:t>Sources: [44]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Functions of the Chorus in Greek Plays</a:t>
            </a:r>
          </a:p>
        </p:txBody>
      </p:sp>
      <p:sp>
        <p:nvSpPr>
          <p:cNvPr id="3" name="Content Placeholder 2"/>
          <p:cNvSpPr>
            <a:spLocks noGrp="1"/>
          </p:cNvSpPr>
          <p:nvPr>
            <p:ph idx="1"/>
          </p:nvPr>
        </p:nvSpPr>
        <p:spPr/>
        <p:txBody>
          <a:bodyPr/>
          <a:lstStyle/>
          <a:p>
            <a:pPr>
              <a:defRPr sz="1200"/>
            </a:pPr>
            <a:r>
              <a:t>- The chorus in ancient Greek plays also served as a means of enhancing the narrative by providing historical background and enriching the storytelling with cultural context.</a:t>
            </a:r>
            <a:br/>
            <a:r>
              <a:t>- The chorus acted as a collective voice that reflected the sentiments and values of the society, allowing the audience to connect with the themes and messages of the play on a deeper level.</a:t>
            </a:r>
            <a:br/>
            <a:r>
              <a:t>- Through their interactions with the main characters, the chorus not only advanced the plot but also added layers of complexity to the characters' motivations and decisions.</a:t>
            </a:r>
            <a:br/>
            <a:r>
              <a:t>- The presence of the chorus in Greek plays contributed to the overall immersive experience for the audience, fostering a sense of communal engagement and emotional resonance throughout the performance.</a:t>
            </a:r>
            <a:br/>
            <a:br/>
            <a:r>
              <a:t>Sources: [45]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Legacy of Greek Playwrights in Contemporary Theater</a:t>
            </a:r>
          </a:p>
        </p:txBody>
      </p:sp>
      <p:sp>
        <p:nvSpPr>
          <p:cNvPr id="3" name="Content Placeholder 2"/>
          <p:cNvSpPr>
            <a:spLocks noGrp="1"/>
          </p:cNvSpPr>
          <p:nvPr>
            <p:ph idx="1"/>
          </p:nvPr>
        </p:nvSpPr>
        <p:spPr/>
        <p:txBody>
          <a:bodyPr/>
          <a:lstStyle/>
          <a:p>
            <a:pPr>
              <a:defRPr sz="1200"/>
            </a:pPr>
            <a:r>
              <a:t>- The legacy of Sophocles, Euripides, and Aeschylus in contemporary theater is evident through the enduring themes of fate, free will, and the human condition that continue to resonate with audiences today.</a:t>
            </a:r>
            <a:br/>
            <a:r>
              <a:t>- Modern playwrights and directors draw inspiration from the dramatic structure and character development techniques pioneered by these ancient Greek playwrights to create impactful and thought-provoking performances.</a:t>
            </a:r>
            <a:br/>
            <a:r>
              <a:t>- The innovative works of Sophocles, Euripides, and Aeschylus have left a lasting impact on the evolution of theater, influencing the exploration of complex themes and the development of compelling characters in modern theatrical productions.</a:t>
            </a:r>
            <a:br/>
            <a:r>
              <a:t>- Themes such as fate, free will, and the complexities of the human experience explored by these Greek playwrights serve as a timeless foundation for contemporary theater, highlighting the enduring relevance of their contributions to the art form.</a:t>
            </a:r>
            <a:br/>
            <a:br/>
            <a:r>
              <a:t>Sources: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[39] Dionysia and Lenaia: Theatrical Festivals in Ancient Greece - https://www.britannica.com/art/theatre/Greek-theatre-and-its-origins</a:t>
            </a:r>
            <a:br/>
            <a:r>
              <a:t>[40] Impact of Ancient Greek Playwrights on Theater Today - https://www.britannica.com/art/Western-theatre/The-Greek-chorus</a:t>
            </a:r>
            <a:br/>
            <a:r>
              <a:t>[41] Sophocles: Impact on Theater Today - https://www.britannica.com/biography/Sophocles-Greek-dramatist</a:t>
            </a:r>
            <a:br/>
            <a:r>
              <a:t>[42] Evolution of Theater Architecture: Roman Theater - https://www.worldhistory.org/Roman_Theatre/</a:t>
            </a:r>
            <a:br/>
            <a:r>
              <a:t>[43] Evolution of Theater Architecture - https://www.britannica.com/art/theatre-building</a:t>
            </a:r>
            <a:br/>
            <a:r>
              <a:t>[44] Importance of the Chorus in Ancient Greek Plays - https://www.britannica.com/art/chorus-Greek-drama</a:t>
            </a:r>
            <a:br/>
            <a:r>
              <a:t>[45] The Influence of Greek Tragedy on Modern Theater - https://www.britannica.com/art/tragedy-literature</a:t>
            </a:r>
            <a:br/>
            <a:r>
              <a:t>[46] Ancient Greek Theater History - https://www.britannica.com/art/Western-theatre/Ancient-Greek-theatre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