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Closing the Gender Gap: Strategies for Equality in the Workplace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the Gender Pay Gap: Definition and Causes</a:t>
            </a:r>
          </a:p>
        </p:txBody>
      </p:sp>
      <p:sp>
        <p:nvSpPr>
          <p:cNvPr id="3" name="Content Placeholder 2"/>
          <p:cNvSpPr>
            <a:spLocks noGrp="1"/>
          </p:cNvSpPr>
          <p:nvPr>
            <p:ph idx="1"/>
          </p:nvPr>
        </p:nvSpPr>
        <p:spPr/>
        <p:txBody>
          <a:bodyPr/>
          <a:lstStyle/>
          <a:p>
            <a:pPr>
              <a:defRPr sz="1200"/>
            </a:pPr>
            <a:r>
              <a:t>- Gender stereotypes in the workplace can influence hiring decisions and career advancement opportunities for women, perpetuating inequality.</a:t>
            </a:r>
            <a:br/>
            <a:r>
              <a:t>- These stereotypes often lead to women being underestimated or undervalued in professional settings, hindering their chances of equal pay and promotion.</a:t>
            </a:r>
            <a:br/>
            <a:r>
              <a:t>- Addressing and challenging gender stereotypes is essential in creating a more inclusive and equitable work environment for all employees.</a:t>
            </a:r>
            <a:br/>
            <a:br/>
            <a:r>
              <a:t>Sources: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Gender Pay Gap Statistics Worldwide</a:t>
            </a:r>
          </a:p>
        </p:txBody>
      </p:sp>
      <p:sp>
        <p:nvSpPr>
          <p:cNvPr id="3" name="Content Placeholder 2"/>
          <p:cNvSpPr>
            <a:spLocks noGrp="1"/>
          </p:cNvSpPr>
          <p:nvPr>
            <p:ph idx="1"/>
          </p:nvPr>
        </p:nvSpPr>
        <p:spPr/>
        <p:txBody>
          <a:bodyPr/>
          <a:lstStyle/>
          <a:p>
            <a:pPr>
              <a:defRPr sz="2400"/>
            </a:pPr>
            <a:r>
              <a:t>- In the European Union, the gender pay gap stands at around 14.1%, with variations among member states.</a:t>
            </a:r>
            <a:br/>
            <a:r>
              <a:t>- Australia reports a gender pay gap of approximately 14.0%, indicating disparities in earnings between men and women in the workforce.</a:t>
            </a:r>
            <a:br/>
            <a:br/>
            <a:r>
              <a:t>Sources: [49]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Gender Pay Gap on Women's Finances</a:t>
            </a:r>
          </a:p>
        </p:txBody>
      </p:sp>
      <p:sp>
        <p:nvSpPr>
          <p:cNvPr id="3" name="Content Placeholder 2"/>
          <p:cNvSpPr>
            <a:spLocks noGrp="1"/>
          </p:cNvSpPr>
          <p:nvPr>
            <p:ph idx="1"/>
          </p:nvPr>
        </p:nvSpPr>
        <p:spPr/>
        <p:txBody>
          <a:bodyPr/>
          <a:lstStyle/>
          <a:p>
            <a:pPr>
              <a:defRPr sz="1200"/>
            </a:pPr>
            <a:r>
              <a:t>- The gender pay gap can result in women having less disposable income and financial resources compared to their male counterparts</a:t>
            </a:r>
            <a:br/>
            <a:r>
              <a:t>- Women may struggle to cover basic living expenses, save for emergencies, or invest in their future due to the wage disparity</a:t>
            </a:r>
            <a:br/>
            <a:r>
              <a:t>- Lower earnings for women can also impact their ability to build wealth, purchase property, or achieve financial stability</a:t>
            </a:r>
            <a:br/>
            <a:r>
              <a:t>- The gender pay gap can contribute to a cycle of economic disadvantage for women, limiting their financial independence and opportunities</a:t>
            </a:r>
            <a:br/>
            <a:r>
              <a:t>- Women may face challenges in achieving long-term financial goals, such as homeownership, due to the effects of the wage gap on their overall financial well-being.</a:t>
            </a:r>
            <a:br/>
            <a:br/>
            <a:r>
              <a:t>Sources: [50]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Gender Bias in Recruitment: Forms and Effects</a:t>
            </a:r>
          </a:p>
        </p:txBody>
      </p:sp>
      <p:sp>
        <p:nvSpPr>
          <p:cNvPr id="3" name="Content Placeholder 2"/>
          <p:cNvSpPr>
            <a:spLocks noGrp="1"/>
          </p:cNvSpPr>
          <p:nvPr>
            <p:ph idx="1"/>
          </p:nvPr>
        </p:nvSpPr>
        <p:spPr/>
        <p:txBody>
          <a:bodyPr/>
          <a:lstStyle/>
          <a:p>
            <a:pPr>
              <a:defRPr sz="1200"/>
            </a:pPr>
            <a:r>
              <a:t>- Gender bias in recruitment can also lead to fewer opportunities for career advancement and professional development for women</a:t>
            </a:r>
            <a:br/>
            <a:r>
              <a:t>- Discriminatory practices in recruitment may result in women being overlooked for leadership roles and high-level positions within organizations</a:t>
            </a:r>
            <a:br/>
            <a:r>
              <a:t>- Overcoming gender bias in recruitment is essential for creating a more inclusive and diverse workforce</a:t>
            </a:r>
            <a:br/>
            <a:r>
              <a:t>- Implementing strategies like blind recruitment processes and unconscious bias training can help address gender bias in recruitment and selection practices</a:t>
            </a:r>
            <a:br/>
            <a:br/>
            <a:r>
              <a:t>Sources: [51]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to Combat Gender Bias in Hiring"</a:t>
            </a:r>
          </a:p>
        </p:txBody>
      </p:sp>
      <p:sp>
        <p:nvSpPr>
          <p:cNvPr id="3" name="Content Placeholder 2"/>
          <p:cNvSpPr>
            <a:spLocks noGrp="1"/>
          </p:cNvSpPr>
          <p:nvPr>
            <p:ph idx="1"/>
          </p:nvPr>
        </p:nvSpPr>
        <p:spPr/>
        <p:txBody>
          <a:bodyPr/>
          <a:lstStyle/>
          <a:p>
            <a:pPr>
              <a:defRPr sz="1200"/>
            </a:pPr>
            <a:r>
              <a:t>- Implementing blind recruitment processes can help remove identifying information from job applications, ensuring candidates are evaluated based solely on qualifications and experience</a:t>
            </a:r>
            <a:br/>
            <a:r>
              <a:t>- Providing unconscious bias training for hiring managers is crucial to help them recognize and mitigate any unconscious prejudices that may affect their decision-making</a:t>
            </a:r>
            <a:br/>
            <a:r>
              <a:t>- Setting diversity goals and actively seeking out diverse candidates can create a more inclusive and equitable hiring process</a:t>
            </a:r>
            <a:br/>
            <a:r>
              <a:t>- Conducting regular audits of recruitment processes to identify and address any gender bias that may exist</a:t>
            </a:r>
            <a:br/>
            <a:br/>
            <a:r>
              <a:t>Sources: [52]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"Unconscious Bias in Hiring Decisions"</a:t>
            </a:r>
          </a:p>
        </p:txBody>
      </p:sp>
      <p:sp>
        <p:nvSpPr>
          <p:cNvPr id="3" name="Content Placeholder 2"/>
          <p:cNvSpPr>
            <a:spLocks noGrp="1"/>
          </p:cNvSpPr>
          <p:nvPr>
            <p:ph idx="1"/>
          </p:nvPr>
        </p:nvSpPr>
        <p:spPr/>
        <p:txBody>
          <a:bodyPr/>
          <a:lstStyle/>
          <a:p>
            <a:pPr>
              <a:defRPr sz="1200"/>
            </a:pPr>
            <a:r>
              <a:t>- Unconscious bias in hiring decisions can lead to unfair treatment based on gender, such as overlooking qualified female candidates or offering lower salaries to women</a:t>
            </a:r>
            <a:br/>
            <a:r>
              <a:t>- Overcoming unconscious bias requires awareness, training, and inclusive recruitment strategies</a:t>
            </a:r>
            <a:br/>
            <a:r>
              <a:t>- Strategies like blind recruitment processes and unconscious bias training can help mitigate biases and promote gender equality in the workplace</a:t>
            </a:r>
            <a:br/>
            <a:r>
              <a:t>- Gender discrimination in hiring practices refers to the unfair treatment of individuals based on their gender during the recruitment and selection process, which can manifest in various forms such as biased candidate evaluation and unequal pay offers</a:t>
            </a:r>
            <a:br/>
            <a:br/>
            <a:r>
              <a:t>Sources: [53]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Breaking the Glass Ceiling: Career Advancement Strategies</a:t>
            </a:r>
          </a:p>
        </p:txBody>
      </p:sp>
      <p:sp>
        <p:nvSpPr>
          <p:cNvPr id="3" name="Content Placeholder 2"/>
          <p:cNvSpPr>
            <a:spLocks noGrp="1"/>
          </p:cNvSpPr>
          <p:nvPr>
            <p:ph idx="1"/>
          </p:nvPr>
        </p:nvSpPr>
        <p:spPr/>
        <p:txBody>
          <a:bodyPr/>
          <a:lstStyle/>
          <a:p>
            <a:pPr>
              <a:defRPr sz="1200"/>
            </a:pPr>
            <a:r>
              <a:t>- Utilize leadership development programs and initiatives to enhance women's skills and competencies for career advancement</a:t>
            </a:r>
            <a:br/>
            <a:r>
              <a:t>- Encourage women to advocate for themselves by expressing career goals and ambitions to supervisors</a:t>
            </a:r>
            <a:br/>
            <a:r>
              <a:t>- Seek opportunities for visibility and recognition within the organization to showcase skills and contributions</a:t>
            </a:r>
            <a:br/>
            <a:r>
              <a:t>- Participate in mentorship programs to gain guidance and support for navigating career challenges and opportunities</a:t>
            </a:r>
            <a:br/>
            <a:br/>
            <a:r>
              <a:t>Sources: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Unconscious Bias Training for Inclusive Workplace</a:t>
            </a:r>
          </a:p>
        </p:txBody>
      </p:sp>
      <p:sp>
        <p:nvSpPr>
          <p:cNvPr id="3" name="Content Placeholder 2"/>
          <p:cNvSpPr>
            <a:spLocks noGrp="1"/>
          </p:cNvSpPr>
          <p:nvPr>
            <p:ph idx="1"/>
          </p:nvPr>
        </p:nvSpPr>
        <p:spPr/>
        <p:txBody>
          <a:bodyPr/>
          <a:lstStyle/>
          <a:p>
            <a:pPr>
              <a:defRPr sz="1200"/>
            </a:pPr>
            <a:r>
              <a:t>- Unconscious bias training aims to address biases based on gender, race, or age within the workplace environment</a:t>
            </a:r>
            <a:br/>
            <a:r>
              <a:t>- Research shows that creating awareness of unconscious biases can lead to a more inclusive and diverse work environment</a:t>
            </a:r>
            <a:br/>
            <a:r>
              <a:t>- Organizations can utilize unconscious bias training to educate employees on recognizing and addressing biases towards their colleagues</a:t>
            </a:r>
            <a:br/>
            <a:r>
              <a:t>- By implementing unconscious bias training, organizations can foster a workplace culture where all employees feel valued and respected</a:t>
            </a:r>
            <a:br/>
            <a:br/>
            <a:r>
              <a:t>Sources: [55]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[48] Gender Stereotypes in the Workplace - https://www.forbes.com/sites/forbescoachescouncil/2020/03/02/navigating-gender-stereotypes-in-the-workplace/?sh=2f8e4b4b7754</a:t>
            </a:r>
            <a:br/>
            <a:r>
              <a:t>[49] Gender Pay Gap Statistics by Country - https://www.payscale.com/data/gender-pay-gap</a:t>
            </a:r>
            <a:br/>
            <a:r>
              <a:t>[50] Gender Pay Gap: What It Is and How It Affects Women in the Workplace - https://www.payscale.com/data/gender-pay-gap</a:t>
            </a:r>
            <a:br/>
            <a:r>
              <a:t>[51] Breaking the Glass Ceiling: Strategies for Women in the Workplace - https://www.forbes.com/sites/forbeshumanresourcescouncil/2020/02/11/how-to-break-the-glass-ceiling-strategies-for-women-in-the-workplace/?sh=5d5d0c1876b4</a:t>
            </a:r>
            <a:br/>
            <a:r>
              <a:t>[52] Strategies to Combat Gender Bias in Hiring Practices - https://www.forbes.com/sites/forbeshumanresourcescouncil/2020/02/05/how-to-combat-gender-bias-in-the-hiring-process/?sh=3f2f7d0c4db4</a:t>
            </a:r>
            <a:br/>
            <a:r>
              <a:t>[53] Discrimination in Hiring Practices: How Gender Bias Impacts Women in the Workplace - https://hbr.org/2019/03/why-the-gender-pay-gap-still-persists-and-what-organizations-can-do-about-it</a:t>
            </a:r>
            <a:br/>
            <a:r>
              <a:t>[54] Strategies for Women to Achieve Equal Opportunities for Career Advancement - https://www.forbes.com/sites/forbescoachescouncil/2020/03/09/how-women-can-achieve-equal-opportunities-for-career-advancement/?sh=1f0a63b62d8b</a:t>
            </a:r>
            <a:br/>
            <a:r>
              <a:t>[55] Unconscious Bias Training in the Workplace - https://www.forbes.com/sites/forbescoachescouncil/2020/10/02/how-to-implement-effective-unconscious-bias-training-in-the-workplace/?sh=1b33a8fd5b5c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