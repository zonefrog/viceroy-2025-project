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Sustainable Agriculture Practices for Soil Health and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"Cover Crops: Soil Health &amp; Sustainability"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Crop rotation helps improve soil health by reducing soil erosion, increasing soil fertility, and controlling pests and diseases.</a:t>
            </a:r>
            <a:br/>
            <a:r>
              <a:t>- By rotating crops, farmers can break pest and disease cycles, leading to higher crop yields and reduced reliance on chemical inputs.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"Benefits of Crop Rotation for Soil Health"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Agroforestry systems can enhance soil health by promoting nutrient cycling and reducing soil erosion through the presence of trees and shrubs.</a:t>
            </a:r>
            <a:br/>
            <a:r>
              <a:t>- The integration of trees in agroforestry can improve water quality by preventing runoff and filtering pollutants, contributing to overall ecosystem health.</a:t>
            </a:r>
            <a:br/>
            <a:r>
              <a:t>- Agroforestry practices aid in climate change mitigation by sequestering carbon in trees and vegetation, reducing greenhouse gas emissions from agricultural activities.</a:t>
            </a:r>
            <a:br/>
            <a:r>
              <a:t>- Farmers can diversify their income streams by incorporating agroforestry, as trees can provide additional revenue from products like timber, fruits, nuts, and other forest resources.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Agroforestry: Biodiversity and Soil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Agroforestry systems can enhance soil health by promoting nutrient cycling and reducing soil erosion through the presence of trees and shrubs.</a:t>
            </a:r>
            <a:br/>
            <a:r>
              <a:t>- The integration of trees in agroforestry can improve water quality by preventing runoff and filtering pollutants, contributing to overall ecosystem health.</a:t>
            </a:r>
            <a:br/>
            <a:r>
              <a:t>- Agroforestry practices aid in climate change mitigation by sequestering carbon in trees and vegetation, reducing greenhouse gas emissions from agricultural activities.</a:t>
            </a:r>
            <a:br/>
            <a:r>
              <a:t>- Agroforestry enhances biodiversity by providing habitats for a variety of plant and animal species, contributing to ecosystem resilience and overall environmental health.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Soil Conservation Techniques: Erosion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grassed waterways to reduce soil erosion and improve water quality on farms</a:t>
            </a:r>
            <a:br/>
            <a:r>
              <a:t>- Incorporating riparian buffers along water bodies to prevent sediment runoff and protect aquatic ecosystems</a:t>
            </a:r>
            <a:br/>
            <a:r>
              <a:t>- Utilizing conservation tillage practices, such as strip-tilling or ridge-tilling, to minimize soil disturbance and erosion risk</a:t>
            </a:r>
            <a:br/>
            <a:r>
              <a:t>- Installing windbreaks or shelterbelts to reduce wind erosion and protect crops from strong winds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"Drip Irrigation &amp; Rainwater Harvesting Strategies"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Drip irrigation significantly reduces water waste through direct delivery to plant roots, minimizing evaporation and runoff.</a:t>
            </a:r>
            <a:br/>
            <a:r>
              <a:t>- Targeting the root zone with drip irrigation helps prevent weed growth and diseases, promoting healthier plants and higher crop yields.</a:t>
            </a:r>
            <a:br/>
            <a:r>
              <a:t>- Rainwater harvesting is a sustainable water management practice that involves collecting and storing rainwater for agricultural use, reducing reliance on external water sources.</a:t>
            </a:r>
            <a:br/>
            <a:r>
              <a:t>- Implementing rainwater harvesting systems on farms can help conserve water resources and improve crop resilience during dry periods.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"IPM Principles &amp; Strategies for Pest Control"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IPM strategies aim to prevent pests by utilizing methods like crop rotation, habitat manipulation, and the introduction of natural enemies to maintain a balanced ecosystem.</a:t>
            </a:r>
            <a:br/>
            <a:r>
              <a:t>- By reducing reliance on synthetic pesticides, IPM promotes overall ecosystem health and minimizes potential risks to human health and the environment.</a:t>
            </a:r>
            <a:br/>
            <a:r>
              <a:t>- Integrated Pest Management combines biological, cultural, physical, and chemical tools in a holistic approach to pest control, emphasizing the importance of sustainable practices in agriculture.</a:t>
            </a:r>
            <a:br/>
            <a:r>
              <a:t>- Implementing IPM practices on farms involves monitoring pest populations, utilizing beneficial insects, and rotating crops to effectively manage pests while minimizing negative impacts on the environment.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Sustainability Through Crop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contribute to soil health by preventing erosion, suppressing weeds, and enhancing fertility</a:t>
            </a:r>
            <a:br/>
            <a:r>
              <a:t>- Cover crops aid in water retention, reducing the need for synthetic inputs, and promoting biodiversity on farms</a:t>
            </a:r>
            <a:br/>
            <a:r>
              <a:t>- Crop rotation, combined with cover cropping, further enhances soil health and reduces pest and disease pressure</a:t>
            </a:r>
            <a:br/>
            <a:r>
              <a:t>- Integrating cover crops and crop rotation into farming practices supports sustainable agriculture and ecosystem balance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Community-Supported Agriculture (CSA) Models: Benefits and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CSA models often include opportunities for members to volunteer on the farm or participate in educational events, fostering a sense of community and connection to the food they consume</a:t>
            </a:r>
            <a:br/>
            <a:r>
              <a:t>- Some CSAs offer flexibility in share sizes or contents, allowing consumers to customize their produce selections based on personal preferences or dietary needs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The Benefits of Crop Rotation in Sustainable Agriculture - https://www.sare.org/Learning-Center/Books/Building-Soils-for-Better-Crops-3rd-Edition/Text-Version/Crop-Rotation</a:t>
            </a:r>
            <a:br/>
            <a:r>
              <a:t>[9] The Benefits of Agroforestry in Sustainable Agriculture - https://www.nrcs.usda.gov/wps/portal/nrcs/main/national/landuse/agroforestry/</a:t>
            </a:r>
            <a:br/>
            <a:r>
              <a:t>[10] Agroforestry Benefits: Environmental, Economic, and Social Advantages - https://www.worldagroforestry.org/data/benefits-agroforestry</a:t>
            </a:r>
            <a:br/>
            <a:r>
              <a:t>[11] Soil Conservation Techniques in Sustainable Agriculture - https://www.nrcs.usda.gov/wps/portal/nrcs/main/national/soils/health/conservation/</a:t>
            </a:r>
            <a:br/>
            <a:r>
              <a:t>[12] Benefits of Drip Irrigation in Sustainable Agriculture - https://extension.umn.edu/irrigation/drip-irrigation</a:t>
            </a:r>
            <a:br/>
            <a:r>
              <a:t>[13] Integrated Pest Management (IPM) Strategies in Sustainable Agriculture - https://www.epa.gov/safepestcontrol/integrated-pest-management-ipm-principles</a:t>
            </a:r>
            <a:br/>
            <a:r>
              <a:t>[14] Benefits of Cover Crops in Sustainable Farming Practices - https://www.sare.org/Learning-Center/Books/Building-Soils-for-Better-Crops-3rd-Edition/Text-Version/Cover-Crops/Benefits-of-Cover-Crops/</a:t>
            </a:r>
            <a:br/>
            <a:r>
              <a:t>[15] How Community-Supported Agriculture Models Work - https://www.localharvest.org/csa/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