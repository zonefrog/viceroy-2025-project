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Landscape: E-Books, AI Analysis, and Social Media Strategies for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E-Books: Access and Portability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Digital libraries and archives face challenges like format obsolescence, hardware and software dependencies, data degradation, and copyright issues.</a:t>
            </a:r>
            <a:br/>
            <a:r>
              <a:t>- Strategies for addressing preservation challenges include migration to new formats, emulation of old software environments, regular data integrity checks, and legal frameworks for digital preservation.</a:t>
            </a:r>
            <a:br/>
            <a:r>
              <a:t>- Collaboration among libraries, archives, and technology experts is essential for the long-term preservation of digital cultural heritage.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Self-Publishing Opportunities with E-Books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Crowdfunding platforms like Kickstarter, Indiegogo, Patreon, and GoFundMe support authors in raising funds for literary projects</a:t>
            </a:r>
            <a:br/>
            <a:r>
              <a:t>- Authors can create campaigns, set funding goals, and offer rewards to backers</a:t>
            </a:r>
            <a:br/>
            <a:r>
              <a:t>- Funding can be used for self-publishing books, funding writing retreats, or other literary endeavors</a:t>
            </a:r>
            <a:br/>
            <a:r>
              <a:t>- Crowdfunding provides authors with a direct way to engage with readers and supporters</a:t>
            </a:r>
            <a:br/>
            <a:r>
              <a:t>- Popular crowdfunding platforms for authors include Kickstarter, Indiegogo, Patreon, and GoFundMe</a:t>
            </a:r>
            <a:br/>
            <a:r>
              <a:t>- Authors can attract crowdfunding support by pitching book ideas to a wide audience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Impact of E-Books on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E-books have revolutionized reading habits by providing a more convenient and portable way to access literature.</a:t>
            </a:r>
            <a:br/>
            <a:r>
              <a:t>- The rise of e-books has enabled self-publishing authors to reach a global audience directly, bypassing traditional publishing channels.</a:t>
            </a:r>
            <a:br/>
            <a:r>
              <a:t>- Traditional publishing industry has faced challenges due to the changing reader preferences towards digital formats.</a:t>
            </a:r>
            <a:br/>
            <a:r>
              <a:t>- Concerns have been raised about the impact of e-books on the future of traditional publishing and the overall reading experience.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Algorithms for Literary Text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themes, sentiments, and styles in literary texts through natural language processing.</a:t>
            </a:r>
            <a:br/>
            <a:r>
              <a:t>- These algorithms offer new perspectives on literary works by extracting valuable insights and patterns.</a:t>
            </a:r>
            <a:br/>
            <a:r>
              <a:t>- The use of AI in literary analysis revolutionizes the field with efficient and objective methods.</a:t>
            </a:r>
            <a:br/>
            <a:r>
              <a:t>- AI can assist in tasks like text summarization, sentiment analysis, and authorship attribution.</a:t>
            </a:r>
            <a:br/>
            <a:r>
              <a:t>- Researchers benefit from AI technology in literary analysis for its advanced capabilities in processing and interpreting texts.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Literary Insights with AI: Unveiling Hidden Meanings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can process large amounts of text quickly, identifying patterns and trends that may not be immediately apparent to human readers.</a:t>
            </a:r>
            <a:br/>
            <a:r>
              <a:t>- This technology helps scholars and students gain a deeper understanding of literary works by providing valuable insights into themes, characters, and writing styles.</a:t>
            </a:r>
            <a:br/>
            <a:r>
              <a:t>- AI in literary analysis offers new perspectives on literary works by extracting insights and patterns that enhance traditional human interpretation.</a:t>
            </a:r>
            <a:br/>
            <a:r>
              <a:t>- The use of AI revolutionizes literary analysis with efficient and objective methods, advancing the field by providing innovative tools for text summarization, sentiment analysis, and authorship attribution.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Comparing AI vs. Human Literary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can process large amounts of text quickly, identifying patterns and trends that may not be immediately apparent to human readers.</a:t>
            </a:r>
            <a:br/>
            <a:r>
              <a:t>- This technology helps scholars and students gain a deeper understanding of literary works by providing valuable insights into themes, characters, and writing styles.</a:t>
            </a:r>
            <a:br/>
            <a:r>
              <a:t>- AI in literary analysis offers new perspectives on literary works by extracting insights and patterns that enhance traditional human interpretation.</a:t>
            </a:r>
            <a:br/>
            <a:r>
              <a:t>- The use of AI revolutionizes literary analysis with efficient and objective methods, advancing the field by providing innovative tools for text summarization, sentiment analysis, and authorship attribution.</a:t>
            </a:r>
            <a:br/>
            <a:r>
              <a:t>- Social media platforms have revolutionized the way authors and publishers promote literary works, enabling direct author-reader interaction, sharing updates, and engaging in conversations with the audience.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Social Media Promotion Strategies for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Bookstagram on Instagram has emerged as a popular platform for promoting literary works through visually appealing book photos, reviews, and community engagement.</a:t>
            </a:r>
            <a:br/>
            <a:r>
              <a:t>- Authors, publishers, and bookstores leverage Bookstagram to showcase books, engage with readers, and create buzz around new releases.</a:t>
            </a:r>
            <a:br/>
            <a:r>
              <a:t>- The visual storytelling aspect of Bookstagram makes it an effective tool for capturing readers' attention and fostering a sense of community among book lovers.</a:t>
            </a:r>
            <a:br/>
            <a:r>
              <a:t>- Bookstagram provides a unique opportunity for authors to connect with their audience, receive feedback, and build a loyal following through engaging visual content.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"Author Branding: Social Media Strategies"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Bookstagram influencers play a significant role in promoting literary works by showcasing books to their engaged followers and generating buzz within the Bookstagram community.</a:t>
            </a:r>
            <a:br/>
            <a:r>
              <a:t>- Collaborating with Bookstagram influencers can help authors reach a wider audience, increase book visibility, and drive sales through authentic recommendations and sponsored posts.</a:t>
            </a:r>
            <a:br/>
            <a:r>
              <a:t>- Bookstagram fosters a sense of community among book lovers, allowing authors to interact with readers, participate in book discussions, and create a loyal fan base.</a:t>
            </a:r>
            <a:br/>
            <a:r>
              <a:t>- Utilizing hashtags effectively on Bookstagram can increase the discoverability of book posts, attract new followers, and enhance engagement with the literary community.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Digital Libraries and Archives Preservation: Challenges and Solutions - https://www.loc.gov/preservation/digital/index.html</a:t>
            </a:r>
            <a:br/>
            <a:r>
              <a:t>[25] Top Crowdfunding Platforms for Authors - https://www.writtenwordmedia.com/crowdfunding-for-authors/</a:t>
            </a:r>
            <a:br/>
            <a:r>
              <a:t>[26] The Impact of E-books on Literature - https://www.publishersweekly.com/pw/by-topic/digital/content-and-e-books/article/76288-how-e-books-are-changing-the-face-of-the-publishing-industry.html</a:t>
            </a:r>
            <a:br/>
            <a:r>
              <a:t>[27] The Use of AI in Analyzing Literary Texts: A Comprehensive Overview - https://www.researchgate.net/publication/334344159_The_Use_of_AI_in_Analyzing_Literary_Texts_A_Comprehensive_Overview</a:t>
            </a:r>
            <a:br/>
            <a:r>
              <a:t>[28] The Role of AI in Analyzing Literary Texts - https://www.theverge.com/2019/2/25/18229714/ai-machine-learning-language-literature-creative-writing-fiction</a:t>
            </a:r>
            <a:br/>
            <a:r>
              <a:t>[29] How Social Media is Changing the Landscape of Literary Promotion - https://www.publishersweekly.com/pw/by-topic/digital/marketing/article/69832-how-social-media-is-changing-the-landscape-of-literary-promotion.html</a:t>
            </a:r>
            <a:br/>
            <a:r>
              <a:t>[30] The Influence of Bookstagram on Literary Promotion - https://www.nytimes.com/2020/01/22/books/instagram-bookstagram.html</a:t>
            </a:r>
            <a:br/>
            <a:r>
              <a:t>[31] The Benefits of Online Writing Communities and Collaborative Platforms - https://www.writersdigest.com/be-inspired/7-benefits-of-online-writing-communities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