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Unlocking the Power of Artificial Intelligence and Machine Learning in Education</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Introduction to ML &amp; AI: Foundations and Applications</a:t>
            </a:r>
          </a:p>
        </p:txBody>
      </p:sp>
      <p:sp>
        <p:nvSpPr>
          <p:cNvPr id="3" name="Content Placeholder 2"/>
          <p:cNvSpPr>
            <a:spLocks noGrp="1"/>
          </p:cNvSpPr>
          <p:nvPr>
            <p:ph idx="1"/>
          </p:nvPr>
        </p:nvSpPr>
        <p:spPr/>
        <p:txBody>
          <a:bodyPr/>
          <a:lstStyle/>
          <a:p>
            <a:pPr>
              <a:defRPr sz="1200"/>
            </a:pPr>
            <a:r>
              <a:t>- Machine learning algorithms can be broadly categorized into three main types: supervised learning, unsupervised learning, and reinforcement learning.</a:t>
            </a:r>
            <a:br/>
            <a:r>
              <a:t>- Supervised learning involves training a model on a labeled dataset, where the algorithm learns to map input data to the correct output.</a:t>
            </a:r>
            <a:br/>
            <a:r>
              <a:t>- Unsupervised learning deals with unlabelled data and aims to find hidden patterns or intrinsic structures within the data.</a:t>
            </a:r>
            <a:br/>
            <a:r>
              <a:t>- Reinforcement learning involves an agent learning how to make decisions through trial and error, receiving feedback in the form of rewards or penalties.</a:t>
            </a:r>
            <a:br/>
            <a:r>
              <a:t>- Other types of machine learning algorithms include deep learning, which involves neural networks with multiple layers, and tasks such as classification, regression, and clustering.</a:t>
            </a:r>
            <a:br/>
            <a:br/>
            <a:r>
              <a:t>Sources: [0]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"Types of Machine Learning Algorithms Overview"</a:t>
            </a:r>
          </a:p>
        </p:txBody>
      </p:sp>
      <p:sp>
        <p:nvSpPr>
          <p:cNvPr id="3" name="Content Placeholder 2"/>
          <p:cNvSpPr>
            <a:spLocks noGrp="1"/>
          </p:cNvSpPr>
          <p:nvPr>
            <p:ph idx="1"/>
          </p:nvPr>
        </p:nvSpPr>
        <p:spPr/>
        <p:txBody>
          <a:bodyPr/>
          <a:lstStyle/>
          <a:p>
            <a:pPr>
              <a:defRPr sz="1200"/>
            </a:pPr>
            <a:r>
              <a:t>- Feedforward neural networks are the most common type, where data flows in one direction from input to output layers.</a:t>
            </a:r>
            <a:br/>
            <a:r>
              <a:t>- Convolutional neural networks (CNNs) are specialized for processing grid-like data, such as images, by using convolutional layers to detect patterns.</a:t>
            </a:r>
            <a:br/>
            <a:r>
              <a:t>- Recurrent neural networks (RNNs) are designed to handle sequential data and have connections that form loops, allowing information to persist.</a:t>
            </a:r>
            <a:br/>
            <a:r>
              <a:t>- Generative adversarial networks (GANs) consist of two neural networks, a generator and a discriminator, that compete to improve the generation of realistic data.</a:t>
            </a:r>
            <a:br/>
            <a:br/>
            <a:r>
              <a:t>Sources: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Transforming Education with AI: Personalized Learning Innovations</a:t>
            </a:r>
          </a:p>
        </p:txBody>
      </p:sp>
      <p:sp>
        <p:nvSpPr>
          <p:cNvPr id="3" name="Content Placeholder 2"/>
          <p:cNvSpPr>
            <a:spLocks noGrp="1"/>
          </p:cNvSpPr>
          <p:nvPr>
            <p:ph idx="1"/>
          </p:nvPr>
        </p:nvSpPr>
        <p:spPr/>
        <p:txBody>
          <a:bodyPr/>
          <a:lstStyle/>
          <a:p>
            <a:pPr>
              <a:defRPr sz="2400"/>
            </a:pPr>
            <a:r>
              <a:t>- AI-powered recommendation systems help students discover relevant educational resources and materials based on their learning preferences.</a:t>
            </a:r>
            <a:br/>
            <a:r>
              <a:t>- Machine learning algorithms assist in adaptive testing, tailoring assessments to individual student proficiency levels to maximize learning outcomes.</a:t>
            </a:r>
            <a:br/>
            <a:br/>
            <a:r>
              <a:t>Sources: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"Types of Neural Networks Overview"</a:t>
            </a:r>
          </a:p>
        </p:txBody>
      </p:sp>
      <p:sp>
        <p:nvSpPr>
          <p:cNvPr id="3" name="Content Placeholder 2"/>
          <p:cNvSpPr>
            <a:spLocks noGrp="1"/>
          </p:cNvSpPr>
          <p:nvPr>
            <p:ph idx="1"/>
          </p:nvPr>
        </p:nvSpPr>
        <p:spPr/>
        <p:txBody>
          <a:bodyPr/>
          <a:lstStyle/>
          <a:p>
            <a:pPr>
              <a:defRPr sz="1200"/>
            </a:pPr>
            <a:r>
              <a:t>- CNNs automatically learn spatial hierarchies of features from input data through convolutional filters and pooling layers.</a:t>
            </a:r>
            <a:br/>
            <a:r>
              <a:t>- They have achieved significant success in tasks like image classification, object detection, and facial recognition.</a:t>
            </a:r>
            <a:br/>
            <a:r>
              <a:t>- CNNs consist of multiple layers of neurons that apply convolutional filters to input data.</a:t>
            </a:r>
            <a:br/>
            <a:r>
              <a:t>- The pooling layers in CNNs help reduce dimensionality in the learned features.</a:t>
            </a:r>
            <a:br/>
            <a:br/>
            <a:r>
              <a:t>Sources: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"Supervised Learning &amp; Neural Networks Overview"</a:t>
            </a:r>
          </a:p>
        </p:txBody>
      </p:sp>
      <p:sp>
        <p:nvSpPr>
          <p:cNvPr id="3" name="Content Placeholder 2"/>
          <p:cNvSpPr>
            <a:spLocks noGrp="1"/>
          </p:cNvSpPr>
          <p:nvPr>
            <p:ph idx="1"/>
          </p:nvPr>
        </p:nvSpPr>
        <p:spPr/>
        <p:txBody>
          <a:bodyPr/>
          <a:lstStyle/>
          <a:p>
            <a:pPr>
              <a:defRPr sz="1200"/>
            </a:pPr>
            <a:r>
              <a:t>- Clustering algorithms are a type of unsupervised machine learning technique that groups similar data points together.</a:t>
            </a:r>
            <a:br/>
            <a:r>
              <a:t>- Popular clustering algorithms include K-means, which partitions data into K clusters based on similarity, Hierarchical Clustering, which creates a tree of clusters, and DBSCAN, which groups together data points that are closely packed.</a:t>
            </a:r>
            <a:br/>
            <a:r>
              <a:t>- These algorithms are commonly used in data mining, pattern recognition, and image analysis.</a:t>
            </a:r>
            <a:br/>
            <a:r>
              <a:t>- Clustering algorithms are essential in identifying patterns within data without the need for labeled outcomes, making them valuable in exploratory data analysis and segmentation tasks.</a:t>
            </a:r>
            <a:br/>
            <a:br/>
            <a:r>
              <a:t>Sources: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"Classification and Regression Algorithms Overview"</a:t>
            </a:r>
          </a:p>
        </p:txBody>
      </p:sp>
      <p:sp>
        <p:nvSpPr>
          <p:cNvPr id="3" name="Content Placeholder 2"/>
          <p:cNvSpPr>
            <a:spLocks noGrp="1"/>
          </p:cNvSpPr>
          <p:nvPr>
            <p:ph idx="1"/>
          </p:nvPr>
        </p:nvSpPr>
        <p:spPr/>
        <p:txBody>
          <a:bodyPr/>
          <a:lstStyle/>
          <a:p>
            <a:pPr>
              <a:defRPr sz="1200"/>
            </a:pPr>
            <a:r>
              <a:t>- Supervised learning algorithms are trained on labeled data, where the input data is paired with the correct output to map input data to the correct output by generalizing from the labeled examples.</a:t>
            </a:r>
            <a:br/>
            <a:r>
              <a:t>- Classification algorithms predict discrete labels, while regression algorithms predict continuous values.</a:t>
            </a:r>
            <a:br/>
            <a:r>
              <a:t>- Examples of classification algorithms include logistic regression, support vector machines, and decision trees.</a:t>
            </a:r>
            <a:br/>
            <a:r>
              <a:t>- Regression algorithms include linear regression, polynomial regression, and ridge regression.</a:t>
            </a:r>
            <a:br/>
            <a:br/>
            <a:r>
              <a:t>Sources: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"Unsupervised Learning: Discovering Hidden Data Patterns"</a:t>
            </a:r>
          </a:p>
        </p:txBody>
      </p:sp>
      <p:sp>
        <p:nvSpPr>
          <p:cNvPr id="3" name="Content Placeholder 2"/>
          <p:cNvSpPr>
            <a:spLocks noGrp="1"/>
          </p:cNvSpPr>
          <p:nvPr>
            <p:ph idx="1"/>
          </p:nvPr>
        </p:nvSpPr>
        <p:spPr/>
        <p:txBody>
          <a:bodyPr/>
          <a:lstStyle/>
          <a:p>
            <a:pPr>
              <a:defRPr sz="1200"/>
            </a:pPr>
            <a:r>
              <a:t>- K-means clustering is an iterative algorithm that aims to partition n data points into K clusters based on their features.</a:t>
            </a:r>
            <a:br/>
            <a:r>
              <a:t>- The algorithm calculates the Euclidean distance between each data point and the current cluster centroids to assign the points to the nearest cluster.</a:t>
            </a:r>
            <a:br/>
            <a:r>
              <a:t>- By updating the centroids as the mean of the data points in each cluster, K-means iterates until convergence, minimizing the within-cluster variance.</a:t>
            </a:r>
            <a:br/>
            <a:r>
              <a:t>- The number of clusters, K, is specified beforehand, and the algorithm may converge to a local optimum based on the initial centroids' positions.</a:t>
            </a:r>
            <a:br/>
            <a:br/>
            <a:r>
              <a:t>Sources: [6]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"Exploring Clustering Algorithms: K-means, Hierarchical, DBSCAN"</a:t>
            </a:r>
          </a:p>
        </p:txBody>
      </p:sp>
      <p:sp>
        <p:nvSpPr>
          <p:cNvPr id="3" name="Content Placeholder 2"/>
          <p:cNvSpPr>
            <a:spLocks noGrp="1"/>
          </p:cNvSpPr>
          <p:nvPr>
            <p:ph idx="1"/>
          </p:nvPr>
        </p:nvSpPr>
        <p:spPr/>
        <p:txBody>
          <a:bodyPr/>
          <a:lstStyle/>
          <a:p>
            <a:pPr>
              <a:defRPr sz="1200"/>
            </a:pPr>
            <a:r>
              <a:t>- K-means clustering is an iterative algorithm that aims to partition n data points into K clusters based on their features.</a:t>
            </a:r>
            <a:br/>
            <a:r>
              <a:t>- The algorithm calculates the Euclidean distance between each data point and the current cluster centroids to assign the points to the nearest cluster.</a:t>
            </a:r>
            <a:br/>
            <a:r>
              <a:t>- By updating the centroids as the mean of the data points in each cluster, K-means iterates until convergence, minimizing the within-cluster variance.</a:t>
            </a:r>
            <a:br/>
            <a:r>
              <a:t>- The number of clusters, K, is specified beforehand, and the algorithm may converge to a local optimum based on the initial centroids' positions.</a:t>
            </a:r>
            <a:br/>
            <a:r>
              <a:t>- AI-powered chatbots are being used in education to provide instant help and support to students, enhancing the learning experience and engagement levels.</a:t>
            </a:r>
            <a:br/>
            <a:br/>
            <a:r>
              <a:t>Sources: [7]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[0] Types of Machine Learning Algorithms - https://builtin.com/data-science/machine-learning-algorithms</a:t>
            </a:r>
            <a:br/>
            <a:r>
              <a:t>[1] Types of Neural Networks - https://www.ibm.com/cloud/learn/neural-networks</a:t>
            </a:r>
            <a:br/>
            <a:r>
              <a:t>[2] Introduction to Regression Analysis in Machine Learning - https://www.investopedia.com/terms/r/regression.asp</a:t>
            </a:r>
            <a:br/>
            <a:r>
              <a:t>[3] Convolutional Neural Networks (CNN) - https://en.wikipedia.org/wiki/Convolutional_neural_network</a:t>
            </a:r>
            <a:br/>
            <a:r>
              <a:t>[4] Clustering Algorithms Overview - https://towardsdatascience.com/the-5-clustering-algorithms-data-scientists-need-to-know-a36d136ef68</a:t>
            </a:r>
            <a:br/>
            <a:r>
              <a:t>[5] Supervised Learning Algorithms - https://towardsdatascience.com/supervised-learning-basics-and-applications-3e5d8c10b6dd</a:t>
            </a:r>
            <a:br/>
            <a:r>
              <a:t>[6] K-means Clustering Algorithm - https://en.wikipedia.org/wiki/K-means_clustering</a:t>
            </a:r>
            <a:br/>
            <a:r>
              <a:t>[7] Applications of Artificial Intelligence in Education - https://www.forbes.com/sites/forbestechcouncil/2020/05/11/how-ai-is-transforming-education/?sh=54d0f4f23b9b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