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Exploring the Evolution of Theater: From Ancient Greece to Renaissance Europe</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The Festival of Dionysia: Origins of Greek Theater</a:t>
            </a:r>
          </a:p>
        </p:txBody>
      </p:sp>
      <p:sp>
        <p:nvSpPr>
          <p:cNvPr id="3" name="Content Placeholder 2"/>
          <p:cNvSpPr>
            <a:spLocks noGrp="1"/>
          </p:cNvSpPr>
          <p:nvPr>
            <p:ph idx="1"/>
          </p:nvPr>
        </p:nvSpPr>
        <p:spPr/>
        <p:txBody>
          <a:bodyPr/>
          <a:lstStyle/>
          <a:p>
            <a:pPr>
              <a:defRPr sz="1200"/>
            </a:pPr>
            <a:r>
              <a:t>- The Stanislavski System, developed by Konstantin Stanislavski, emphasized emotional truth and psychological realism in acting techniques.</a:t>
            </a:r>
            <a:br/>
            <a:r>
              <a:t>- Method acting, influenced by the Stanislavski System, became popularized by actors like Marlon Brando and James Dean in the 20th century.</a:t>
            </a:r>
            <a:br/>
            <a:r>
              <a:t>- Physical theater techniques focusing on the body and movement gained prominence as a form of expressive performance in the 20th century.</a:t>
            </a:r>
            <a:br/>
            <a:r>
              <a:t>- Experimental theater movements emerged during this time, challenging traditional approaches to acting and storytelling.</a:t>
            </a:r>
            <a:br/>
            <a:br/>
            <a:r>
              <a:t>Sources: [40]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Greek Tragedy Playwrights: Aeschylus, Sophocles, Euripides</a:t>
            </a:r>
          </a:p>
        </p:txBody>
      </p:sp>
      <p:sp>
        <p:nvSpPr>
          <p:cNvPr id="3" name="Content Placeholder 2"/>
          <p:cNvSpPr>
            <a:spLocks noGrp="1"/>
          </p:cNvSpPr>
          <p:nvPr>
            <p:ph idx="1"/>
          </p:nvPr>
        </p:nvSpPr>
        <p:spPr/>
        <p:txBody>
          <a:bodyPr/>
          <a:lstStyle/>
          <a:p>
            <a:pPr>
              <a:defRPr sz="1200"/>
            </a:pPr>
            <a:r>
              <a:t>- Greek theater masks were an integral part of ancient Greek theater performances, with different types like tragic, comedic, and satyr masks serving specific purposes.</a:t>
            </a:r>
            <a:br/>
            <a:r>
              <a:t>- Tragic masks were used in tragedies to portray intense emotions such as grief and despair, while comedic masks depicted exaggerated facial expressions and emotions in comedies.</a:t>
            </a:r>
            <a:br/>
            <a:r>
              <a:t>- Satyr masks were utilized in satyr plays, featuring mythical satyrs, and often had exaggerated features like large noses and open mouths.</a:t>
            </a:r>
            <a:br/>
            <a:r>
              <a:t>- The use of masks in ancient Greek theater amplified actors' voices and expressions, enhancing character portrayal and emotional depth on stage.</a:t>
            </a:r>
            <a:br/>
            <a:br/>
            <a:r>
              <a:t>Sources: [41]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Role of Chorus in Greek Theater</a:t>
            </a:r>
          </a:p>
        </p:txBody>
      </p:sp>
      <p:sp>
        <p:nvSpPr>
          <p:cNvPr id="3" name="Content Placeholder 2"/>
          <p:cNvSpPr>
            <a:spLocks noGrp="1"/>
          </p:cNvSpPr>
          <p:nvPr>
            <p:ph idx="1"/>
          </p:nvPr>
        </p:nvSpPr>
        <p:spPr/>
        <p:txBody>
          <a:bodyPr/>
          <a:lstStyle/>
          <a:p>
            <a:pPr>
              <a:defRPr sz="2400"/>
            </a:pPr>
            <a:r>
              <a:t>- The Renaissance period marked a revival of classical Greek and Roman ideals, influencing the themes, styles, and structures of plays during this era.</a:t>
            </a:r>
            <a:br/>
            <a:r>
              <a:t>- Professional theater companies like the Commedia dell'arte in Italy emerged during the Renaissance, contributing to the development of modern theater practices.</a:t>
            </a:r>
            <a:br/>
            <a:br/>
            <a:r>
              <a:t>Sources: [42]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Using Emotional Memory in Stanislavski Method</a:t>
            </a:r>
          </a:p>
        </p:txBody>
      </p:sp>
      <p:sp>
        <p:nvSpPr>
          <p:cNvPr id="3" name="Content Placeholder 2"/>
          <p:cNvSpPr>
            <a:spLocks noGrp="1"/>
          </p:cNvSpPr>
          <p:nvPr>
            <p:ph idx="1"/>
          </p:nvPr>
        </p:nvSpPr>
        <p:spPr/>
        <p:txBody>
          <a:bodyPr/>
          <a:lstStyle/>
          <a:p>
            <a:pPr>
              <a:defRPr sz="1200"/>
            </a:pPr>
            <a:r>
              <a:t>- Actors using the Stanislavski Method often draw on their own personal experiences and emotions to create a sense of truth and authenticity in their performances.</a:t>
            </a:r>
            <a:br/>
            <a:r>
              <a:t>- Emotional memory exercises in the Stanislavski Method involve recalling specific emotional experiences from the past and applying those feelings to the character's circumstances in the scene.</a:t>
            </a:r>
            <a:br/>
            <a:r>
              <a:t>- By tapping into their emotional memories, actors can access a deeper level of emotional truth and connection with their characters, leading to more compelling and believable performances.</a:t>
            </a:r>
            <a:br/>
            <a:r>
              <a:t>- The Stanislavski Method encourages actors to explore the inner life of their characters and develop a profound understanding of their psychological and emotional states to enhance character portrayal.</a:t>
            </a:r>
            <a:br/>
            <a:br/>
            <a:r>
              <a:t>Sources: [43]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Living Truthfully: Meisner Technique</a:t>
            </a:r>
          </a:p>
        </p:txBody>
      </p:sp>
      <p:sp>
        <p:nvSpPr>
          <p:cNvPr id="3" name="Content Placeholder 2"/>
          <p:cNvSpPr>
            <a:spLocks noGrp="1"/>
          </p:cNvSpPr>
          <p:nvPr>
            <p:ph idx="1"/>
          </p:nvPr>
        </p:nvSpPr>
        <p:spPr/>
        <p:txBody>
          <a:bodyPr/>
          <a:lstStyle/>
          <a:p>
            <a:pPr>
              <a:defRPr sz="1200"/>
            </a:pPr>
            <a:r>
              <a:t>- Sanford Meisner developed the Meisner Technique, focusing on living truthfully under imaginary circumstances and emphasizing emotional truth and spontaneity in performance.</a:t>
            </a:r>
            <a:br/>
            <a:r>
              <a:t>- The repetition exercise in the Meisner Technique encourages active listening and emotional responses through back-and-forth word repetition.</a:t>
            </a:r>
            <a:br/>
            <a:r>
              <a:t>- The Meisner Technique is known for its emphasis on emotional authenticity and spontaneity in acting, allowing actors to respond truthfully to stimuli in performance.</a:t>
            </a:r>
            <a:br/>
            <a:r>
              <a:t>- Actors practicing the Meisner Technique aim to be fully present in the moment, reacting truthfully to their scene partners and the given circumstances to create compelling and authentic performances.</a:t>
            </a:r>
            <a:br/>
            <a:br/>
            <a:r>
              <a:t>Sources: [44]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Greek Theater Masks: Symbolism and Function</a:t>
            </a:r>
          </a:p>
        </p:txBody>
      </p:sp>
      <p:sp>
        <p:nvSpPr>
          <p:cNvPr id="3" name="Content Placeholder 2"/>
          <p:cNvSpPr>
            <a:spLocks noGrp="1"/>
          </p:cNvSpPr>
          <p:nvPr>
            <p:ph idx="1"/>
          </p:nvPr>
        </p:nvSpPr>
        <p:spPr/>
        <p:txBody>
          <a:bodyPr/>
          <a:lstStyle/>
          <a:p>
            <a:pPr>
              <a:defRPr sz="1200"/>
            </a:pPr>
            <a:r>
              <a:t>- Greek theater masks were used to amplify the actor's voice, making it easier for the audience to hear and enhancing the overall performance experience.</a:t>
            </a:r>
            <a:br/>
            <a:r>
              <a:t>- Masks helped actors easily change facial expressions to portray different characters, allowing for seamless transitions between roles and emotions on stage.</a:t>
            </a:r>
            <a:br/>
            <a:r>
              <a:t>- The symbolic significance of Greek theater masks extended to representing gods, heroes, and mythical creatures, adding a layer of depth and authenticity to the characters portrayed in the plays.</a:t>
            </a:r>
            <a:br/>
            <a:r>
              <a:t>- In addition to facilitating character portrayal, masks in Greek theater were used to convey a wide range of emotions and characteristics, such as happiness, sadness, anger, or wisdom, enhancing the visual storytelling aspect of the performances.</a:t>
            </a:r>
            <a:br/>
            <a:br/>
            <a:r>
              <a:t>Sources: [45]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Innovations in Roman Theater Architecture</a:t>
            </a:r>
          </a:p>
        </p:txBody>
      </p:sp>
      <p:sp>
        <p:nvSpPr>
          <p:cNvPr id="3" name="Content Placeholder 2"/>
          <p:cNvSpPr>
            <a:spLocks noGrp="1"/>
          </p:cNvSpPr>
          <p:nvPr>
            <p:ph idx="1"/>
          </p:nvPr>
        </p:nvSpPr>
        <p:spPr/>
        <p:txBody>
          <a:bodyPr/>
          <a:lstStyle/>
          <a:p>
            <a:pPr>
              <a:defRPr sz="1200"/>
            </a:pPr>
            <a:r>
              <a:t>- Renaissance theaters introduced proscenium arches to frame the stage and create a sense of depth, enhancing the visual aesthetics of performances.</a:t>
            </a:r>
            <a:br/>
            <a:r>
              <a:t>- The use of perspective in set design became more prominent in Renaissance theater architecture, allowing for detailed and realistic backdrops to enhance the overall visual experience for the audience.</a:t>
            </a:r>
            <a:br/>
            <a:r>
              <a:t>- Seating arrangements in Renaissance theaters evolved with tiered seating, providing better views for audience members and improving the overall viewing experience.</a:t>
            </a:r>
            <a:br/>
            <a:r>
              <a:t>- The advancements in Renaissance theater architecture marked a significant shift towards more sophisticated and visually appealing design elements, setting the stage for modern theater spaces.</a:t>
            </a:r>
            <a:br/>
            <a:br/>
            <a:r>
              <a:t>Sources: [46]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Human-Centered Narratives in Renaissance Theater</a:t>
            </a:r>
          </a:p>
        </p:txBody>
      </p:sp>
      <p:sp>
        <p:nvSpPr>
          <p:cNvPr id="3" name="Content Placeholder 2"/>
          <p:cNvSpPr>
            <a:spLocks noGrp="1"/>
          </p:cNvSpPr>
          <p:nvPr>
            <p:ph idx="1"/>
          </p:nvPr>
        </p:nvSpPr>
        <p:spPr/>
        <p:txBody>
          <a:bodyPr/>
          <a:lstStyle/>
          <a:p>
            <a:pPr>
              <a:defRPr sz="1200"/>
            </a:pPr>
            <a:r>
              <a:t>- Ancient Greek theater originated in Athens around the 6th century BC as part of the festival of Dionysia, featuring outdoor amphitheater performances of plays by renowned playwrights like Aeschylus, Sophocles, and Euripides.</a:t>
            </a:r>
            <a:br/>
            <a:r>
              <a:t>- The Greek theater chorus played a significant role in providing commentary on the play's action and themes, often wearing masks to portray various characters and enhance the storytelling.</a:t>
            </a:r>
            <a:br/>
            <a:r>
              <a:t>- Themes in ancient Greek plays typically revolved around Greek mythology, with male actors wearing masks to embody different roles and explore complex narratives rooted in cultural and religious beliefs.</a:t>
            </a:r>
            <a:br/>
            <a:r>
              <a:t>- The use of masks and the incorporation of the chorus in Greek theater performances added layers of symbolism and theatricality, contributing to the emotional depth and immersive experience for the audience.</a:t>
            </a:r>
            <a:br/>
            <a:br/>
            <a:r>
              <a:t>Sources: [47]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[40] Development of Acting Techniques in the 20th Century - https://www.backstage.com/magazine/article/10-acting-techniques-every-actor-know-1560/</a:t>
            </a:r>
            <a:br/>
            <a:r>
              <a:t>[41] Types of Greek Theater Masks - https://www.ancient.eu/Greek_Theatre/</a:t>
            </a:r>
            <a:br/>
            <a:r>
              <a:t>[42] Impact of the Renaissance on Theater - https://www.britannica.com/art/Western-theatre/The-Renaissance</a:t>
            </a:r>
            <a:br/>
            <a:r>
              <a:t>[43] Stanislavski Method - https://en.wikipedia.org/wiki/Stanislavski%27s_system</a:t>
            </a:r>
            <a:br/>
            <a:r>
              <a:t>[44] Meisner Technique - https://www.backstage.com/magazine/article/meisner-technique-101-1202/</a:t>
            </a:r>
            <a:br/>
            <a:r>
              <a:t>[45] Functions of Greek Theater Masks - https://www.greekmythology.com/Other_Gods/Masks/masks.html</a:t>
            </a:r>
            <a:br/>
            <a:r>
              <a:t>[46] The Evolution of Theater Architecture: Renaissance Theaters - https://www.britannica.com/art/Western-theatre/The-Renaissance#ref527338</a:t>
            </a:r>
            <a:br/>
            <a:r>
              <a:t>[47] Ancient Greek Theater History - https://www.britannica.com/art/Western-theatre/Ancient-Greek-theatre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