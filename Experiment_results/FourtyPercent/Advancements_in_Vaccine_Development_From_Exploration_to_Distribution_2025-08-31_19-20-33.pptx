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/>
            </a:r>
          </a:p>
          <a:p/>
          <a:p>
            <a:r>
              <a:t>Advancements in Vaccine Development: From Exploration to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"Exploratory Stage in Vaccine Development"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Antigens are molecules that stimulate an immune response and are crucial in vaccine development</a:t>
            </a:r>
            <a:br/>
            <a:r>
              <a:t>- The exploratory stage involves extensive screening of antigens to identify the most promising candidates for further development</a:t>
            </a:r>
            <a:br/>
            <a:r>
              <a:t>- Researchers also consider various vaccine design approaches and assess their feasibility during this stage</a:t>
            </a:r>
            <a:br/>
            <a:r>
              <a:t>- Exploratory stage serves as the foundation for subsequent pre-clinical and clinical development phases</a:t>
            </a:r>
            <a:br/>
            <a:br/>
            <a:r>
              <a:t>Sources: [56]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Harnessing AI for Vaccine Candidate Identification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Bioinformatics utilizes genomic sequencing to identify potential vaccine targets</a:t>
            </a:r>
            <a:br/>
            <a:r>
              <a:t>- Protein structure prediction is a key aspect of bioinformatics in vaccine manufacturing</a:t>
            </a:r>
            <a:br/>
            <a:r>
              <a:t>- Computational tools are used to analyze biological data for efficient vaccine design and production</a:t>
            </a:r>
            <a:br/>
            <a:r>
              <a:t>- Integration of bioinformatics expedites vaccine development process and enhances immunization strategies</a:t>
            </a:r>
            <a:br/>
            <a:br/>
            <a:r>
              <a:t>Sources: [57]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Analyzing Pathogen Genetic Makeup for Vaccines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Genomics enables researchers to identify potential vaccine targets through DNA sequencing</a:t>
            </a:r>
            <a:br/>
            <a:r>
              <a:t>- Genetic makeup analysis helps in identifying specific genes that can be targeted for vaccine development</a:t>
            </a:r>
            <a:br/>
            <a:r>
              <a:t>- Understanding pathogen genomics allows for the design of more targeted and effective vaccines</a:t>
            </a:r>
            <a:br/>
            <a:r>
              <a:t>- Genomics plays a crucial role in developing personalized vaccines tailored to individual genetic variations</a:t>
            </a:r>
            <a:br/>
            <a:br/>
            <a:r>
              <a:t>Sources: [58]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Importance of Clinical Trials in Vaccine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Clinical trials help researchers assess the safety and efficacy of vaccine candidates through controlled human studies</a:t>
            </a:r>
            <a:br/>
            <a:r>
              <a:t>- By providing data on immune system interactions, optimal dosages, and potential side effects, clinical trials inform the decision-making process for vaccine development</a:t>
            </a:r>
            <a:br/>
            <a:r>
              <a:t>- Rigorous planning and execution of clinical trials are essential for supporting regulatory approval and subsequent distribution of vaccines</a:t>
            </a:r>
            <a:br/>
            <a:r>
              <a:t>- Well-designed clinical trials generate reliable evidence that is crucial for determining vaccine effectiveness and assessing its public health impact.</a:t>
            </a:r>
            <a:br/>
            <a:br/>
            <a:r>
              <a:t>Sources: [59]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Ensuring Informed Consent in Vaccine Trials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Informed consent ensures that participants have a full understanding of the risks and benefits associated with participating in vaccine trials</a:t>
            </a:r>
            <a:br/>
            <a:r>
              <a:t>- Transparency in reporting results involves sharing findings, regardless of whether they are positive or negative, to contribute to the overall body of knowledge in vaccine research</a:t>
            </a:r>
            <a:br/>
            <a:r>
              <a:t>- Equitable access to vaccines is essential to address disparities in vaccine distribution and ensure fair and just allocation of resources</a:t>
            </a:r>
            <a:br/>
            <a:r>
              <a:t>- Addressing conflicts of interest is crucial to maintain the integrity and trustworthiness of vaccine research and development efforts</a:t>
            </a:r>
            <a:br/>
            <a:br/>
            <a:r>
              <a:t>Sources: [60]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Vaccine Manufacturing &amp; Quality Control Essentials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Genomics provides insights into the genetic makeup of pathogens and host immune responses, aiding in the identification of specific antigens for targeted vaccines.</a:t>
            </a:r>
            <a:br/>
            <a:r>
              <a:t>- DNA sequencing enables the development of personalized vaccines tailored to individual genetic variations, enhancing efficacy and safety.</a:t>
            </a:r>
            <a:br/>
            <a:r>
              <a:t>- Genomics allows for the creation of more effective and targeted vaccines by identifying specific antigens that can be targeted by vaccines.</a:t>
            </a:r>
            <a:br/>
            <a:r>
              <a:t>- Personalized vaccines tailored to individual genetic variations can enhance vaccine efficacy and safety.</a:t>
            </a:r>
            <a:br/>
            <a:br/>
            <a:r>
              <a:t>Sources: [61]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Public Health Policies Impacting Vaccine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Public health policies guide the prioritization of vaccine distribution by considering factors such as risk of infection, severity of illness, and vaccine availability.</a:t>
            </a:r>
            <a:br/>
            <a:r>
              <a:t>- These policies facilitate the coordination of logistics for efficient vaccine distribution, including storage, transportation, and administration processes.</a:t>
            </a:r>
            <a:br/>
            <a:r>
              <a:t>- Evidence-based public health policies optimize vaccine distribution to ensure that vaccines reach vulnerable populations and contribute to achieving herd immunity.</a:t>
            </a:r>
            <a:br/>
            <a:br/>
            <a:r>
              <a:t>Sources: [62]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Bioinformatics in Vaccine Manufacturing &amp; Target Identification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Artificial intelligence expedites the identification of potential vaccine candidates through the analysis of large datasets of genetic and clinical information.</a:t>
            </a:r>
            <a:br/>
            <a:r>
              <a:t>- Machine learning algorithms aid in predicting vaccine efficacy by simulating and modeling the behavior of viruses and immune responses.</a:t>
            </a:r>
            <a:br/>
            <a:r>
              <a:t>- AI assists in optimizing clinical trial designs by providing insights into how vaccines can be developed more effectively to combat diseases.</a:t>
            </a:r>
            <a:br/>
            <a:r>
              <a:t>- The use of bioinformatics in vaccine manufacturing enhances efficiency and accuracy in developing safer and more effective vaccines.</a:t>
            </a:r>
            <a:br/>
            <a:br/>
            <a:r>
              <a:t>Sources: [63]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[56] Stages of Vaccine Development Process - https://www.who.int/immunization/research/vaccine_pipeline_tracker_spreadsheet/en/</a:t>
            </a:r>
            <a:br/>
            <a:r>
              <a:t>[57] Role of Bioinformatics in Vaccine Manufacturing - https://www.ncbi.nlm.nih.gov/pmc/articles/PMC2779053/</a:t>
            </a:r>
            <a:br/>
            <a:r>
              <a:t>[58] Role of Genomics in Vaccine Development - https://www.ncbi.nlm.nih.gov/pmc/articles/PMC6972993/</a:t>
            </a:r>
            <a:br/>
            <a:r>
              <a:t>[59] Vaccine Development Process Overview - https://www.who.int/immunization/research/development/en/</a:t>
            </a:r>
            <a:br/>
            <a:r>
              <a:t>[60] Ethical Considerations in Vaccine Research - https://www.ncbi.nlm.nih.gov/pmc/articles/PMC6469292/</a:t>
            </a:r>
            <a:br/>
            <a:r>
              <a:t>[61] Importance of Genomics in Vaccine Development - https://www.ncbi.nlm.nih.gov/pmc/articles/PMC6583305/</a:t>
            </a:r>
            <a:br/>
            <a:r>
              <a:t>[62] The Impact of Public Health Policies on Vaccine Distribution - https://www.ncbi.nlm.nih.gov/pmc/articles/PMC7582095/</a:t>
            </a:r>
            <a:br/>
            <a:r>
              <a:t>[63] Role of Artificial Intelligence in Vaccine Development Process - https://www.nature.com/articles/d41586-020-00740-y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