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Advancing Healthcare with Artificial Intelligence: Overcoming Challenges and Maximizing Benefits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Privacy Concerns in AI Systems</a:t>
            </a:r>
          </a:p>
        </p:txBody>
      </p:sp>
      <p:sp>
        <p:nvSpPr>
          <p:cNvPr id="3" name="Content Placeholder 2"/>
          <p:cNvSpPr>
            <a:spLocks noGrp="1"/>
          </p:cNvSpPr>
          <p:nvPr>
            <p:ph idx="1"/>
          </p:nvPr>
        </p:nvSpPr>
        <p:spPr/>
        <p:txBody>
          <a:bodyPr/>
          <a:lstStyle/>
          <a:p>
            <a:pPr>
              <a:defRPr sz="1200"/>
            </a:pPr>
            <a:r>
              <a:t>- Data security measures in AI healthcare systems include encryption, access controls, regular security audits, and employee training on cybersecurity best practices to protect patient information from unauthorized access or breaches.</a:t>
            </a:r>
            <a:br/>
            <a:r>
              <a:t>- Privacy regulations like HIPAA in the United States establish standards for safeguarding patient information in healthcare settings, ensuring compliance with data security protocols in AI-powered healthcare systems.</a:t>
            </a:r>
            <a:br/>
            <a:br/>
            <a:r>
              <a:t>Sources: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Bias in Healthcare Algorithms</a:t>
            </a:r>
          </a:p>
        </p:txBody>
      </p:sp>
      <p:sp>
        <p:nvSpPr>
          <p:cNvPr id="3" name="Content Placeholder 2"/>
          <p:cNvSpPr>
            <a:spLocks noGrp="1"/>
          </p:cNvSpPr>
          <p:nvPr>
            <p:ph idx="1"/>
          </p:nvPr>
        </p:nvSpPr>
        <p:spPr/>
        <p:txBody>
          <a:bodyPr/>
          <a:lstStyle/>
          <a:p>
            <a:pPr>
              <a:defRPr sz="1200"/>
            </a:pPr>
            <a:r>
              <a:t>- AI applications in healthcare can optimize resource allocation by analyzing data patterns, predicting patient outcomes, and identifying areas for cost-effective care interventions.</a:t>
            </a:r>
            <a:br/>
            <a:r>
              <a:t>- Predictive analytics powered by AI can help healthcare providers proactively identify high-risk patients, prevent avoidable complications, and allocate resources efficiently to improve patient care outcomes.</a:t>
            </a:r>
            <a:br/>
            <a:r>
              <a:t>- By leveraging AI for predictive analytics, healthcare organizations can achieve cost savings through reduced hospital readmissions, lower treatment costs, and improved patient satisfaction, ultimately enhancing the overall quality of care delivery.</a:t>
            </a:r>
            <a:br/>
            <a:br/>
            <a:r>
              <a:t>Sources: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Building Trust in AI-Assisted Medical Decision-Making</a:t>
            </a:r>
          </a:p>
        </p:txBody>
      </p:sp>
      <p:sp>
        <p:nvSpPr>
          <p:cNvPr id="3" name="Content Placeholder 2"/>
          <p:cNvSpPr>
            <a:spLocks noGrp="1"/>
          </p:cNvSpPr>
          <p:nvPr>
            <p:ph idx="1"/>
          </p:nvPr>
        </p:nvSpPr>
        <p:spPr/>
        <p:txBody>
          <a:bodyPr/>
          <a:lstStyle/>
          <a:p>
            <a:pPr>
              <a:defRPr sz="1200"/>
            </a:pPr>
            <a:r>
              <a:t>- Strategies to enhance patient trust in AI-assisted medical decision-making include transparency in how AI algorithms work, clear explanations of AI recommendations, data privacy and security measures, patient involvement in decision-making, and patient education on the benefits and limitations of AI technology in healthcare.</a:t>
            </a:r>
            <a:br/>
            <a:r>
              <a:t>- Challenges in building patient trust revolve around concerns regarding the accuracy and reliability of AI systems, potential loss of human touch in medical care, patient understanding of AI technology, and ethical considerations related to AI use in healthcare.</a:t>
            </a:r>
            <a:br/>
            <a:br/>
            <a:r>
              <a:t>Sources: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Diagnostic Accuracy with AI in Medical Imaging</a:t>
            </a:r>
          </a:p>
        </p:txBody>
      </p:sp>
      <p:sp>
        <p:nvSpPr>
          <p:cNvPr id="3" name="Content Placeholder 2"/>
          <p:cNvSpPr>
            <a:spLocks noGrp="1"/>
          </p:cNvSpPr>
          <p:nvPr>
            <p:ph idx="1"/>
          </p:nvPr>
        </p:nvSpPr>
        <p:spPr/>
        <p:txBody>
          <a:bodyPr/>
          <a:lstStyle/>
          <a:p>
            <a:pPr>
              <a:defRPr sz="1200"/>
            </a:pPr>
            <a:r>
              <a:t>- AI algorithms in medical imaging can help reduce diagnostic errors and improve patient outcomes by providing accurate and timely analysis of complex medical images.</a:t>
            </a:r>
            <a:br/>
            <a:r>
              <a:t>- Machine learning models in AI systems can assist healthcare professionals in detecting subtle abnormalities in medical images that may be challenging to identify with the naked eye, leading to early disease diagnosis and personalized treatment plans.</a:t>
            </a:r>
            <a:br/>
            <a:r>
              <a:t>- The integration of AI algorithms in medical imaging can enhance the efficiency of diagnostic processes, reduce turnaround times for image analysis, and optimize resource allocation in healthcare settings.</a:t>
            </a:r>
            <a:br/>
            <a:r>
              <a:t>- AI-powered medical imaging technologies have the potential to revolutionize the field by enabling personalized treatment plans based on individual patient characteristics and medical imaging data, ultimately improving patient care and outcomes.</a:t>
            </a:r>
            <a:br/>
            <a:br/>
            <a:r>
              <a:t>Sources: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Efficiency Boost: AI in Diagnosis &amp; Treatment</a:t>
            </a:r>
          </a:p>
        </p:txBody>
      </p:sp>
      <p:sp>
        <p:nvSpPr>
          <p:cNvPr id="3" name="Content Placeholder 2"/>
          <p:cNvSpPr>
            <a:spLocks noGrp="1"/>
          </p:cNvSpPr>
          <p:nvPr>
            <p:ph idx="1"/>
          </p:nvPr>
        </p:nvSpPr>
        <p:spPr/>
        <p:txBody>
          <a:bodyPr/>
          <a:lstStyle/>
          <a:p>
            <a:pPr>
              <a:defRPr sz="1200"/>
            </a:pPr>
            <a:r>
              <a:t>- AI algorithms analyze medical images to detect abnormalities, assist in early disease diagnosis, and personalize treatment plans for patients based on individual characteristics and imaging data.</a:t>
            </a:r>
            <a:br/>
            <a:r>
              <a:t>- These technologies have the potential to revolutionize healthcare by enabling faster and more accurate diagnoses, reducing human error, and improving overall patient care.</a:t>
            </a:r>
            <a:br/>
            <a:r>
              <a:t>- AI-powered medical imaging technologies enhance the efficiency of diagnostic processes, reduce turnaround times for image analysis, and optimize resource allocation in healthcare settings.</a:t>
            </a:r>
            <a:br/>
            <a:r>
              <a:t>- By providing accurate and timely analysis of complex medical images, AI algorithms can assist healthcare professionals in detecting subtle abnormalities that may be challenging to identify with the naked eye, leading to improved patient outcomes and personalized treatment plans.</a:t>
            </a:r>
            <a:br/>
            <a:br/>
            <a:r>
              <a:t>Sources: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Personalized Treatment Plans with AI in Medical Imaging</a:t>
            </a:r>
          </a:p>
        </p:txBody>
      </p:sp>
      <p:sp>
        <p:nvSpPr>
          <p:cNvPr id="3" name="Content Placeholder 2"/>
          <p:cNvSpPr>
            <a:spLocks noGrp="1"/>
          </p:cNvSpPr>
          <p:nvPr>
            <p:ph idx="1"/>
          </p:nvPr>
        </p:nvSpPr>
        <p:spPr/>
        <p:txBody>
          <a:bodyPr/>
          <a:lstStyle/>
          <a:p>
            <a:pPr>
              <a:defRPr sz="1200"/>
            </a:pPr>
            <a:r>
              <a:t>- AI algorithms can now analyze complex medical images such as MRI scans and X-rays with high precision, helping doctors detect abnormalities early on.</a:t>
            </a:r>
            <a:br/>
            <a:r>
              <a:t>- This technology has the potential to improve patient outcomes and streamline the diagnostic process by providing accurate and timely analysis of medical images.</a:t>
            </a:r>
            <a:br/>
            <a:r>
              <a:t>- AI-powered medical imaging enables healthcare professionals to detect subtle abnormalities that may be challenging to identify with the naked eye, leading to personalized treatment plans.</a:t>
            </a:r>
            <a:br/>
            <a:r>
              <a:t>- The use of AI in medical imaging has shown promising results in enhancing diagnostic accuracy, reducing human error, and improving overall patient care.</a:t>
            </a:r>
            <a:br/>
            <a:br/>
            <a:r>
              <a:t>Sources: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Efficiency: AI in Healthcare Administration</a:t>
            </a:r>
          </a:p>
        </p:txBody>
      </p:sp>
      <p:sp>
        <p:nvSpPr>
          <p:cNvPr id="3" name="Content Placeholder 2"/>
          <p:cNvSpPr>
            <a:spLocks noGrp="1"/>
          </p:cNvSpPr>
          <p:nvPr>
            <p:ph idx="1"/>
          </p:nvPr>
        </p:nvSpPr>
        <p:spPr/>
        <p:txBody>
          <a:bodyPr/>
          <a:lstStyle/>
          <a:p>
            <a:pPr>
              <a:defRPr sz="1200"/>
            </a:pPr>
            <a:r>
              <a:t>- AI technologies can automate routine administrative tasks in healthcare, such as appointment scheduling and billing, leading to significant time savings for healthcare professionals.</a:t>
            </a:r>
            <a:br/>
            <a:r>
              <a:t>- By utilizing AI applications, healthcare organizations can optimize resource allocation by analyzing data patterns and predicting future needs, resulting in improved operational efficiency and cost savings.</a:t>
            </a:r>
            <a:br/>
            <a:r>
              <a:t>- AI technologies can enhance accuracy in medical coding and claims processing, reducing errors and minimizing revenue loss for healthcare providers.</a:t>
            </a:r>
            <a:br/>
            <a:r>
              <a:t>- The predictive capabilities of AI in healthcare enable early identification of potential health issues, allowing for proactive interventions and cost-effective treatment plans.</a:t>
            </a:r>
            <a:br/>
            <a:br/>
            <a:r>
              <a:t>Sources: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"Error Reduction in Clinical Decision-Making with AI"</a:t>
            </a:r>
          </a:p>
        </p:txBody>
      </p:sp>
      <p:sp>
        <p:nvSpPr>
          <p:cNvPr id="3" name="Content Placeholder 2"/>
          <p:cNvSpPr>
            <a:spLocks noGrp="1"/>
          </p:cNvSpPr>
          <p:nvPr>
            <p:ph idx="1"/>
          </p:nvPr>
        </p:nvSpPr>
        <p:spPr/>
        <p:txBody>
          <a:bodyPr/>
          <a:lstStyle/>
          <a:p>
            <a:pPr>
              <a:defRPr sz="1200"/>
            </a:pPr>
            <a:r>
              <a:t>- AI technologies can automate routine administrative tasks in healthcare, such as appointment scheduling and billing, leading to significant time savings for healthcare professionals.</a:t>
            </a:r>
            <a:br/>
            <a:r>
              <a:t>- By utilizing AI applications, healthcare organizations can optimize resource allocation by analyzing data patterns and predicting future needs, resulting in improved operational efficiency and cost savings.</a:t>
            </a:r>
            <a:br/>
            <a:r>
              <a:t>- AI technologies can enhance accuracy in medical coding and claims processing, reducing errors and minimizing revenue loss for healthcare providers.</a:t>
            </a:r>
            <a:br/>
            <a:r>
              <a:t>- The predictive capabilities of AI in healthcare enable early identification of potential health issues, allowing for proactive interventions and cost-effective treatment plans.</a:t>
            </a:r>
            <a:br/>
            <a:r>
              <a:t>- AI-driven tools can facilitate population health management by identifying at-risk individuals and implementing preventive strategies, leading to reduced healthcare costs and improved outcomes.</a:t>
            </a:r>
            <a:br/>
            <a:br/>
            <a:r>
              <a:t>Sources: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[32] Ensuring Data Security in AI Healthcare Systems - https://www.healthit.gov/faq/what-are-some-best-practices-ensuring-data-security-ai-healthcare-systems</a:t>
            </a:r>
            <a:br/>
            <a:r>
              <a:t>[33] The Cost-Saving Potential of AI in Healthcare - https://www.healthit.gov/topic/health-it-and-health-information-exchange-basics/artificial-intelligence</a:t>
            </a:r>
            <a:br/>
            <a:r>
              <a:t>[34] Building Patient Trust in AI-Assisted Medical Decision-Making: Strategies and Challenges - https://www.ncbi.nlm.nih.gov/pmc/articles/PMC7595565/</a:t>
            </a:r>
            <a:br/>
            <a:r>
              <a:t>[35] Ethical Considerations in AI Use in Medical Technology - https://www.ncbi.nlm.nih.gov/pmc/articles/PMC6752980/</a:t>
            </a:r>
            <a:br/>
            <a:r>
              <a:t>[36] Advancements in AI for Medical Imaging - https://www.healthit.gov/topic/health-it-and-health-information-exchange-basics/advancements-ai-medical-imaging</a:t>
            </a:r>
            <a:br/>
            <a:r>
              <a:t>[37] Breakthroughs in AI-Powered Medical Imaging - https://www.healthtechmagazine.net/article/2021/09/how-ai-transforming-medical-imaging</a:t>
            </a:r>
            <a:br/>
            <a:r>
              <a:t>[38] Addressing Healthcare Disparities with AI Technology - https://www.ncbi.nlm.nih.gov/pmc/articles/PMC7322674/</a:t>
            </a:r>
            <a:br/>
            <a:r>
              <a:t>[39] The Impact of AI on Healthcare Costs - https://www.ncbi.nlm.nih.gov/pmc/articles/PMC7316646/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