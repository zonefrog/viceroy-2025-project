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Advancements in Vaccine Development: From Candidate Identification to Immune Response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Exploring Potential Vaccine Candidates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Vaccine safety assessment involves rigorous testing protocols to evaluate the safety profiles of potential vaccine candidates.</a:t>
            </a:r>
            <a:br/>
            <a:r>
              <a:t>- Adverse reaction monitoring is essential in clinical trials to identify and assess any potential side effects associated with vaccines.</a:t>
            </a:r>
            <a:br/>
            <a:r>
              <a:t>- Public health implications of vaccine safety assessments highlight the importance of maintaining public trust in vaccination programs.</a:t>
            </a:r>
            <a:br/>
            <a:r>
              <a:t>- Monitoring for potential side effects and adverse reactions in clinical trials is critical for evaluating the safety profiles of vaccine candidates.</a:t>
            </a:r>
            <a:br/>
            <a:br/>
            <a:r>
              <a:t>Sources: [55]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Laboratory and Animal Model Evaluation in Preclinical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Preclinical studies involve rigorous testing to evaluate the safety profiles of potential vaccine candidates.</a:t>
            </a:r>
            <a:br/>
            <a:r>
              <a:t>- Phase I-IV clinical trials are conducted to assess the safety and efficacy of vaccines in human subjects.</a:t>
            </a:r>
            <a:br/>
            <a:r>
              <a:t>- Vaccine safety assessment includes post-licensure surveillance to monitor for any adverse events following immunization.</a:t>
            </a:r>
            <a:br/>
            <a:r>
              <a:t>- The Vaccine Adverse Event Reporting System (VAERS) is utilized as a monitoring system to track and analyze reported adverse reactions associated with vaccines.</a:t>
            </a:r>
            <a:br/>
            <a:br/>
            <a:r>
              <a:t>Sources: [56]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Clinical Trial Phases: Safety and Efficacy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Randomized controlled trials are essential in vaccine development to minimize bias and determine the true efficacy of the vaccine candidate.</a:t>
            </a:r>
            <a:br/>
            <a:r>
              <a:t>- Placebo-controlled studies help researchers compare the vaccine's effects to a control group receiving a placebo, providing critical insights into its effectiveness.</a:t>
            </a:r>
            <a:br/>
            <a:r>
              <a:t>- Dose-ranging studies may be conducted to determine the optimal dosage of the vaccine for desired immune response without compromising safety.</a:t>
            </a:r>
            <a:br/>
            <a:r>
              <a:t>- Challenge studies involve deliberate exposure to the pathogen post-vaccination to assess the vaccine's ability to protect against infection.</a:t>
            </a:r>
            <a:br/>
            <a:br/>
            <a:r>
              <a:t>Sources: [57]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in Vaccine Candidate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can analyze genetic sequences to identify potential antigen targets for vaccine development.</a:t>
            </a:r>
            <a:br/>
            <a:r>
              <a:t>- Machine learning models can simulate the immune response to different vaccine candidates, aiding in the prediction of vaccine efficacy.</a:t>
            </a:r>
            <a:br/>
            <a:r>
              <a:t>- AI technologies help optimize clinical trials by identifying suitable patient populations, improving trial design, and monitoring participant responses.</a:t>
            </a:r>
            <a:br/>
            <a:r>
              <a:t>- Advanced data analysis techniques enable the monitoring of vaccine safety and effectiveness in real-time, enhancing post-market surveillance efforts.</a:t>
            </a:r>
            <a:br/>
            <a:br/>
            <a:r>
              <a:t>Sources: [58]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in Vaccine Efficacy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Vaccines must be stored within a specific temperature range to maintain their potency and effectiveness, typically managed through a cold chain system.</a:t>
            </a:r>
            <a:br/>
            <a:r>
              <a:t>- Temperature monitoring devices play a crucial role in ensuring that vaccines are stored and transported under optimal conditions to prevent degradation.</a:t>
            </a:r>
            <a:br/>
            <a:r>
              <a:t>- Deviations from the recommended storage temperatures can lead to reduced vaccine efficacy and potentially compromise public health efforts.</a:t>
            </a:r>
            <a:br/>
            <a:r>
              <a:t>- Proper vaccine storage and distribution practices are essential for maintaining the quality and safety of vaccines throughout the supply chain.</a:t>
            </a:r>
            <a:br/>
            <a:br/>
            <a:r>
              <a:t>Sources: [59]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Understanding Vaccine Adjuvants: Types and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Adjuvants such as aluminum salts and oil-in-water emulsions enhance the immune response to vaccine antigens by activating innate immune pathways.</a:t>
            </a:r>
            <a:br/>
            <a:r>
              <a:t>- Toll-like receptor agonists are another type of adjuvant that stimulate specific receptors to induce a robust immune response.</a:t>
            </a:r>
            <a:br/>
            <a:r>
              <a:t>- The use of adjuvants in vaccines reduces the amount of antigen required, making vaccines more cost-effective and improving their efficacy.</a:t>
            </a:r>
            <a:br/>
            <a:r>
              <a:t>- Adjuvants can enhance the duration and magnitude of the immune response, resulting in better protection against pathogens.</a:t>
            </a:r>
            <a:br/>
            <a:br/>
            <a:r>
              <a:t>Sources: [60]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"Viral Vector Technology in Vaccine Delivery"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Viral vector vaccines utilize modified viruses to deliver genetic material into cells, eliciting an immune response against specific pathogens.</a:t>
            </a:r>
            <a:br/>
            <a:r>
              <a:t>- This technology has been successfully employed in developing vaccines for diseases like COVID-19, Ebola, and influenza.</a:t>
            </a:r>
            <a:br/>
            <a:r>
              <a:t>- Engineered viral vectors can be designed to be non-replicating, ensuring safety in vaccine administration.</a:t>
            </a:r>
            <a:br/>
            <a:r>
              <a:t>- Viral vectors serve as an efficient gene delivery system, capable of inducing robust and durable immune responses for long-lasting protection.</a:t>
            </a:r>
            <a:br/>
            <a:br/>
            <a:r>
              <a:t>Sources: [61]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Monitoring Immune Responses in Vaccine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Biomarkers such as antibodies and T-cell responses are critical indicators of vaccine efficacy, providing insights into the immune system's response to vaccination.</a:t>
            </a:r>
            <a:br/>
            <a:r>
              <a:t>- ELISA (Enzyme-Linked Immunosorbent Assay) is a widely used technique for detecting and quantifying antibodies in serum samples, offering high sensitivity and specificity in measuring immune responses.</a:t>
            </a:r>
            <a:br/>
            <a:r>
              <a:t>- Flow cytometry enables the analysis of individual immune cells based on their surface markers and intracellular proteins, allowing for the characterization of immune cell populations in response to vaccination.</a:t>
            </a:r>
            <a:br/>
            <a:r>
              <a:t>- Cytokine analysis assesses the levels of immune signaling molecules produced in response to vaccination, providing information on the immune system's activation and regulation.</a:t>
            </a:r>
            <a:br/>
            <a:r>
              <a:t>- T cell proliferation assays measure the expansion of T cells in response to antigens, indicating the strength of the cellular immune response induced by vaccines.</a:t>
            </a:r>
            <a:br/>
            <a:br/>
            <a:r>
              <a:t>Sources: [62]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[55] Importance of Vaccine Safety Assessment - https://www.cdc.gov/vaccinesafety/index.html</a:t>
            </a:r>
            <a:br/>
            <a:r>
              <a:t>[56] Vaccine Safety Assessment - https://www.who.int/vaccine_safety/initiative/ensuring_vaccine_safety/en/</a:t>
            </a:r>
            <a:br/>
            <a:r>
              <a:t>[57] Clinical Trial Design in Vaccine Development - https://www.who.int/immunization/research/development/clinical_trials/en/</a:t>
            </a:r>
            <a:br/>
            <a:r>
              <a:t>[58] Role of AI in Vaccine Development - https://www.nature.com/articles/d41586-020-00947-9</a:t>
            </a:r>
            <a:br/>
            <a:r>
              <a:t>[59] Vaccine Storage and Distribution - https://www.cdc.gov/vaccines/pubs/pinkbook/downloads/appendices/appdx-full-e.pdf</a:t>
            </a:r>
            <a:br/>
            <a:r>
              <a:t>[60] Key Stages of Vaccine Development - https://www.who.int/immunization/research/development/en/</a:t>
            </a:r>
            <a:br/>
            <a:r>
              <a:t>[61] Development and Applications of Viral Vector Vaccines - https://www.who.int/immunization/research/development/vector_vaccines/en/</a:t>
            </a:r>
            <a:br/>
            <a:r>
              <a:t>[62] Methods for Immune Response Monitoring in Vaccine Development - https://www.ncbi.nlm.nih.gov/pmc/articles/PMC7176009/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