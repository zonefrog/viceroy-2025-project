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Title: Artistic Evolution in the Renaissance: A Focus on Innovation and Humanism</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Renaissance Artistic Innovation Overview</a:t>
            </a:r>
          </a:p>
        </p:txBody>
      </p:sp>
      <p:sp>
        <p:nvSpPr>
          <p:cNvPr id="3" name="Content Placeholder 2"/>
          <p:cNvSpPr>
            <a:spLocks noGrp="1"/>
          </p:cNvSpPr>
          <p:nvPr>
            <p:ph idx="1"/>
          </p:nvPr>
        </p:nvSpPr>
        <p:spPr/>
        <p:txBody>
          <a:bodyPr/>
          <a:lstStyle/>
          <a:p>
            <a:pPr>
              <a:defRPr sz="1200"/>
            </a:pPr>
            <a:r>
              <a:t>- Renaissance art is characterized by a revival of interest in classical Greek and Roman art, with a focus on creating realistic depictions of the world.</a:t>
            </a:r>
            <a:br/>
            <a:r>
              <a:t>- Artists in the Renaissance period drew inspiration from classical art, emphasizing proportion, balance, and idealized forms in their works.</a:t>
            </a:r>
            <a:br/>
            <a:r>
              <a:t>- The use of perspective, light, and shadow in Renaissance art allowed for lifelike representations with depth and dynamism.</a:t>
            </a:r>
            <a:br/>
            <a:r>
              <a:t>- Renaissance architecture featured a revival of classical forms, emphasizing symmetry, proportion, and the use of elements like domes, columns, and arches.</a:t>
            </a:r>
            <a:br/>
            <a:br/>
            <a:r>
              <a:t>Sources: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Classical Art Influence on Renaissance Artists</a:t>
            </a:r>
          </a:p>
        </p:txBody>
      </p:sp>
      <p:sp>
        <p:nvSpPr>
          <p:cNvPr id="3" name="Content Placeholder 2"/>
          <p:cNvSpPr>
            <a:spLocks noGrp="1"/>
          </p:cNvSpPr>
          <p:nvPr>
            <p:ph idx="1"/>
          </p:nvPr>
        </p:nvSpPr>
        <p:spPr/>
        <p:txBody>
          <a:bodyPr/>
          <a:lstStyle/>
          <a:p>
            <a:pPr>
              <a:defRPr sz="1200"/>
            </a:pPr>
            <a:r>
              <a:t>- Renaissance artists also drew inspiration from classical sculptures, such as the famous Laocoön and His Sons, to incorporate the dynamic poses and emotional expressions seen in Hellenistic art.</a:t>
            </a:r>
            <a:br/>
            <a:r>
              <a:t>- The influence of classical art on Renaissance artists extended beyond aesthetics, as they also studied ancient texts on art theory and anatomy to refine their techniques and achieve greater realism in their works.</a:t>
            </a:r>
            <a:br/>
            <a:r>
              <a:t>- Renaissance artists like Leonardo da Vinci and Michelangelo were known to dissect human cadavers to study anatomy firsthand, a practice inspired by the anatomical studies of ancient Greek physicians like Hippocrates and Galen.</a:t>
            </a:r>
            <a:br/>
            <a:r>
              <a:t>- The classical concept of the "Golden Ratio" was embraced by Renaissance artists as a mathematical principle of beauty, influencing the composition and proportions of their artworks to create visually harmonious and aesthetically pleasing masterpieces.</a:t>
            </a:r>
            <a:br/>
            <a:br/>
            <a:r>
              <a:t>Sources: [64]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Realism and Perspective in Renaissance Art</a:t>
            </a:r>
          </a:p>
        </p:txBody>
      </p:sp>
      <p:sp>
        <p:nvSpPr>
          <p:cNvPr id="3" name="Content Placeholder 2"/>
          <p:cNvSpPr>
            <a:spLocks noGrp="1"/>
          </p:cNvSpPr>
          <p:nvPr>
            <p:ph idx="1"/>
          </p:nvPr>
        </p:nvSpPr>
        <p:spPr/>
        <p:txBody>
          <a:bodyPr/>
          <a:lstStyle/>
          <a:p>
            <a:pPr>
              <a:defRPr sz="1200"/>
            </a:pPr>
            <a:r>
              <a:t>- Realism in Renaissance art aimed to depict the world with accuracy and detail</a:t>
            </a:r>
            <a:br/>
            <a:r>
              <a:t>- Perspective techniques created the illusion of depth and space in artworks</a:t>
            </a:r>
            <a:br/>
            <a:r>
              <a:t>- Artists used light and shadow to add realism and dimension to their paintings</a:t>
            </a:r>
            <a:br/>
            <a:r>
              <a:t>- Examples include Leonardo da Vinci's "The Last Supper" and Raphael's "School of Athens"</a:t>
            </a:r>
            <a:br/>
            <a:r>
              <a:t>- Renaissance artists drew inspiration from classical sculptures, such as the famous Laocoön and His Sons, to incorporate dynamic poses and emotional expressions seen in Hellenistic art</a:t>
            </a:r>
            <a:br/>
            <a:r>
              <a:t>- The influence of classical art on Renaissance artists extended to studying ancient texts on art theory and anatomy to refine techniques and achieve greater realism in their works.</a:t>
            </a:r>
            <a:br/>
            <a:br/>
            <a:r>
              <a:t>Sources: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Renaissance Sculpture: Artistic Innovation and Realism</a:t>
            </a:r>
          </a:p>
        </p:txBody>
      </p:sp>
      <p:sp>
        <p:nvSpPr>
          <p:cNvPr id="3" name="Content Placeholder 2"/>
          <p:cNvSpPr>
            <a:spLocks noGrp="1"/>
          </p:cNvSpPr>
          <p:nvPr>
            <p:ph idx="1"/>
          </p:nvPr>
        </p:nvSpPr>
        <p:spPr/>
        <p:txBody>
          <a:bodyPr/>
          <a:lstStyle/>
          <a:p>
            <a:pPr>
              <a:defRPr sz="1200"/>
            </a:pPr>
            <a:r>
              <a:t>- Donatello's innovative use of bronze in sculptures, such as the bronze statue of David, marked a significant shift towards a more naturalistic and expressive style in Renaissance sculpture.</a:t>
            </a:r>
            <a:br/>
            <a:r>
              <a:t>- The bronze statue of David by Donatello is recognized as the first free-standing nude sculpture since antiquity, showcasing his mastery of form and detail in capturing human anatomy.</a:t>
            </a:r>
            <a:br/>
            <a:r>
              <a:t>- Donatello's work in Renaissance sculpture emphasized a departure from the static and conventional poses of the medieval period, embracing dynamic and emotionally expressive compositions.</a:t>
            </a:r>
            <a:br/>
            <a:r>
              <a:t>- The lifelike quality and emotional depth in Donatello's sculptures reflected a new artistic approach that prioritized realism and individual expression, setting the stage for future Renaissance sculptors to explore human form and emotion in their works.</a:t>
            </a:r>
            <a:br/>
            <a:br/>
            <a:r>
              <a:t>Sources: [66]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Contrapposto: Dynamic Pose in Renaissance Sculpture</a:t>
            </a:r>
          </a:p>
        </p:txBody>
      </p:sp>
      <p:sp>
        <p:nvSpPr>
          <p:cNvPr id="3" name="Content Placeholder 2"/>
          <p:cNvSpPr>
            <a:spLocks noGrp="1"/>
          </p:cNvSpPr>
          <p:nvPr>
            <p:ph idx="1"/>
          </p:nvPr>
        </p:nvSpPr>
        <p:spPr/>
        <p:txBody>
          <a:bodyPr/>
          <a:lstStyle/>
          <a:p>
            <a:pPr>
              <a:defRPr sz="1200"/>
            </a:pPr>
            <a:r>
              <a:t>- Contrapposto was a technique that originated in ancient Greek sculpture and was further developed and popularized during the Renaissance period by artists like Donatello and Michelangelo.</a:t>
            </a:r>
            <a:br/>
            <a:r>
              <a:t>- The use of contrapposto allowed Renaissance sculptors to convey a sense of movement, balance, and naturalism in their artworks, emphasizing the realistic depiction of the human form.</a:t>
            </a:r>
            <a:br/>
            <a:r>
              <a:t>- Contrapposto enabled sculptors to create dynamic poses that reflected the complexities of human anatomy and emotion, setting a new standard for sculptural expression in the Renaissance.</a:t>
            </a:r>
            <a:br/>
            <a:r>
              <a:t>- Examples of contrapposto can be observed in Donatello's bronze statue of David and Michelangelo's Pietà, showcasing the mastery of this technique in capturing the lifelike qualities and emotional depth of the figures depicted.</a:t>
            </a:r>
            <a:br/>
            <a:br/>
            <a:r>
              <a:t>Sources: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Renaissance Sculptors: Donatello, Michelangelo, Leonardo da Vinci</a:t>
            </a:r>
          </a:p>
        </p:txBody>
      </p:sp>
      <p:sp>
        <p:nvSpPr>
          <p:cNvPr id="3" name="Content Placeholder 2"/>
          <p:cNvSpPr>
            <a:spLocks noGrp="1"/>
          </p:cNvSpPr>
          <p:nvPr>
            <p:ph idx="1"/>
          </p:nvPr>
        </p:nvSpPr>
        <p:spPr/>
        <p:txBody>
          <a:bodyPr/>
          <a:lstStyle/>
          <a:p>
            <a:pPr>
              <a:defRPr sz="1200"/>
            </a:pPr>
            <a:r>
              <a:t>- Michelangelo Buonarroti was known for his mastery of sculpting, painting, and architecture during the Renaissance period, with iconic works like the statue of David and the Pietà showcasing his talent and innovation in portraying lifelike figures.</a:t>
            </a:r>
            <a:br/>
            <a:r>
              <a:t>- The ceiling of the Sistine Chapel in Rome, painted by Michelangelo, is considered one of the greatest masterpieces of Western art, featuring intricate frescoes that demonstrate his exceptional skill and creativity in depicting biblical narratives.</a:t>
            </a:r>
            <a:br/>
            <a:r>
              <a:t>- Michelangelo's sculptures, such as the Pietà, exemplify his ability to convey emotional depth and realism in his figures, setting a new standard for Renaissance sculpture and influencing generations of artists to come.</a:t>
            </a:r>
            <a:br/>
            <a:br/>
            <a:r>
              <a:t>Sources: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Renaissance Figures: Artists and Scientists</a:t>
            </a:r>
          </a:p>
        </p:txBody>
      </p:sp>
      <p:sp>
        <p:nvSpPr>
          <p:cNvPr id="3" name="Content Placeholder 2"/>
          <p:cNvSpPr>
            <a:spLocks noGrp="1"/>
          </p:cNvSpPr>
          <p:nvPr>
            <p:ph idx="1"/>
          </p:nvPr>
        </p:nvSpPr>
        <p:spPr/>
        <p:txBody>
          <a:bodyPr/>
          <a:lstStyle/>
          <a:p>
            <a:pPr>
              <a:defRPr sz="1200"/>
            </a:pPr>
            <a:r>
              <a:t>- Leonardo da Vinci's scientific contributions included studies in anatomy, engineering, and astronomy, with detailed anatomical drawings like the Vitruvian Man showcasing his interdisciplinary approach to art and science.</a:t>
            </a:r>
            <a:br/>
            <a:r>
              <a:t>- Raphael's artistic legacy extended beyond his renowned paintings, with his architectural designs influencing the development of Renaissance architecture and urban planning in Italy.</a:t>
            </a:r>
            <a:br/>
            <a:r>
              <a:t>- Galileo Galilei's advancements in astronomy, such as his observations of the moons of Jupiter and the phases of Venus, challenged traditional beliefs and laid the foundation for modern astronomical understanding.</a:t>
            </a:r>
            <a:br/>
            <a:r>
              <a:t>- Nicolaus Copernicus revolutionized the field of astronomy with his heliocentric model of the solar system, shifting the focus from Earth as the center to the Sun, and paving the way for future scientific discoveries.</a:t>
            </a:r>
            <a:br/>
            <a:br/>
            <a:r>
              <a:t>Sources: [69]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Humanism in Renaissance Artistry</a:t>
            </a:r>
          </a:p>
        </p:txBody>
      </p:sp>
      <p:sp>
        <p:nvSpPr>
          <p:cNvPr id="3" name="Content Placeholder 2"/>
          <p:cNvSpPr>
            <a:spLocks noGrp="1"/>
          </p:cNvSpPr>
          <p:nvPr>
            <p:ph idx="1"/>
          </p:nvPr>
        </p:nvSpPr>
        <p:spPr/>
        <p:txBody>
          <a:bodyPr/>
          <a:lstStyle/>
          <a:p>
            <a:pPr>
              <a:defRPr sz="1200"/>
            </a:pPr>
            <a:r>
              <a:t>- Humanism in Renaissance art encouraged artists to explore human values, individualism, and human potential in their works, reflecting a shift towards human-centered themes.</a:t>
            </a:r>
            <a:br/>
            <a:r>
              <a:t>- Artists in the Renaissance period drew inspiration from classical Greek and Roman art to portray the human figure realistically, emphasizing the beauty and complexity of human anatomy.</a:t>
            </a:r>
            <a:br/>
            <a:r>
              <a:t>- The emphasis on human emotion, intellect, and beauty in Renaissance artistry was a direct result of the influence of humanist ideals, leading to a new artistic approach that celebrated the uniqueness of the individual.</a:t>
            </a:r>
            <a:br/>
            <a:r>
              <a:t>- Techniques like perspective and naturalism were developed by Renaissance artists to accurately represent the human form and reflect the humanist principles of the era.</a:t>
            </a:r>
            <a:br/>
            <a:br/>
            <a:r>
              <a:t>Sources: [70]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[63] Art and Architecture of the Renaissance - https://www.britannica.com/art/Western-painting/The-Renaissance</a:t>
            </a:r>
            <a:br/>
            <a:r>
              <a:t>[64] Women Artists of the Renaissance - https://www.artsy.net/article/artsy-editorial-women-artists-renaissance</a:t>
            </a:r>
            <a:br/>
            <a:r>
              <a:t>[65] Leonardo da Vinci - https://www.biography.com/artist/leonardo-da-vinci</a:t>
            </a:r>
            <a:br/>
            <a:r>
              <a:t>[66] Donatello: Pioneer of Renaissance Sculpture - https://www.metmuseum.org/toah/hd/dona/hd_dona.htm</a:t>
            </a:r>
            <a:br/>
            <a:r>
              <a:t>[67] Renaissance Sculpture - https://www.metmuseum.org/toah/hd/renm/hd_renm.htm</a:t>
            </a:r>
            <a:br/>
            <a:r>
              <a:t>[68] Michelangelo: The Renaissance Sculptor - https://www.britannica.com/biography/Michelangelo</a:t>
            </a:r>
            <a:br/>
            <a:r>
              <a:t>[69] Patronage of the Arts during the Renaissance Period - https://www.metmuseum.org/toah/hd/parm/hd_parm.htm</a:t>
            </a:r>
            <a:br/>
            <a:r>
              <a:t>[70] Impact of Humanism on Art - https://www.britannica.com/art/Western-painting/The-Renaissance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