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Immigration Policies, Cultural Integration, and Preservation: A Comprehensive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Types of Immigration Policies: Points vs Family Reunification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Points-based systems are commonly used by countries like Canada and Australia to attract skilled immigrants based on criteria such as age, language proficiency, education, work experience, and adaptability.</a:t>
            </a:r>
            <a:br/>
            <a:r>
              <a:t>- Family reunification policies prioritize allowing immigrants to sponsor family members for immigration, promoting family unity and support for immigrant families.</a:t>
            </a:r>
            <a:br/>
            <a:r>
              <a:t>- Research shows that countries with inclusive immigration policies that balance points-based systems and family reunification tend to experience positive economic growth through the contribution of skilled workers and the support of immigrant families.</a:t>
            </a:r>
            <a:br/>
            <a:r>
              <a:t>- Effective immigration policies that consider both skilled immigration and family reunification can create a diverse and dynamic workforce while fostering social cohesion and support networks within immigrant communities.</a:t>
            </a:r>
            <a:br/>
            <a:br/>
            <a:r>
              <a:t>Sources: [71]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Maximizing Economic Growth Through Immigration Policies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Skilled immigrants attracted by favorable immigration policies can contribute to innovation, entrepreneurship, and job market growth, boosting a country's economic development.</a:t>
            </a:r>
            <a:br/>
            <a:r>
              <a:t>- Restrictive immigration policies that limit the influx of talent and skilled workers can impede economic growth by creating labor shortages and hindering innovation.</a:t>
            </a:r>
            <a:br/>
            <a:r>
              <a:t>- Balancing immigration policies to include both skilled immigration and family reunification can foster a diverse workforce and supportive immigrant communities, leading to positive economic outcomes.</a:t>
            </a:r>
            <a:br/>
            <a:r>
              <a:t>- Research emphasizes the importance of governments carefully considering the economic implications of their immigration policies to maximize the benefits of attracting skilled workers and entrepreneurs.</a:t>
            </a:r>
            <a:br/>
            <a:br/>
            <a:r>
              <a:t>Sources: [72]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Challenges of Immigrant Cultural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Immigrants often face challenges in cultural integration due to differences in language, customs, and social norms.</a:t>
            </a:r>
            <a:br/>
            <a:r>
              <a:t>- These differences can lead to feelings of isolation, discrimination, and difficulty in adapting to a new environment.</a:t>
            </a:r>
            <a:br/>
            <a:r>
              <a:t>- Assimilating into a new culture while preserving one's own can be a complex process that requires time, effort, and support.</a:t>
            </a:r>
            <a:br/>
            <a:r>
              <a:t>- Research emphasizes the importance of understanding and addressing the unique challenges immigrants face in cultural integration to promote inclusivity and social cohesion.</a:t>
            </a:r>
            <a:br/>
            <a:br/>
            <a:r>
              <a:t>Sources: [73]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"Cultural Assimilation vs. Preservation: Understanding the Process"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assimilation can lead to the loss of original cultural identity, as immigrants adopt the norms and values of the host country.</a:t>
            </a:r>
            <a:br/>
            <a:r>
              <a:t>- Research indicates that cultural preservation is crucial in maintaining and celebrating one's own cultural heritage while integrating into a new society.</a:t>
            </a:r>
            <a:br/>
            <a:r>
              <a:t>- Balancing cultural assimilation and preservation is essential for promoting diversity and social cohesion within diverse communities.</a:t>
            </a:r>
            <a:br/>
            <a:r>
              <a:t>- Understanding the process of cultural assimilation and preservation can help immigrants navigate the complexities of integrating into a new cultural environment effectively.</a:t>
            </a:r>
            <a:br/>
            <a:br/>
            <a:r>
              <a:t>Sources: [74]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Benefits of Cultural Preservation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preservation promotes diversity by allowing individuals to maintain and celebrate their unique cultural heritage.</a:t>
            </a:r>
            <a:br/>
            <a:r>
              <a:t>- Research suggests that cultural preservation can foster a sense of pride and belonging among immigrants in their new society.</a:t>
            </a:r>
            <a:br/>
            <a:r>
              <a:t>- Balancing cultural assimilation and preservation is crucial for creating inclusive communities that value and respect diverse cultural backgrounds.</a:t>
            </a:r>
            <a:br/>
            <a:br/>
            <a:r>
              <a:t>Sources: [75]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Government Support for Cultural Preservation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Cultural preservation can help immigrants maintain a sense of identity and connection to their roots, fostering a sense of belonging in their new society.</a:t>
            </a:r>
            <a:br/>
            <a:r>
              <a:t>- Studies show that cultural preservation initiatives can contribute to social cohesion by promoting mutual understanding and respect among diverse cultural groups.</a:t>
            </a:r>
            <a:br/>
            <a:r>
              <a:t>- Striking a balance between cultural assimilation and preservation is essential for creating inclusive communities that value and celebrate cultural diversity.</a:t>
            </a:r>
            <a:br/>
            <a:r>
              <a:t>- Cultural preservation efforts can empower immigrants to share their traditions and customs with the broader society, enriching the cultural tapestry of the host country.</a:t>
            </a:r>
            <a:br/>
            <a:br/>
            <a:r>
              <a:t>Sources: [76]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Government Role in Cultural Preservation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The National Endowment for the Arts and the National Endowment for the Humanities are federal agencies that provide funding for cultural preservation projects.</a:t>
            </a:r>
            <a:br/>
            <a:r>
              <a:t>- State and local governments may offer support through grants and partnerships with cultural organizations.</a:t>
            </a:r>
            <a:br/>
            <a:r>
              <a:t>- Government support for cultural preservation can include funding for cultural institutions, museums, heritage sites, and festivals.</a:t>
            </a:r>
            <a:br/>
            <a:r>
              <a:t>- Policies may aim to safeguard traditional practices, languages, and customs by providing financial, legislative, and promotional assistance.</a:t>
            </a:r>
            <a:br/>
            <a:br/>
            <a:r>
              <a:t>Sources: [77]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"Integration Strategies for Refugees: Language, Culture, Support"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Language classes are crucial for effective communication in daily activities and accessing services </a:t>
            </a:r>
            <a:br/>
            <a:r>
              <a:t>- Cultural orientation programs help refugees familiarize with the host country's customs and norms </a:t>
            </a:r>
            <a:br/>
            <a:r>
              <a:t>- Social support initiatives promote inclusion and community engagement for successful integration </a:t>
            </a:r>
            <a:br/>
            <a:r>
              <a:t>- Providing mental health support, job training, and access to social services for refugees in host societies </a:t>
            </a:r>
            <a:br/>
            <a:r>
              <a:t>- Facilitating access to education and job training opportunities for refugees</a:t>
            </a:r>
            <a:br/>
            <a:br/>
            <a:r>
              <a:t>Sources: [78]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[71] Impact of Immigration Policies on Economic Growth - https://www.migrationpolicy.org/article/immigration-economic-growth</a:t>
            </a:r>
            <a:br/>
            <a:r>
              <a:t>[72] The Economic Impact of Immigration Policies - https://www.brookings.edu/research/immigration-and-american-jobs/</a:t>
            </a:r>
            <a:br/>
            <a:r>
              <a:t>[73] Challenges Faced by Immigrants in Cultural Integration - https://www.migrationpolicy.org/article/immigrant-cultural-integration-and-the-role-of-cities</a:t>
            </a:r>
            <a:br/>
            <a:r>
              <a:t>[74] Immigration Policies in Different Countries - https://www.migrationpolicy.org/programs/migration-information-source</a:t>
            </a:r>
            <a:br/>
            <a:r>
              <a:t>[75] Cultural Assimilation vs Cultural Preservation - https://www.migrationpolicy.org/article/assimilation-and-cultural-preservation</a:t>
            </a:r>
            <a:br/>
            <a:r>
              <a:t>[76] Cultural Assimilation vs Cultural Preservation: The Debate - https://www.migrationpolicy.org/article/assimilation-and-cultural-preservation</a:t>
            </a:r>
            <a:br/>
            <a:r>
              <a:t>[77] Government Support for Cultural Preservation Initiatives in the United States - https://www.arts.gov/</a:t>
            </a:r>
            <a:br/>
            <a:r>
              <a:t>[78] Strategies for Successful Integration of Refugees into Host Societies - https://www.unhcr.org/en-us/news/stories/2019/9/5d6c9c594/five-key-strategies-successful-refugee-integration.html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