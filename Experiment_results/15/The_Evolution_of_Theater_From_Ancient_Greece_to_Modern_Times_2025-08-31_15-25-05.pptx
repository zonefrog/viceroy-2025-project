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Evolution of Theater: From Ancient Greece to Modern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Dionysia Festival: Influence on Greek Theater"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Dionysia festival in Athens was a significant cultural event honoring the god Dionysus</a:t>
            </a:r>
            <a:br/>
            <a:r>
              <a:t>- Performances of plays during the festival were a tribute to Dionysus and aimed to entertain the audience</a:t>
            </a:r>
            <a:br/>
            <a:r>
              <a:t>- Greek theater development was influenced by the religious and cultural practices observed during the Dionysia festival</a:t>
            </a:r>
            <a:br/>
            <a:r>
              <a:t>- Understanding the origins of Greek theater provides insights into how artistic expression was shaped by religious and cultural traditions</a:t>
            </a:r>
            <a:br/>
            <a:r>
              <a:t>- Theater festivals serve as platforms for artists to share their creativity, promote cultural exchange, and preserve heritage through storytelling.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"Contrasting Genres: Tragedy vs. Comedy in Greek Theater"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Tragedy and comedy were the two main genres in Ancient Greek theater</a:t>
            </a:r>
            <a:br/>
            <a:r>
              <a:t>- Tragedies focused on serious themes like fate, suffering, and moral dilemmas</a:t>
            </a:r>
            <a:br/>
            <a:r>
              <a:t>- Comedies were light-hearted and satirical, often mocking societal norms and stereotypes</a:t>
            </a:r>
            <a:br/>
            <a:r>
              <a:t>- Famous playwrights like Aeschylus and Sophocles wrote tragedies, while Aristophanes was known for his comedies</a:t>
            </a:r>
            <a:br/>
            <a:r>
              <a:t>- Stanislavski's Method Acting emphasizes emotional truth, psychological realism, and character development through internal motivations.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Prominent Ancient Greek Playwrights: Aeschylus, Sophocles, Euripides, Aristophanes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Ancient Greek theater originated in Athens in the 6th century BC as part of the Dionysia festival, where plays were performed in honor of the god Dionysus.</a:t>
            </a:r>
            <a:br/>
            <a:r>
              <a:t>- The two main genres of Greek theater were tragedy and comedy, with famous playwrights like Aeschylus, Sophocles, Euripides, and Aristophanes.</a:t>
            </a:r>
            <a:br/>
            <a:r>
              <a:t>- The theaters were outdoor, open-air structures with tiered seating for spectators, and actors wore masks to portray different characters.</a:t>
            </a:r>
            <a:br/>
            <a:r>
              <a:t>- Plays performed during the Dionysia festival often depicted stories from Greek mythology and explored moral and ethical dilemmas faced by characters.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Significance of Masks in Greek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The protagonist's mask in ancient Greek theater was the main character's mask, often featuring exaggerated expressions to convey emotions to the audience.</a:t>
            </a:r>
            <a:br/>
            <a:r>
              <a:t>- The deuteragonist's mask was used for the secondary character in plays, while the tritagonist's mask was designated for the third character in importance.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Ancient Greek Theater Masks: Protagonist, Deuteragonist, Tritagonist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Tragic masks were used in tragedies to portray sorrowful characters like kings, heroes, or gods.</a:t>
            </a:r>
            <a:br/>
            <a:r>
              <a:t>- Comedic masks were used in comedies to represent humorous characters such as slaves, old men, or fools.</a:t>
            </a:r>
            <a:br/>
            <a:r>
              <a:t>- Satyr masks were used in satyr plays to depict half-human, half-animal creatures.</a:t>
            </a:r>
            <a:br/>
            <a:r>
              <a:t>- Masks in ancient Greek theater were made of materials like linen, cork, or wood, often exaggerated in size and expression for visibility in large open-air theaters.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Theater Architecture: Greek to Modern Theaters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Ancient Greek amphitheaters were designed to enhance acoustics and provide optimal viewing angles for spectators, with tiered seating arrangements ensuring clear visibility of the stage.</a:t>
            </a:r>
            <a:br/>
            <a:r>
              <a:t>- Roman amphitheaters like the Colosseum featured elaborate architectural elements such as intricate facades, underground passages, and retractable awnings for shade and protection from the elements.</a:t>
            </a:r>
            <a:br/>
            <a:r>
              <a:t>- The transition to modern indoor theaters introduced innovative stage technologies like trap doors, fly systems, and motorized platforms, allowing for seamless scene changes and special effects.</a:t>
            </a:r>
            <a:br/>
            <a:r>
              <a:t>- Contemporary theater architecture emphasizes audience comfort and accessibility, with ergonomic seating, state-of-the-art sound systems, and dynamic lighting options to enhance the overall theatrical experience.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Roman Amphitheaters &amp; Colosseum's Impact on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Roman amphitheaters were designed with sophisticated engineering techniques to accommodate large crowds and various types of performances, showcasing the ingenuity of Roman architectural design.</a:t>
            </a:r>
            <a:br/>
            <a:r>
              <a:t>- The Colosseum's underground network of tunnels and chambers allowed for the efficient movement of animals, gladiators, and stage props, enhancing the spectacle of theatrical productions.</a:t>
            </a:r>
            <a:br/>
            <a:r>
              <a:t>- The Colosseum's innovative use of a retractable awning system, known as the velarium, provided shade and protection from the sun or rain, ensuring the comfort of spectators during events.</a:t>
            </a:r>
            <a:br/>
            <a:r>
              <a:t>- The Colosseum's central arena, known as the arena floor, was equipped with trapdoors and elevators for dramatic entrances and exits, adding dynamic elements to performances and gladiatorial contests.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Spiritual Influence on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use of religious symbols and iconography in theater productions served to connect audiences with spiritual themes and beliefs, fostering a sense of reverence and contemplation during performances.</a:t>
            </a:r>
            <a:br/>
            <a:r>
              <a:t>- Religious rituals, such as the offering of prayers or sacrifices before theatrical events, were common practices that underscored the sacred nature of theater as a form of spiritual expression and communication with higher powers.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Cultural Significance of Theater Festivals - https://www.thespisfest.gr/en/blog/the-importance-of-theater-festivals/</a:t>
            </a:r>
            <a:br/>
            <a:r>
              <a:t>[41] Stanislavski's Method Acting - https://www.masterclass.com/articles/what-is-method-acting#what-is-the-stanislavski-method</a:t>
            </a:r>
            <a:br/>
            <a:r>
              <a:t>[42] Ancient Greek Theater - https://www.history.com/topics/ancient-history/greek-theater</a:t>
            </a:r>
            <a:br/>
            <a:r>
              <a:t>[43] Types of Ancient Greek Theater Masks - https://www.ancient.eu/Greek_Theatre/</a:t>
            </a:r>
            <a:br/>
            <a:r>
              <a:t>[44] Types of Ancient Greek Theater Masks - https://www.ancient.eu/Greek_Theatre/</a:t>
            </a:r>
            <a:br/>
            <a:r>
              <a:t>[45] Evolution of Theater Architecture - https://www.archdaily.com/780201/the-evolution-of-theater-architecture-from-ancient-greek-to-modern-day</a:t>
            </a:r>
            <a:br/>
            <a:r>
              <a:t>[46] Influence of Religion on Theater - https://www.britannica.com/art/theatre/The-influence-of-philosophy-and-religion</a:t>
            </a:r>
            <a:br/>
            <a:r>
              <a:t>[47] History of Theater - https://en.wikipedia.org/wiki/Theatre#History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