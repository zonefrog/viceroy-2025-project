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Utilizing Artificial Intelligence in Public Health Crisis Management: Data Analysis, Predictive Modeling, and Ethical Considerations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Artificial Intelligence in Crisis Management Overview</a:t>
            </a:r>
          </a:p>
        </p:txBody>
      </p:sp>
      <p:sp>
        <p:nvSpPr>
          <p:cNvPr id="3" name="Content Placeholder 2"/>
          <p:cNvSpPr>
            <a:spLocks noGrp="1"/>
          </p:cNvSpPr>
          <p:nvPr>
            <p:ph idx="1"/>
          </p:nvPr>
        </p:nvSpPr>
        <p:spPr/>
        <p:txBody>
          <a:bodyPr/>
          <a:lstStyle/>
          <a:p>
            <a:pPr>
              <a:defRPr sz="1200"/>
            </a:pPr>
            <a:r>
              <a:t>- AI in disease surveillance systems utilizes advanced algorithms and machine learning techniques for real-time data analysis</a:t>
            </a:r>
            <a:br/>
            <a:r>
              <a:t>- Early detection of potential outbreaks, monitoring disease spread, and predicting future trends are key functions of AI in public health crisis management</a:t>
            </a:r>
            <a:br/>
            <a:r>
              <a:t>- AI aids in making informed decisions quickly for more effective crisis management strategies</a:t>
            </a:r>
            <a:br/>
            <a:r>
              <a:t>- Integration of AI enhances the ability of public health officials to respond promptly to emerging health threats</a:t>
            </a:r>
            <a:br/>
            <a:br/>
            <a:r>
              <a:t>Sources: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Data Analysis for Public Health Crises</a:t>
            </a:r>
          </a:p>
        </p:txBody>
      </p:sp>
      <p:sp>
        <p:nvSpPr>
          <p:cNvPr id="3" name="Content Placeholder 2"/>
          <p:cNvSpPr>
            <a:spLocks noGrp="1"/>
          </p:cNvSpPr>
          <p:nvPr>
            <p:ph idx="1"/>
          </p:nvPr>
        </p:nvSpPr>
        <p:spPr/>
        <p:txBody>
          <a:bodyPr/>
          <a:lstStyle/>
          <a:p>
            <a:pPr>
              <a:defRPr sz="1200"/>
            </a:pPr>
            <a:r>
              <a:t>- AI plays a crucial role in disease surveillance systems by analyzing large volumes of data to detect patterns and trends that may indicate the emergence of a disease outbreak</a:t>
            </a:r>
            <a:br/>
            <a:r>
              <a:t>- Machine learning algorithms can help in early detection, prediction, and monitoring of infectious diseases</a:t>
            </a:r>
            <a:br/>
            <a:r>
              <a:t>- Integrating AI into surveillance systems enables public health officials to make more informed decisions and respond quickly to potential health threats</a:t>
            </a:r>
            <a:br/>
            <a:r>
              <a:t>- AI in public health crisis management enhances the ability to respond promptly to emerging health threats</a:t>
            </a:r>
            <a:br/>
            <a:br/>
            <a:r>
              <a:t>Sources: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Predictive Modeling in Public Health Crisis Management</a:t>
            </a:r>
          </a:p>
        </p:txBody>
      </p:sp>
      <p:sp>
        <p:nvSpPr>
          <p:cNvPr id="3" name="Content Placeholder 2"/>
          <p:cNvSpPr>
            <a:spLocks noGrp="1"/>
          </p:cNvSpPr>
          <p:nvPr>
            <p:ph idx="1"/>
          </p:nvPr>
        </p:nvSpPr>
        <p:spPr/>
        <p:txBody>
          <a:bodyPr/>
          <a:lstStyle/>
          <a:p>
            <a:pPr>
              <a:defRPr sz="1200"/>
            </a:pPr>
            <a:r>
              <a:t>- AI predictive modeling in public health crisis management involves analyzing large datasets in real-time to detect patterns and trends indicating potential disease outbreaks</a:t>
            </a:r>
            <a:br/>
            <a:r>
              <a:t>- Utilizing machine learning algorithms allows for early detection, prediction, and monitoring of infectious diseases in public health crisis scenarios</a:t>
            </a:r>
            <a:br/>
            <a:r>
              <a:t>- Integration of AI into surveillance systems enables quicker and more informed decision-making by public health officials in response to emerging health threats</a:t>
            </a:r>
            <a:br/>
            <a:r>
              <a:t>- AI predictive modeling enhances the ability to respond promptly to health crises by providing real-time insights and predictions for optimizing treatment strategies and resource allocation</a:t>
            </a:r>
            <a:br/>
            <a:br/>
            <a:r>
              <a:t>Sources: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AI in Public Health Crisis Management</a:t>
            </a:r>
          </a:p>
        </p:txBody>
      </p:sp>
      <p:sp>
        <p:nvSpPr>
          <p:cNvPr id="3" name="Content Placeholder 2"/>
          <p:cNvSpPr>
            <a:spLocks noGrp="1"/>
          </p:cNvSpPr>
          <p:nvPr>
            <p:ph idx="1"/>
          </p:nvPr>
        </p:nvSpPr>
        <p:spPr/>
        <p:txBody>
          <a:bodyPr/>
          <a:lstStyle/>
          <a:p>
            <a:pPr>
              <a:defRPr sz="1200"/>
            </a:pPr>
            <a:r>
              <a:t>- Ethical considerations in AI usage for crisis management include data privacy, bias in algorithms, and accountability issues</a:t>
            </a:r>
            <a:br/>
            <a:r>
              <a:t>- Data privacy: Ensuring protection of personal health data used by AI systems</a:t>
            </a:r>
            <a:br/>
            <a:r>
              <a:t>- Bias in algorithms: Addressing potential discrimination or unfair treatment of certain populations</a:t>
            </a:r>
            <a:br/>
            <a:r>
              <a:t>- Accountability issues: Establishing responsibility for decisions made by AI systems and ensuring transparency in decision-making</a:t>
            </a:r>
            <a:br/>
            <a:r>
              <a:t>- Ethical AI in public health crisis management involves analyzing large datasets to identify patterns and trends, predicting disease outbreaks, optimizing treatment strategies, and ensuring effective communication between healthcare professionals and the public.</a:t>
            </a:r>
            <a:br/>
            <a:br/>
            <a:r>
              <a:t>Sources: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Case Study: AI in Public Health Crisis Scenario</a:t>
            </a:r>
          </a:p>
        </p:txBody>
      </p:sp>
      <p:sp>
        <p:nvSpPr>
          <p:cNvPr id="3" name="Content Placeholder 2"/>
          <p:cNvSpPr>
            <a:spLocks noGrp="1"/>
          </p:cNvSpPr>
          <p:nvPr>
            <p:ph idx="1"/>
          </p:nvPr>
        </p:nvSpPr>
        <p:spPr/>
        <p:txBody>
          <a:bodyPr/>
          <a:lstStyle/>
          <a:p>
            <a:pPr>
              <a:defRPr sz="1200"/>
            </a:pPr>
            <a:r>
              <a:t>- AI can assist in contact tracing efforts during public health crises by analyzing large amounts of data to identify potential sources of infection and track the spread of diseases.</a:t>
            </a:r>
            <a:br/>
            <a:r>
              <a:t>- Machine learning algorithms within AI systems can help identify patterns and trends in disease outbreaks, enabling public health officials to make data-driven decisions for crisis management.</a:t>
            </a:r>
            <a:br/>
            <a:r>
              <a:t>- Utilizing AI in public health crisis scenarios can enhance the speed and accuracy of predicting future trends, allowing for proactive measures to be taken to mitigate the impact of outbreaks.</a:t>
            </a:r>
            <a:br/>
            <a:r>
              <a:t>- AI integration in real-time disease surveillance systems can significantly improve the early detection of potential outbreaks, enabling swift responses and containment strategies to be implemented effectively.</a:t>
            </a:r>
            <a:br/>
            <a:br/>
            <a:r>
              <a:t>Sources: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Ethical Dilemmas in AI for Health Crisis Management</a:t>
            </a:r>
          </a:p>
        </p:txBody>
      </p:sp>
      <p:sp>
        <p:nvSpPr>
          <p:cNvPr id="3" name="Content Placeholder 2"/>
          <p:cNvSpPr>
            <a:spLocks noGrp="1"/>
          </p:cNvSpPr>
          <p:nvPr>
            <p:ph idx="1"/>
          </p:nvPr>
        </p:nvSpPr>
        <p:spPr/>
        <p:txBody>
          <a:bodyPr/>
          <a:lstStyle/>
          <a:p>
            <a:pPr>
              <a:defRPr sz="1200"/>
            </a:pPr>
            <a:r>
              <a:t>- Ethical dilemmas in AI for public health crisis management are critical for ensuring fair and transparent decision-making</a:t>
            </a:r>
            <a:br/>
            <a:r>
              <a:t>- Issues include data privacy, bias in algorithms, and accountability in decision-making processes</a:t>
            </a:r>
            <a:br/>
            <a:r>
              <a:t>- Examples of ethical dilemmas include potential discrimination in resource allocation and the impact on vulnerable populations</a:t>
            </a:r>
            <a:br/>
            <a:r>
              <a:t>- Addressing these ethical considerations is essential to build trust and ensure equitable outcomes in crisis management efforts</a:t>
            </a:r>
            <a:br/>
            <a:r>
              <a:t>- AI-driven decision support systems utilize artificial intelligence algorithms to analyze data and provide insights to help public health officials make informed decisions during emergencies.</a:t>
            </a:r>
            <a:br/>
            <a:br/>
            <a:r>
              <a:t>Sources: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in Disease Outbreak Prediction</a:t>
            </a:r>
          </a:p>
        </p:txBody>
      </p:sp>
      <p:sp>
        <p:nvSpPr>
          <p:cNvPr id="3" name="Content Placeholder 2"/>
          <p:cNvSpPr>
            <a:spLocks noGrp="1"/>
          </p:cNvSpPr>
          <p:nvPr>
            <p:ph idx="1"/>
          </p:nvPr>
        </p:nvSpPr>
        <p:spPr/>
        <p:txBody>
          <a:bodyPr/>
          <a:lstStyle/>
          <a:p>
            <a:pPr>
              <a:defRPr sz="1200"/>
            </a:pPr>
            <a:r>
              <a:t>- AI-driven decision support systems utilize advanced algorithms to analyze large amounts of data in real-time for effective public health emergency response</a:t>
            </a:r>
            <a:br/>
            <a:r>
              <a:t>- These systems assist in predicting disease spread, identifying high-risk areas, optimizing resource allocation, and recommending intervention strategies during pandemics or natural disasters</a:t>
            </a:r>
            <a:br/>
            <a:r>
              <a:t>- By leveraging AI technology, public health agencies can enhance their response capabilities and improve outcomes in crisis management efforts</a:t>
            </a:r>
            <a:br/>
            <a:br/>
            <a:r>
              <a:t>Sources: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Ethics in AI Contact Tracing for Public Health Crisis</a:t>
            </a:r>
          </a:p>
        </p:txBody>
      </p:sp>
      <p:sp>
        <p:nvSpPr>
          <p:cNvPr id="3" name="Content Placeholder 2"/>
          <p:cNvSpPr>
            <a:spLocks noGrp="1"/>
          </p:cNvSpPr>
          <p:nvPr>
            <p:ph idx="1"/>
          </p:nvPr>
        </p:nvSpPr>
        <p:spPr/>
        <p:txBody>
          <a:bodyPr/>
          <a:lstStyle/>
          <a:p>
            <a:pPr>
              <a:defRPr sz="1200"/>
            </a:pPr>
            <a:r>
              <a:t>- Privacy and data security concerns arise from the collection, storage, and utilization of personal health data by AI systems in public health crisis management</a:t>
            </a:r>
            <a:br/>
            <a:r>
              <a:t>- Potential bias in AI algorithms poses a risk of unfair treatment towards specific populations, highlighting the importance of algorithmic fairness and equity</a:t>
            </a:r>
            <a:br/>
            <a:r>
              <a:t>- Transparency and accountability challenges in AI decision-making processes need to be addressed to ensure clear understandability and traceability of decisions made during crisis management</a:t>
            </a:r>
            <a:br/>
            <a:r>
              <a:t>- The ethical considerations in AI for contact tracing during public health crises encompass issues of fairness, non-discrimination, and protection of vulnerable populations</a:t>
            </a:r>
            <a:br/>
            <a:br/>
            <a:r>
              <a:t>Sources: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[16] Integration of AI in Disease Surveillance Systems - https://www.ncbi.nlm.nih.gov/pmc/articles/PMC7540650/</a:t>
            </a:r>
            <a:br/>
            <a:r>
              <a:t>[17] Role of AI in Disease Surveillance Systems - https://www.ncbi.nlm.nih.gov/pmc/articles/PMC6393493/</a:t>
            </a:r>
            <a:br/>
            <a:r>
              <a:t>[18] Ethical Considerations in AI for Public Health Crisis Management - https://www.ncbi.nlm.nih.gov/pmc/articles/PMC7565531/</a:t>
            </a:r>
            <a:br/>
            <a:r>
              <a:t>[19] The Role of AI in Public Health Crisis Management - https://www.ncbi.nlm.nih.gov/pmc/articles/PMC7189461/</a:t>
            </a:r>
            <a:br/>
            <a:r>
              <a:t>[20] AI Applications in Public Health Crisis Management - https://www.ncbi.nlm.nih.gov/pmc/articles/PMC7287361/</a:t>
            </a:r>
            <a:br/>
            <a:r>
              <a:t>[21] AI-Driven Decision Support Systems for Public Health Emergencies - https://www.ncbi.nlm.nih.gov/pmc/articles/PMC7171084/</a:t>
            </a:r>
            <a:br/>
            <a:r>
              <a:t>[22] Enhancing Public Health Emergency Response with AI-Driven Decision Support Systems - https://www.ncbi.nlm.nih.gov/pmc/articles/PMC7271192/</a:t>
            </a:r>
            <a:br/>
            <a:r>
              <a:t>[23] The Ethical Implications of AI in Public Health Crisis Management - https://www.ncbi.nlm.nih.gov/pmc/articles/PMC7152635/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