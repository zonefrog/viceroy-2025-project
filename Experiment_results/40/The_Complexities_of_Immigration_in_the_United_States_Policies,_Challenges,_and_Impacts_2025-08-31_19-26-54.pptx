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Complexities of Immigration in the United States: Policies, Challenges, and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Evolution of US Immigration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construction of a border wall along the US-Mexico border has been a controversial topic in recent years.</a:t>
            </a:r>
            <a:br/>
            <a:r>
              <a:t>- Proponents argue that a physical barrier is necessary to prevent unauthorized entry into the country.</a:t>
            </a:r>
            <a:br/>
            <a:r>
              <a:t>- Critics question the effectiveness and cost of such a project.</a:t>
            </a:r>
            <a:br/>
            <a:r>
              <a:t>- The border wall is aimed at enhancing border security and curbing illegal immigration.</a:t>
            </a:r>
            <a:br/>
            <a:br/>
            <a:r>
              <a:t>Sources: [72]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Border Wall Impact on Immigration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Border walls can disrupt natural animal migration patterns and fragment habitats, impacting species like jaguars, ocelots, and pronghorn antelope.</a:t>
            </a:r>
            <a:br/>
            <a:r>
              <a:t>- Conservationists and environmentalists have raised concerns about the negative consequences of border wall construction on biodiversity and ecosystems.</a:t>
            </a:r>
            <a:br/>
            <a:br/>
            <a:r>
              <a:t>Sources: [73]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Challenges in Immigrant Detention Centers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Reports have highlighted instances of mistreatment and abuse by staff members towards detainees in immigrant detention centers.</a:t>
            </a:r>
            <a:br/>
            <a:r>
              <a:t>- Concerns have been raised about the violation of human rights within these centers due to overcrowding, inadequate healthcare, and poor sanitation.</a:t>
            </a:r>
            <a:br/>
            <a:r>
              <a:t>- Detainees in these centers face challenges in accessing legal representation and receiving fair treatment during immigration proceedings.</a:t>
            </a:r>
            <a:br/>
            <a:r>
              <a:t>- The conditions in immigrant detention centers have led to mental health issues among detainees, including anxiety, depression, and post-traumatic stress disorder.</a:t>
            </a:r>
            <a:br/>
            <a:br/>
            <a:r>
              <a:t>Sources: [74]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Cultural Assimilation vs. Integration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integration in immigration involves newcomers adapting to the values, beliefs, and practices of the host country while maintaining their cultural identity.</a:t>
            </a:r>
            <a:br/>
            <a:r>
              <a:t>- It fosters social cohesion, reduces discrimination, and promotes understanding between different cultural groups.</a:t>
            </a:r>
            <a:br/>
            <a:r>
              <a:t>- Cultural integration allows for the exchange of ideas and practices, enriching society with diversity and mutual respect.</a:t>
            </a:r>
            <a:br/>
            <a:r>
              <a:t>- Research has shown that cultural integration leads to a more diverse and enriched society.</a:t>
            </a:r>
            <a:br/>
            <a:br/>
            <a:r>
              <a:t>Sources: [75]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Significance of Cultural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assimilation involves adopting the dominant culture's customs, language, and values at the expense of one's original cultural identity</a:t>
            </a:r>
            <a:br/>
            <a:r>
              <a:t>- Cultural integration blends different cultural groups while maintaining their distinct identities and practices</a:t>
            </a:r>
            <a:br/>
            <a:r>
              <a:t>- Cultural integration fosters social cohesion, reduces discrimination, and promotes understanding among diverse communities</a:t>
            </a:r>
            <a:br/>
            <a:r>
              <a:t>- It allows for the exchange of ideas and practices, enriching society with diversity and mutual respect</a:t>
            </a:r>
            <a:br/>
            <a:r>
              <a:t>- Cultural integration emphasizes mutual respect, understanding, and cooperation among diverse communities.</a:t>
            </a:r>
            <a:br/>
            <a:br/>
            <a:r>
              <a:t>Sources: [76]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Conditions in US Immigrant Detention Centers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Reports highlight poor sanitation, mistreatment, and abuse of detainees by staff members</a:t>
            </a:r>
            <a:br/>
            <a:r>
              <a:t>- Concerns raised about potential human rights violations within these centers</a:t>
            </a:r>
            <a:br/>
            <a:r>
              <a:t>- Detainees often face challenges accessing legal representation and adequate healthcare </a:t>
            </a:r>
            <a:br/>
            <a:r>
              <a:t>- Some detention centers have been criticized for lack of transparency and accountability in their operations</a:t>
            </a:r>
            <a:br/>
            <a:br/>
            <a:r>
              <a:t>Sources: [77]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"US Citizenship Test Requirements &amp; Process"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citizenship test evaluates applicants' knowledge of U.S. history, government, and civics through 100 questions</a:t>
            </a:r>
            <a:br/>
            <a:r>
              <a:t>- Applicants must answer 6 out of 10 questions correctly to pass the citizenship test</a:t>
            </a:r>
            <a:br/>
            <a:r>
              <a:t>- Questions may cover topics such as identifying branches of government, understanding the Constitution, and knowing rights and responsibilities of citizens</a:t>
            </a:r>
            <a:br/>
            <a:r>
              <a:t>- Passing the citizenship test is a crucial step in the naturalization process for individuals seeking U.S. citizenship</a:t>
            </a:r>
            <a:br/>
            <a:br/>
            <a:r>
              <a:t>Sources: [78]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"Border Wall Impact on Wildlife &amp; Ecosystems"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citizenship test evaluates applicants' knowledge of U.S. history, government, and civics through 100 questions</a:t>
            </a:r>
            <a:br/>
            <a:r>
              <a:t>- Applicants must answer 6 out of 10 questions correctly to pass the citizenship test</a:t>
            </a:r>
            <a:br/>
            <a:r>
              <a:t>- Questions may cover topics such as identifying branches of government, understanding the Constitution, and knowing rights and responsibilities of citizens</a:t>
            </a:r>
            <a:br/>
            <a:r>
              <a:t>- Passing the citizenship test is a crucial step in the naturalization process for individuals seeking U.S. citizenship</a:t>
            </a:r>
            <a:br/>
            <a:r>
              <a:t>- Benefits of passing the citizenship test include the ability to vote in federal elections, eligibility for federal jobs, and the opportunity to sponsor family members for immigration.</a:t>
            </a:r>
            <a:br/>
            <a:br/>
            <a:r>
              <a:t>Sources: [79]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[72] Border Wall Construction in the United States - https://www.cnn.com/2021/01/20/politics/biden-border-wall/index.html</a:t>
            </a:r>
            <a:br/>
            <a:r>
              <a:t>[73] Impact of Border Wall Construction on Wildlife - https://www.nationalgeographic.com/animals/article/trump-border-wall-wildlife-environment-biodiversity-conservation</a:t>
            </a:r>
            <a:br/>
            <a:r>
              <a:t>[74] Conditions in Immigrant Detention Centers - https://www.hrw.org/topic/immigrants-rights/immigrant-detainees</a:t>
            </a:r>
            <a:br/>
            <a:r>
              <a:t>[75] The Importance of Cultural Integration in Immigration - https://www.migrationpolicy.org/article/immigrant-cultural-integration-and-the-global-city</a:t>
            </a:r>
            <a:br/>
            <a:r>
              <a:t>[76] Cultural Assimilation vs Cultural Integration - https://www.migrationpolicy.org/article/assimilation-and-integration-immigrants-united-states</a:t>
            </a:r>
            <a:br/>
            <a:r>
              <a:t>[77] Immigrant Detention Centers in the United States - https://www.freedomforimmigrants.org/detention-statistics</a:t>
            </a:r>
            <a:br/>
            <a:r>
              <a:t>[78] Citizenship Test Requirements in the United States - https://www.uscis.gov/citizenship/learners/study-test</a:t>
            </a:r>
            <a:br/>
            <a:r>
              <a:t>[79] Benefits of Passing the Citizenship Test in the United States - https://www.uscis.gov/us-citizenship/naturalization-test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