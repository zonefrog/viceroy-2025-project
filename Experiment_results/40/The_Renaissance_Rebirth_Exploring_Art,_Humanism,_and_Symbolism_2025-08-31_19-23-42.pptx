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The Renaissance Rebirth: Exploring Art, Humanism, and Symbolism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Defining Characteristics of Renaissance Art: Realism, Perspective, Humanism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Wealthy individuals from various social classes, including nobles, merchants, and clergy, played a crucial role in art patronage during the Renaissance period.</a:t>
            </a:r>
            <a:br/>
            <a:r>
              <a:t>- The patronage system involved commissioning artists to create works of art, providing financial support, and offering creative direction to reflect their tastes and interests.</a:t>
            </a:r>
            <a:br/>
            <a:br/>
            <a:r>
              <a:t>Sources: [64]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Prominent Figures of the Renaissance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Leonardo da Vinci's contributions to art include iconic works such as the "Mona Lisa" and "The Last Supper," showcasing his mastery of painting techniques and composition.</a:t>
            </a:r>
            <a:br/>
            <a:r>
              <a:t>- Michelangelo's architectural achievements can be seen in the design of St. Peter's Basilica in Vatican City, reflecting his innovative approach to merging sculpture and architecture.</a:t>
            </a:r>
            <a:br/>
            <a:r>
              <a:t>- Galileo Galilei's astronomical observations using a telescope led to significant discoveries, such as the moons of Jupiter and the phases of Venus, challenging traditional views of the universe.</a:t>
            </a:r>
            <a:br/>
            <a:r>
              <a:t>- Johannes Gutenberg's invention of the printing press in the mid-15th century enabled the mass production of books, leading to increased literacy rates and the democratization of knowledge.</a:t>
            </a:r>
            <a:br/>
            <a:br/>
            <a:r>
              <a:t>Sources: [65]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Technological Advancements in Renaissance Art: Techniques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invention of the printing press by Johannes Gutenberg in the mid-15th century revolutionized the dissemination of art during the Renaissance, allowing artists to reproduce their works on a larger scale and distribute them more widely.</a:t>
            </a:r>
            <a:br/>
            <a:r>
              <a:t>- Prior to the printing press, art was primarily circulated through hand-copied manuscripts and individual artworks, limiting accessibility to the general public and hindering the spread of artistic ideas and styles across Europe.</a:t>
            </a:r>
            <a:br/>
            <a:br/>
            <a:r>
              <a:t>Sources: [66]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Revival of Classical Techniques in Renaissance Sculpture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Artists in the Renaissance period paid close attention to anatomy and proportion when creating sculptures, aiming for accurate depictions of the human body.</a:t>
            </a:r>
            <a:br/>
            <a:r>
              <a:t>- The experimentation with materials like bronze and marble allowed Renaissance sculptors to push the boundaries of artistic expression and explore new possibilities in sculptural art.</a:t>
            </a:r>
            <a:br/>
            <a:br/>
            <a:r>
              <a:t>Sources: [67]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Influence of Humanism on Renaissance Art: Human Potential &amp;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Humanist ideals in Renaissance art led to a greater emphasis on portraying human emotions and expressions, capturing the complexity of human experiences in artworks.</a:t>
            </a:r>
            <a:br/>
            <a:r>
              <a:t>- Renaissance artists drew inspiration from classical literature and mythology, incorporating themes and narratives from ancient texts into their paintings and sculptures.</a:t>
            </a:r>
            <a:br/>
            <a:r>
              <a:t>- The focus on individualism in humanism encouraged artists to create unique and distinct representations of human figures, showcasing the diversity and complexity of human identity.</a:t>
            </a:r>
            <a:br/>
            <a:r>
              <a:t>- The influence of humanism on Renaissance art resulted in a cultural renaissance, sparking creativity, innovation, and a renewed interest in the human experience.</a:t>
            </a:r>
            <a:br/>
            <a:br/>
            <a:r>
              <a:t>Sources: [68]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Medici Family: Renaissance Art Patrons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Medici family's patronage extended beyond financial support to include providing artists with creative direction and opportunities for artistic expression.</a:t>
            </a:r>
            <a:br/>
            <a:r>
              <a:t>- Through the Medici family's patronage, artists like Michelangelo and Leonardo da Vinci were able to create iconic masterpieces that defined the Renaissance period.</a:t>
            </a:r>
            <a:br/>
            <a:r>
              <a:t>- The Medici family's influence in art patronage not only supported individual artists but also contributed to the cultural and artistic renaissance of the era.</a:t>
            </a:r>
            <a:br/>
            <a:r>
              <a:t>- Wealthy sponsors like the Medicis played a pivotal role in shaping the artistic landscape of the Renaissance by fostering creativity, innovation, and artistic excellence.</a:t>
            </a:r>
            <a:br/>
            <a:br/>
            <a:r>
              <a:t>Sources: [69]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Symbolism in Renaissance Art: Animals, Plants,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Renaissance artists used common symbols in their artworks to convey deeper meanings, such as animals like lions symbolizing strength and birds representing freedom.</a:t>
            </a:r>
            <a:br/>
            <a:r>
              <a:t>- Plants, particularly flowers, were often depicted in Renaissance art to symbolize concepts like love or purity, adding layers of meaning to the artworks.</a:t>
            </a:r>
            <a:br/>
            <a:r>
              <a:t>- Objects like mirrors were utilized as symbolic elements in Renaissance art to signify self-reflection and introspection, contributing to the allegorical nature of the paintings.</a:t>
            </a:r>
            <a:br/>
            <a:r>
              <a:t>- Allegorical paintings in the Renaissance period were created to communicate moral lessons or historical events symbolically, using visual symbolism to convey complex concepts and narratives.</a:t>
            </a:r>
            <a:br/>
            <a:br/>
            <a:r>
              <a:t>Sources: [70]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Allegory in Renaissance Paintings: Moral Lessons &amp; Abstract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Sandro Botticelli and Hieronymus Bosch were renowned for their intricate use of symbolism and allegory in Renaissance paintings, challenging viewers to decipher hidden meanings and messages within their artworks.</a:t>
            </a:r>
            <a:br/>
            <a:r>
              <a:t>- Allegorical paintings often depicted historical events or moral lessons in a symbolic manner, inviting viewers to contemplate the deeper significance behind the visual narratives presented by the artists.</a:t>
            </a:r>
            <a:br/>
            <a:br/>
            <a:r>
              <a:t>Sources: [71]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[64] Evolution of Art Patronage in the Renaissance - https://www.metmuseum.org/toah/hd/arpn/hd_arpn.htm</a:t>
            </a:r>
            <a:br/>
            <a:r>
              <a:t>[65] Key Figures of the Renaissance Period - https://www.history.com/topics/renaissance/renaissance-art</a:t>
            </a:r>
            <a:br/>
            <a:r>
              <a:t>[66] The Impact of the Printing Press on the Dissemination of Art During the Renaissance - https://www.metmuseum.org/toah/hd/prnt/hd_prnt.htm</a:t>
            </a:r>
            <a:br/>
            <a:r>
              <a:t>[67] Innovations in Sculpture During the Renaissance - https://www.metmuseum.org/toah/hd/renais/hd_renais.htm</a:t>
            </a:r>
            <a:br/>
            <a:r>
              <a:t>[68] Humanism and Its Influence on Renaissance Art - https://www.metmuseum.org/toah/hd/hamu/hd_hamu.htm</a:t>
            </a:r>
            <a:br/>
            <a:r>
              <a:t>[69] Evolution of Art Patronage in the Renaissance: Medici Family - https://www.metmuseum.org/toah/hd/medici/hd_medici.htm</a:t>
            </a:r>
            <a:br/>
            <a:r>
              <a:t>[70] Artistic Innovations During the Renaissance - https://www.history.com/topics/renaissance/renaissance-art</a:t>
            </a:r>
            <a:br/>
            <a:r>
              <a:t>[71] Symbolism and Allegory in Renaissance Art - https://www.metmuseum.org/toah/hd/ital/hd_ital.htm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