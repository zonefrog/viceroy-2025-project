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Navigating Public Health Crises: Strategies for Prevention, Detection, 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Patterns of Infectious Diseases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Infectious diseases can be transmitted through various modes such as direct contact, respiratory droplets, contaminated food/water, and insect vectors.</a:t>
            </a:r>
            <a:br/>
            <a:r>
              <a:t>- The factors influencing disease transmission include population density, healthcare infrastructure, sanitation practices, and environmental conditions.</a:t>
            </a:r>
            <a:br/>
            <a:r>
              <a:t>- Understanding the patterns and causes of infectious diseases is essential for developing targeted prevention and control strategies.</a:t>
            </a:r>
            <a:br/>
            <a:r>
              <a:t>- Example: The COVID-19 pandemic highlights the rapid global spread and impact of a novel infectious disease.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Prevention and Control of Infectious Diseases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Risk communication strategies involve the effective dissemination of information to the public during public health crises, emphasizing transparency, honesty, empathy, and consistency in messaging.</a:t>
            </a:r>
            <a:br/>
            <a:r>
              <a:t>- Addressing rumors and misinformation promptly is crucial in risk communication to ensure accurate information is provided to the public.</a:t>
            </a:r>
            <a:br/>
            <a:r>
              <a:t>- Guidance on preventive measures and available resources should be included in risk communication strategies to help individuals make informed decisions to protect their health and safety.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Early Detection and Surveillance in Public Health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multiple communication channels, such as social media, traditional media, and community networks, to reach diverse populations and ensure information accessibility during public health crises.</a:t>
            </a:r>
            <a:br/>
            <a:r>
              <a:t>- Involving trusted sources like healthcare providers, public health officials, and community leaders in risk communication to enhance credibility and promote adherence to recommended actions.</a:t>
            </a:r>
            <a:br/>
            <a:r>
              <a:t>- Implementing feedback mechanisms to address public concerns and misconceptions effectively, fostering a two-way communication approach that builds trust and transparency.</a:t>
            </a:r>
            <a:br/>
            <a:r>
              <a:t>- Developing tailored messaging for different target audiences, considering cultural, linguistic, and literacy factors to ensure information resonance and comprehension in diverse communities.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Rapid Response and Resource Allocation in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Coordinated efforts in crisis management involve the rapid mobilization of resources to address emerging threats promptly and effectively.</a:t>
            </a:r>
            <a:br/>
            <a:r>
              <a:t>- Allocation of resources should be based on data-driven assessments of the crisis situation, prioritizing areas with the highest impact and need for intervention.</a:t>
            </a:r>
            <a:br/>
            <a:r>
              <a:t>- Utilizing technology and data analytics can facilitate the real-time monitoring of resource utilization and ensure efficient allocation during crises.</a:t>
            </a:r>
            <a:br/>
            <a:r>
              <a:t>- Implementing flexible response plans that can adapt to evolving crisis scenarios and optimize resource allocation based on changing needs and priorities.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Crisis Communication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social media platforms, official websites, press releases, and community engagement initiatives to disseminate information during public health crises.</a:t>
            </a:r>
            <a:br/>
            <a:r>
              <a:t>- Providing frequent updates to address evolving situations and clarify any misconceptions or uncertainties among the public.</a:t>
            </a:r>
            <a:br/>
            <a:r>
              <a:t>- Establishing a centralized communication hub to streamline messaging and ensure consistency across all communication channels.</a:t>
            </a:r>
            <a:br/>
            <a:r>
              <a:t>- Engaging with community leaders, healthcare professionals, and other trusted sources to amplify key messages and enhance public trust in crisis communication efforts.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Surveillance Systems in Crisis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Global surveillance systems track the spread of diseases and identify emerging threats to prevent and control outbreaks on a global scale.</a:t>
            </a:r>
            <a:br/>
            <a:r>
              <a:t>- These systems involve the collection, analysis, and dissemination of data on infectious diseases and health threats to inform public health interventions and decision-making.</a:t>
            </a:r>
            <a:br/>
            <a:r>
              <a:t>- By monitoring trends in infectious disease outbreaks, global surveillance systems help coordinate international response efforts and mitigate the impact of pandemics and epidemics.</a:t>
            </a:r>
            <a:br/>
            <a:r>
              <a:t>- Collaborative efforts between countries and organizations enhance the effectiveness of global surveillance systems in detecting and responding to public health crises.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Vaccine Development Process and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 development process includes preclinical research, clinical trials (Phases I, II, III), regulatory review, and post-market surveillance to ensure safety and efficacy.</a:t>
            </a:r>
            <a:br/>
            <a:r>
              <a:t>- Stakeholders in vaccine distribution also include healthcare providers, community organizations, and international agencies like the World Health Organization (WHO) to facilitate equitable access and coverage.</a:t>
            </a:r>
            <a:br/>
            <a:r>
              <a:t>- COVID-19 vaccine development involved unprecedented global collaboration, accelerated timelines, and innovative technologies like mRNA vaccines to address the urgent public health crisis.</a:t>
            </a:r>
            <a:br/>
            <a:r>
              <a:t>- The successful rollout of COVID-19 vaccines required collaboration between governments, manufacturers, healthcare systems, and public health authorities to prioritize high-risk populations and ensure effective distribution strategies.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Digital Contact Tracing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Digital contact tracing apps can track individuals' proximity to other users through Bluetooth technology or GPS tracking.</a:t>
            </a:r>
            <a:br/>
            <a:r>
              <a:t>- These apps utilize proximity data to identify close contacts of individuals who have tested positive for infectious diseases.</a:t>
            </a:r>
            <a:br/>
            <a:r>
              <a:t>- Privacy concerns surrounding digital contact tracing include issues related to data collection, storage, and unauthorized use of personal information.</a:t>
            </a:r>
            <a:br/>
            <a:r>
              <a:t>- Effective implementation of digital contact tracing requires addressing privacy concerns through transparent data practices and user consent mechanisms.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Epidemiology of Infectious Diseases: An Overview - https://www.cdc.gov/ophss/csels/dsepd/ss1978/lesson1/section10.html</a:t>
            </a:r>
            <a:br/>
            <a:r>
              <a:t>[17] Risk Communication Strategies: An Overview - https://www.who.int/risk-communication</a:t>
            </a:r>
            <a:br/>
            <a:r>
              <a:t>[18] Effective Communication Strategies During Public Health Crises - https://www.ncbi.nlm.nih.gov/pmc/articles/PMC7152863/</a:t>
            </a:r>
            <a:br/>
            <a:r>
              <a:t>[19] Public Health Crisis Response Strategies: An Overview - https://www.cdc.gov/cpr/readiness/phep.htm</a:t>
            </a:r>
            <a:br/>
            <a:r>
              <a:t>[20] Risk Communication Strategies: Best Practices During Public Health Crises - https://www.cdc.gov/healthcommunication/toolstemplates/entertainmented/tips/RiskCommunication.html</a:t>
            </a:r>
            <a:br/>
            <a:r>
              <a:t>[21] Global Surveillance Systems for Public Health Crises Management - https://www.who.int/health-topics/global-surveillance</a:t>
            </a:r>
            <a:br/>
            <a:r>
              <a:t>[22] Vaccine Development and Distribution: An Overview - https://www.who.int/immunization/research/development/en/</a:t>
            </a:r>
            <a:br/>
            <a:r>
              <a:t>[23] Digital Contact Tracing Methods: An Overview - https://www.ncbi.nlm.nih.gov/pmc/articles/PMC7323265/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