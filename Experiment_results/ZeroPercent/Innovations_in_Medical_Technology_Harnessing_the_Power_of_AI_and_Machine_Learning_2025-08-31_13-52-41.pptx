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Innovations in Medical Technology: Harnessing the Power of AI and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Personalized Treatment Planning with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AI in personalized treatment planning utilizes patient-specific characteristics like genetics, lifestyle, and medical history for tailored medical interventions.</a:t>
            </a:r>
            <a:br/>
            <a:r>
              <a:t>- This approach leads to improved patient outcomes, reduced healthcare costs, and personalized treatment strategies.</a:t>
            </a:r>
            <a:br/>
            <a:r>
              <a:t>- AI algorithms analyze extensive patient data to make data-driven decisions, enabling early disease detection and personalized care.</a:t>
            </a:r>
            <a:br/>
            <a:r>
              <a:t>- The utilization of AI allows for early intervention, disease identification, and personalized treatment planning for enhanced outcomes.</a:t>
            </a:r>
            <a:br/>
            <a:br/>
            <a:r>
              <a:t>Sources: [32]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AI in Medical Imaging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AI algorithms in medical imaging can assist radiologists in detecting abnormalities, making diagnoses, and creating treatment plans for patients.</a:t>
            </a:r>
            <a:br/>
            <a:r>
              <a:t>- Machine learning and deep learning techniques enable computers to learn from large datasets, helping in making accurate predictions based on patterns and features in medical images.</a:t>
            </a:r>
            <a:br/>
            <a:r>
              <a:t>- Computer vision technology plays a crucial role in the automated interpretation of complex visual data in medical imaging, enhancing diagnostic accuracy and efficiency.</a:t>
            </a:r>
            <a:br/>
            <a:r>
              <a:t>- The integration of AI into medical imaging systems has the potential to improve the quality of healthcare delivery, leading to better patient outcomes and reduced healthcare costs.</a:t>
            </a:r>
            <a:br/>
            <a:br/>
            <a:r>
              <a:t>Sources: [33]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Advantages of AI in Medical Imaging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AI algorithms in medical imaging can assist radiologists in detecting abnormalities, making diagnoses, and creating treatment plans for patients.</a:t>
            </a:r>
            <a:br/>
            <a:r>
              <a:t>- Machine learning and deep learning techniques enable computers to learn from large datasets, helping in making accurate predictions based on patterns and features in medical images.</a:t>
            </a:r>
            <a:br/>
            <a:r>
              <a:t>- Computer vision technology plays a crucial role in the automated interpretation of complex visual data in medical imaging, enhancing diagnostic accuracy and efficiency.</a:t>
            </a:r>
            <a:br/>
            <a:r>
              <a:t>- The integration of AI into medical imaging systems has the potential to improve the quality of healthcare delivery, leading to better patient outcomes and reduced healthcare costs.</a:t>
            </a:r>
            <a:br/>
            <a:r>
              <a:t>- AI in personalized treatment planning allows for the customization of treatment plans based on individual patient data, leading to more effective and targeted therapies.</a:t>
            </a:r>
            <a:br/>
            <a:br/>
            <a:r>
              <a:t>Sources: [34]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Navigating AI Implementation Challenges in Medical Imaging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Data privacy concerns in AI implementation involve ensuring patient confidentiality and compliance with data protection regulations, necessitating secure data sharing platforms and encryption techniques.</a:t>
            </a:r>
            <a:br/>
            <a:r>
              <a:t>- Lack of standardized data formats poses a challenge in integrating AI systems with existing medical imaging technology, emphasizing the importance of data standardization efforts and interoperability protocols.</a:t>
            </a:r>
            <a:br/>
            <a:r>
              <a:t>- The need for large labeled datasets for training AI algorithms can be addressed through transfer learning techniques, enabling the adaptation of pre-trained models to new medical imaging tasks with limited data availability.</a:t>
            </a:r>
            <a:br/>
            <a:br/>
            <a:r>
              <a:t>Sources: [35]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Privacy Ethics in AI Medical Imaging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Implementing encryption techniques, such as end-to-end encryption, to secure medical data processed by AI algorithms</a:t>
            </a:r>
            <a:br/>
            <a:r>
              <a:t>- Ensuring compliance with data protection regulations, such as HIPAA, to protect patient information in AI-enhanced medical imaging systems</a:t>
            </a:r>
            <a:br/>
            <a:r>
              <a:t>- Conducting regular security audits and vulnerability assessments to identify and mitigate potential risks to patient privacy and data security</a:t>
            </a:r>
            <a:br/>
            <a:r>
              <a:t>- Establishing clear policies and procedures for data access control, data sharing, and incident response to prevent unauthorized access and data breaches in AI medical imaging systems</a:t>
            </a:r>
            <a:br/>
            <a:br/>
            <a:r>
              <a:t>Sources: [36]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Machine Learning in Personalized Medicine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Machine learning algorithms can analyze diverse patient data, including genetic, environmental, and lifestyle factors, to tailor personalized treatment plans.</a:t>
            </a:r>
            <a:br/>
            <a:r>
              <a:t>- These algorithms enable the prediction of disease risk and treatment outcomes with a high level of accuracy in personalized medicine.</a:t>
            </a:r>
            <a:br/>
            <a:r>
              <a:t>- By leveraging machine learning, healthcare providers can suggest individualized treatment strategies that optimize patient outcomes and improve overall healthcare delivery.</a:t>
            </a:r>
            <a:br/>
            <a:r>
              <a:t>- Machine learning algorithms play a crucial role in transforming traditional healthcare practices by integrating data-driven insights to enhance personalized medicine approaches.</a:t>
            </a:r>
            <a:br/>
            <a:br/>
            <a:r>
              <a:t>Sources: [37]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Personalized Treatment Prediction with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Machine learning algorithms analyze large patient data sets, including genetic, environmental, and lifestyle factors, to predict individual responses to specific drugs in personalized medicine.</a:t>
            </a:r>
            <a:br/>
            <a:r>
              <a:t>- These algorithms aid in tailoring personalized treatment plans by providing insights into disease risk, treatment outcomes, and suggesting individualized strategies based on comprehensive data analysis.</a:t>
            </a:r>
            <a:br/>
            <a:r>
              <a:t>- By leveraging machine learning in personalized medicine, healthcare providers can optimize patient outcomes and enhance overall healthcare delivery through targeted interventions and precision medicine approaches.</a:t>
            </a:r>
            <a:br/>
            <a:r>
              <a:t>- Predictive analytics in personalized medicine with machine learning algorithms revolutionizes traditional healthcare practices by integrating data-driven insights to improve treatment efficacy and patient care outcomes.</a:t>
            </a:r>
            <a:br/>
            <a:br/>
            <a:r>
              <a:t>Sources: [38]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Tailoring Treatment Plans with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Machine learning algorithms can analyze extensive patient data sets, incorporating genetic, environmental, and lifestyle factors to predict individual responses to specific drugs in personalized medicine.</a:t>
            </a:r>
            <a:br/>
            <a:r>
              <a:t>- Tailoring treatment plans with machine learning algorithms involves providing insights into disease risk, treatment outcomes, and suggesting individualized strategies based on comprehensive data analysis.</a:t>
            </a:r>
            <a:br/>
            <a:r>
              <a:t>- Artificial intelligence (AI) is instrumental in early disease detection by analyzing large amounts of data to identify patterns and anomalies that may indicate the presence of a disease at an early stage.</a:t>
            </a:r>
            <a:br/>
            <a:r>
              <a:t>- Machine learning algorithms used in AI can assist healthcare professionals in predicting and diagnosing diseases such as cancer, diabetes, and cardiovascular diseases before symptoms become apparent.</a:t>
            </a:r>
            <a:br/>
            <a:br/>
            <a:r>
              <a:t>Sources: [39]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[32] Benefits of AI in Personalized Treatment Planning - https://www.ncbi.nlm.nih.gov/pmc/articles/PMC6514537/</a:t>
            </a:r>
            <a:br/>
            <a:r>
              <a:t>[33] Applications of Artificial Intelligence in Medical Imaging - https://www.ncbi.nlm.nih.gov/pmc/articles/PMC7411594/</a:t>
            </a:r>
            <a:br/>
            <a:r>
              <a:t>[34] Benefits of AI in Personalized Treatment Planning - https://www.ncbi.nlm.nih.gov/pmc/articles/PMC6293524/</a:t>
            </a:r>
            <a:br/>
            <a:r>
              <a:t>[35] Overcoming Challenges in Implementing AI in Medical Imaging - https://pubmed.ncbi.nlm.nih.gov/31829085/</a:t>
            </a:r>
            <a:br/>
            <a:r>
              <a:t>[36] Ethical Considerations in AI-Enhanced Medical Imaging: Privacy Concerns - https://www.ncbi.nlm.nih.gov/pmc/articles/PMC6597844/</a:t>
            </a:r>
            <a:br/>
            <a:r>
              <a:t>[37] Machine Learning Algorithms in Personalized Medicine - https://www.nature.com/articles/s41591-018-0279-0</a:t>
            </a:r>
            <a:br/>
            <a:r>
              <a:t>[38] Machine Learning Algorithms for Predicting Drug Response in Personalized Medicine - https://www.ncbi.nlm.nih.gov/pmc/articles/PMC6523154/</a:t>
            </a:r>
            <a:br/>
            <a:r>
              <a:t>[39] Role of AI in Early Disease Detection - https://www.ncbi.nlm.nih.gov/pmc/articles/PMC6361216/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