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Exploring the Rich History and Techniques of Theater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Festival of Dionysus: Greek Theater Origins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introduction of LED technology in modern theater lighting design has revolutionized the industry, providing energy-efficient and versatile options for creating dynamic lighting effects.</a:t>
            </a:r>
            <a:br/>
            <a:r>
              <a:t>- Interactive lighting design has gained popularity, allowing lighting cues to be triggered in real-time based on actors' movements or other inputs, enhancing the overall audience experience.</a:t>
            </a:r>
            <a:br/>
            <a:br/>
            <a:r>
              <a:t>Sources: [40]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Major Playwrights of Ancient Greece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Aeschylus, Sophocles, and Euripides were major playwrights of Ancient Greece who wrote famous tragedies and comedies that are still studied and performed today.</a:t>
            </a:r>
            <a:br/>
            <a:r>
              <a:t>- Their works explored themes of fate, morality, and the human experience, with each playwright having a unique style that contributed significantly to the development of Greek theater.</a:t>
            </a:r>
            <a:br/>
            <a:r>
              <a:t>- Aeschylus, known as the "Father of Tragedy," introduced the second actor on stage, expanding the possibilities for character interactions and dramatic tension.</a:t>
            </a:r>
            <a:br/>
            <a:r>
              <a:t>- Sophocles, a master of dramatic irony and complex character development, wrote timeless tragedies like "Oedipus Rex" and "Antigone" that continue to influence theater to this day.</a:t>
            </a:r>
            <a:br/>
            <a:br/>
            <a:r>
              <a:t>Sources: [41]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Conveying Emotions Through Body Movements in Performance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Commedia dell'arte's stock characters, such as Pantalone and Harlequin, have become iconic representations in theater and are still recognizable in modern comedic performances.</a:t>
            </a:r>
            <a:br/>
            <a:r>
              <a:t>- The improvisational nature of Commedia dell'arte allowed actors to engage directly with the audience and adapt performances based on their reactions, influencing the development of interactive theater experiences globally.</a:t>
            </a:r>
            <a:br/>
            <a:br/>
            <a:r>
              <a:t>Sources: [42]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Engaging Audiences with Multimedia in Performance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Performance art techniques involve a variety of methods, including body movements, voice modulation, facial expressions, improvisation, use of props, audience interaction, and multimedia elements to create impactful performances.</a:t>
            </a:r>
            <a:br/>
            <a:r>
              <a:t>- Artists often blend different techniques to convey their messages and emotions to the audience in a unique and engaging way.</a:t>
            </a:r>
            <a:br/>
            <a:br/>
            <a:r>
              <a:t>Sources: [43]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Ancient Masks: Cultural Significance in Theater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Noh masks in Japanese theater are crafted from Japanese cypress wood and intricately hand-carved and painted to convey the emotions and characteristics of the characters.</a:t>
            </a:r>
            <a:br/>
            <a:r>
              <a:t>- The designs of Noh masks have evolved over time to represent various emotions such as happiness, sadness, anger, and serenity, matching the character's role and personality in the performance.</a:t>
            </a:r>
            <a:br/>
            <a:br/>
            <a:r>
              <a:t>Sources: [44]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Crafting Noh Masks: Symbolism and Artistry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Masks have a long history in theater, dating back to ancient civilizations like the Greeks, Romans, and Egyptians, where they were used to help actors portray multiple characters and convey emotions effectively.</a:t>
            </a:r>
            <a:br/>
            <a:r>
              <a:t>- Ancient Greek theater utilized masks made of wood, leather, or linen with exaggerated expressions to aid in character portrayal and audience understanding.</a:t>
            </a:r>
            <a:br/>
            <a:r>
              <a:t>- The use of masks has transcended time and cultures, evolving to represent diverse traditions and practices in theater worldwide.</a:t>
            </a:r>
            <a:br/>
            <a:br/>
            <a:r>
              <a:t>Sources: [45]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Commedia dell'Arte Stock Characters in Modern Theater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Commedia dell'Arte stock characters like Harlequin, Pantalone, and Columbine have influenced character types in modern theater productions.</a:t>
            </a:r>
            <a:br/>
            <a:r>
              <a:t>- The emphasis on improvisation in Commedia dell'Arte has inspired modern actors to be more spontaneous and creative in their performances.</a:t>
            </a:r>
            <a:br/>
            <a:r>
              <a:t>- Masks in Commedia dell'Arte have influenced mask work in modern theater, with performers using masks to portray exaggerated emotions and characters.</a:t>
            </a:r>
            <a:br/>
            <a:r>
              <a:t>- The tradition of using stock characters and improvisation in Commedia dell'Arte has been adapted and incorporated into contemporary theater productions.</a:t>
            </a:r>
            <a:br/>
            <a:br/>
            <a:r>
              <a:t>Sources: [46]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Creating Authentic Performances with Stanislavski's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Stanislavski's Method Acting emphasizes psychological realism and character development</a:t>
            </a:r>
            <a:br/>
            <a:r>
              <a:t>- Actors use their own experiences and emotions to portray characters authentically</a:t>
            </a:r>
            <a:br/>
            <a:r>
              <a:t>- Focus on creating a sense of truth and emotional authenticity in performances</a:t>
            </a:r>
            <a:br/>
            <a:r>
              <a:t>- Revolutionized acting techniques by emphasizing naturalistic acting and nuanced performances</a:t>
            </a:r>
            <a:br/>
            <a:r>
              <a:t>- Lighting technology advancements such as spotlights, floodlights, and color-changing LEDs have revolutionized the use of lighting in theater for enhancing mood, atmosphere, and storytelling.</a:t>
            </a:r>
            <a:br/>
            <a:br/>
            <a:r>
              <a:t>Sources: [47]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[40] Innovations in Modern Lighting Design for Theater - https://www.americantheatre.org/2018/10/15/led-lighting-an-evolution-in-theatre-design/</a:t>
            </a:r>
            <a:br/>
            <a:r>
              <a:t>[41] Impact of Stanislavski's Method Acting - https://www.britannica.com/biography/Stanislavsky</a:t>
            </a:r>
            <a:br/>
            <a:r>
              <a:t>[42] Influence of Commedia dell'Arte - https://www.britannica.com/art/commedia-dellarte</a:t>
            </a:r>
            <a:br/>
            <a:r>
              <a:t>[43] Techniques of Performance Art - https://www.liveabout.com/what-is-performance-art-4588968</a:t>
            </a:r>
            <a:br/>
            <a:r>
              <a:t>[44] Evolution of Masks in Japanese Noh Theater - https://www.metmuseum.org/toah/hd/nohm/hd_nohm.htm</a:t>
            </a:r>
            <a:br/>
            <a:r>
              <a:t>[45] Origins of Mask in Theater - https://www.britannica.com/art/mask-theatre</a:t>
            </a:r>
            <a:br/>
            <a:r>
              <a:t>[46] Impact of Commedia dell'Arte on Modern Theater - https://www.britannica.com/art/commedia-dellarte</a:t>
            </a:r>
            <a:br/>
            <a:r>
              <a:t>[47] Evolution of Lighting Design in Theater - https://www.backstage.com/magazine/article/history-stage-lighting-678/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