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Digital Evolution: Transforming Literature in the Modern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"Changes in Writing Styles in Digital Literature"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E-books and audiobooks have revolutionized the reading experience by providing convenient alternatives to traditional print books.</a:t>
            </a:r>
            <a:br/>
            <a:r>
              <a:t>- The accessibility of entire libraries on smartphones and tablets has transformed reading habits, with a shift towards digital formats over physical books.</a:t>
            </a:r>
            <a:br/>
            <a:r>
              <a:t>- The digital age has enabled readers to easily access a wide range of reading material on-the-go, leading to increased consumption of literature through digital platforms.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"Digital Tools for Authors: E-books &amp; Audiobooks Revolution"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Self-publishing platforms like Amazon Kindle Direct Publishing and Smashwords have empowered authors to independently publish their work without traditional publishing houses.</a:t>
            </a:r>
            <a:br/>
            <a:r>
              <a:t>- E-books have emerged as a popular format for self-published authors, enabling them to reach a global audience and have more control over their content and marketing strategies.</a:t>
            </a:r>
            <a:br/>
            <a:r>
              <a:t>- The rise of self-publishing in the digital age has democratized the publishing industry, allowing authors to have greater autonomy in sharing their work with readers worldwide.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Online Reading Platforms on Reading Habits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Artificial intelligence tools can assist writers in developing plots, characters, and writing styles, revolutionizing the creative process.</a:t>
            </a:r>
            <a:br/>
            <a:r>
              <a:t>- AI can provide real-time feedback on writing samples, suggest improvements, and enhance the overall quality of the content produced.</a:t>
            </a:r>
            <a:br/>
            <a:r>
              <a:t>- Machine learning algorithms analyze data to improve writing quality and offer personalized suggestions to writers.</a:t>
            </a:r>
            <a:br/>
            <a:r>
              <a:t>- The potential of AI in literature creation extends to inspiring new ideas, streamlining the writing process, and exploring innovative storytelling methods.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Engaging Audiences Through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Visual storytelling techniques often incorporate multimedia elements like videos, animations, and interactive graphics to enhance the audience's engagement.</a:t>
            </a:r>
            <a:br/>
            <a:r>
              <a:t>- Immersive storytelling experiences can be created through the integration of visual elements that allow users to interact with the narrative in unique ways.</a:t>
            </a:r>
            <a:br/>
            <a:r>
              <a:t>- The use of visual storytelling in digital formats enables authors to convey complex ideas, emotions, and concepts more effectively than traditional text-based storytelling.</a:t>
            </a:r>
            <a:br/>
            <a:r>
              <a:t>- Interactive storytelling apps and platforms leverage visuals to provide users with a dynamic and engaging narrative experience.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Plot Twist Generation &amp; Content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writing tools use machine learning algorithms to analyze data and improve the quality of writing produced by AI.</a:t>
            </a:r>
            <a:br/>
            <a:r>
              <a:t>- These tools are capable of generating content, suggesting plot twists, and providing feedback on writing styles to enhance the overall writing process.</a:t>
            </a:r>
            <a:br/>
            <a:r>
              <a:t>- AI-assisted storytelling involves the use of AI tools to assist writers in developing plots, characters, and writing styles for their stories.</a:t>
            </a:r>
            <a:br/>
            <a:r>
              <a:t>- AI has the potential to streamline the writing process, inspire new ideas, and enhance the creative writing experience for authors.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Revolutionizing Author-Reader Communication Through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Online book clubs play a significant role in shaping reading habits in the digital age by providing a platform for readers to engage with diverse literary works, discuss themes and characters, and share recommendations.</a:t>
            </a:r>
            <a:br/>
            <a:r>
              <a:t>- These virtual communities foster a sense of belonging and encourage readers to explore new genres and authors, ultimately influencing their reading preferences and habits.</a:t>
            </a:r>
            <a:br/>
            <a:r>
              <a:t>- Online book clubs enhance the reading experience by creating a space for readers to interact with like-minded individuals, fostering discussions, and expanding their literary horizons.</a:t>
            </a:r>
            <a:br/>
            <a:r>
              <a:t>- Readers in online book clubs have the opportunity to participate in virtual events, author Q&amp;A sessions, and book discussions, further deepening their engagement with literature in the digital age.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"Global Reach: Self-Publishing Advantages for Authors"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Self-publishing platforms like Amazon Kindle Direct Publishing and Smashwords offer authors the opportunity to retain greater control over their work, expedite the publishing process, earn higher royalties, and access a global audience.</a:t>
            </a:r>
            <a:br/>
            <a:r>
              <a:t>- Authors can explore diverse genres and styles without traditional publishing constraints, allowing for more creative experimentation and flexibility in their literary endeavors.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Digital Literature Distribution: Copyright &amp; Plagiarism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Copyright infringement can lead to legal consequences, including fines and potential lawsuits, making it crucial for authors and publishers to respect intellectual property rights.</a:t>
            </a:r>
            <a:br/>
            <a:r>
              <a:t>- Plagiarism prevention involves using tools like plagiarism checkers and citing sources properly to ensure originality in digital literature distribution.</a:t>
            </a:r>
            <a:br/>
            <a:r>
              <a:t>- Understanding the nuances of fair use can help authors and publishers navigate the legal boundaries of using copyrighted material in their work.</a:t>
            </a:r>
            <a:br/>
            <a:r>
              <a:t>- Respecting intellectual property rights not only protects authors and publishers but also fosters a culture of creativity and innovation in the digital publishing industry.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How Technology is Changing the Way We Read - https://www.psychologytoday.com/us/blog/why-we-worry/201902/how-technology-is-changing-the-way-we-read</a:t>
            </a:r>
            <a:br/>
            <a:r>
              <a:t>[25] The Rise of Self-Publishing in the Digital Age - https://www.forbes.com/sites/jaymcgregor/2019/08/07/self-publishing-is-a-powerful-tool-that-can-transform-your-career-and-life-heres-why/#6b2dabbe1b12</a:t>
            </a:r>
            <a:br/>
            <a:r>
              <a:t>[26] The Impact of AI on Literature Creation - https://www.forbes.com/sites/forbestechcouncil/2020/07/02/how-ai-is-revolutionizing-the-writing-process/?sh=6c9b4b3b6f1a</a:t>
            </a:r>
            <a:br/>
            <a:r>
              <a:t>[27] Exploring Digital Storytelling Techniques in the Modern Age - https://www.forbes.com/sites/forbestechcouncil/2020/02/13/the-evolution-of-digital-storytelling-techniques-and-how-they-are-changing-the-game/?sh=4a0e5b9f4a9b</a:t>
            </a:r>
            <a:br/>
            <a:r>
              <a:t>[28] The Role of Artificial Intelligence in Literature Creation - https://www.forbes.com/sites/forbestechcouncil/2020/11/09/the-future-of-writing-how-ai-is-transforming-the-writing-industry/?sh=5c7d8b7b5e6d</a:t>
            </a:r>
            <a:br/>
            <a:r>
              <a:t>[29] The Impact of Online Book Clubs on Shaping Reading Habits - https://www.theguardian.com/books/2019/jun/30/the-rise-of-the-online-book-club</a:t>
            </a:r>
            <a:br/>
            <a:r>
              <a:t>[30] The Benefits of Self-Publishing in the Digital Age - https://www.thecreativepenn.com/2018/01/21/self-publishing-in-the-digital-age/</a:t>
            </a:r>
            <a:br/>
            <a:r>
              <a:t>[31] Ethical Considerations in Digital Literature Distribution - https://www.publishersweekly.com/pw/by-topic/digital/copyright/article/78711-copyright-in-the-digital-age.html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