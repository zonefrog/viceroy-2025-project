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Title: Leveraging Technology and Collaboration in Global Health Crisis Management</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Global Health Crisis Management Overview</a:t>
            </a:r>
          </a:p>
        </p:txBody>
      </p:sp>
      <p:sp>
        <p:nvSpPr>
          <p:cNvPr id="3" name="Content Placeholder 2"/>
          <p:cNvSpPr>
            <a:spLocks noGrp="1"/>
          </p:cNvSpPr>
          <p:nvPr>
            <p:ph idx="1"/>
          </p:nvPr>
        </p:nvSpPr>
        <p:spPr/>
        <p:txBody>
          <a:bodyPr/>
          <a:lstStyle/>
          <a:p>
            <a:pPr>
              <a:defRPr sz="2400"/>
            </a:pPr>
            <a:r>
              <a:t>- Contact tracing apps utilize Bluetooth technology to track interactions between users and identify potential exposure to infectious diseases.</a:t>
            </a:r>
            <a:br/>
            <a:r>
              <a:t>- Mobile technology has significantly improved the efficiency and scalability of contact tracing efforts during public health crises like the COVID-19 pandemic.</a:t>
            </a:r>
            <a:br/>
            <a:br/>
            <a:r>
              <a:t>Sources: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Key Players in Crisis Response</a:t>
            </a:r>
          </a:p>
        </p:txBody>
      </p:sp>
      <p:sp>
        <p:nvSpPr>
          <p:cNvPr id="3" name="Content Placeholder 2"/>
          <p:cNvSpPr>
            <a:spLocks noGrp="1"/>
          </p:cNvSpPr>
          <p:nvPr>
            <p:ph idx="1"/>
          </p:nvPr>
        </p:nvSpPr>
        <p:spPr/>
        <p:txBody>
          <a:bodyPr/>
          <a:lstStyle/>
          <a:p>
            <a:pPr>
              <a:defRPr sz="2400"/>
            </a:pPr>
            <a:r>
              <a:t>- Data sharing enables stakeholders to understand the scope of a crisis, identify trends, and allocate resources efficiently in public health emergencies.</a:t>
            </a:r>
            <a:br/>
            <a:r>
              <a:t>- Collaboration and data sharing aid in developing a unified response strategy and monitoring the impact of interventions during crisis response efforts.</a:t>
            </a:r>
            <a:br/>
            <a:br/>
            <a:r>
              <a:t>Sources: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Title: Early Detection and Rapid Response Importance</a:t>
            </a:r>
          </a:p>
        </p:txBody>
      </p:sp>
      <p:sp>
        <p:nvSpPr>
          <p:cNvPr id="3" name="Content Placeholder 2"/>
          <p:cNvSpPr>
            <a:spLocks noGrp="1"/>
          </p:cNvSpPr>
          <p:nvPr>
            <p:ph idx="1"/>
          </p:nvPr>
        </p:nvSpPr>
        <p:spPr/>
        <p:txBody>
          <a:bodyPr/>
          <a:lstStyle/>
          <a:p>
            <a:pPr>
              <a:defRPr sz="1200"/>
            </a:pPr>
            <a:r>
              <a:t>- Early detection and rapid response play a crucial role in controlling the spread of diseases and minimizing the impact on populations during public health crises.</a:t>
            </a:r>
            <a:br/>
            <a:r>
              <a:t>- Swift identification of cases, such as in the context of COVID-19, allows for prompt isolation measures, contact tracing, and containment efforts to be implemented effectively.</a:t>
            </a:r>
            <a:br/>
            <a:r>
              <a:t>- Timely response not only saves lives but also reduces the burden on healthcare systems by preventing further transmission of the disease.</a:t>
            </a:r>
            <a:br/>
            <a:r>
              <a:t>- Effective early detection and rapid response strategies are essential components of global health crisis management, emphasizing the importance of proactive measures in crisis preparedness and containment efforts.</a:t>
            </a:r>
            <a:br/>
            <a:br/>
            <a:r>
              <a:t>Sources: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in Early Detection &amp; Monitoring</a:t>
            </a:r>
          </a:p>
        </p:txBody>
      </p:sp>
      <p:sp>
        <p:nvSpPr>
          <p:cNvPr id="3" name="Content Placeholder 2"/>
          <p:cNvSpPr>
            <a:spLocks noGrp="1"/>
          </p:cNvSpPr>
          <p:nvPr>
            <p:ph idx="1"/>
          </p:nvPr>
        </p:nvSpPr>
        <p:spPr/>
        <p:txBody>
          <a:bodyPr/>
          <a:lstStyle/>
          <a:p>
            <a:pPr>
              <a:defRPr sz="1200"/>
            </a:pPr>
            <a:r>
              <a:t>- AI technologies can analyze vast amounts of data from various sources, including social media, healthcare records, and satellite imagery, to detect patterns and trends that may indicate the early stages of a disease outbreak.</a:t>
            </a:r>
            <a:br/>
            <a:r>
              <a:t>- Machine learning algorithms used in AI systems can continuously learn and adapt to new data, enabling them to improve their accuracy in predicting the spread of diseases and identifying high-risk areas for targeted interventions.</a:t>
            </a:r>
            <a:br/>
            <a:r>
              <a:t>- AI-powered tools can enhance the speed and efficiency of monitoring and surveillance activities by automating data analysis processes, allowing public health authorities to quickly identify emerging threats and allocate resources more effectively.</a:t>
            </a:r>
            <a:br/>
            <a:r>
              <a:t>- Collaborative efforts between AI systems and human experts can lead to more informed decision-making in crisis management, where AI can provide data-driven insights to support and complement human expertise in public health response strategies.</a:t>
            </a:r>
            <a:br/>
            <a:br/>
            <a:r>
              <a:t>Sources: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AI for Predictive Analysis &amp; Outbreak Tracking</a:t>
            </a:r>
          </a:p>
        </p:txBody>
      </p:sp>
      <p:sp>
        <p:nvSpPr>
          <p:cNvPr id="3" name="Content Placeholder 2"/>
          <p:cNvSpPr>
            <a:spLocks noGrp="1"/>
          </p:cNvSpPr>
          <p:nvPr>
            <p:ph idx="1"/>
          </p:nvPr>
        </p:nvSpPr>
        <p:spPr/>
        <p:txBody>
          <a:bodyPr/>
          <a:lstStyle/>
          <a:p>
            <a:pPr>
              <a:defRPr sz="1200"/>
            </a:pPr>
            <a:r>
              <a:t>- AI systems can utilize natural language processing algorithms to analyze social media data for early warning signals of disease outbreaks, enabling public health authorities to respond proactively to potential health threats.</a:t>
            </a:r>
            <a:br/>
            <a:r>
              <a:t>- By incorporating geospatial data and environmental factors into predictive models, AI can enhance outbreak tracking capabilities by identifying geographical hotspots and environmental conditions conducive to disease transmission.</a:t>
            </a:r>
            <a:br/>
            <a:r>
              <a:t>- Advanced AI algorithms can assist in optimizing treatment strategies by analyzing patient data to personalize care plans, predict treatment outcomes, and prioritize interventions based on individual risk profiles.</a:t>
            </a:r>
            <a:br/>
            <a:r>
              <a:t>- AI technologies have the potential to revolutionize vaccine development processes by accelerating the identification of potential vaccine candidates, streamlining clinical trials, and optimizing vaccine distribution strategies for maximum impact.</a:t>
            </a:r>
            <a:br/>
            <a:br/>
            <a:r>
              <a:t>Sources: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Navigating Cross-Border Collaboration Challenges</a:t>
            </a:r>
          </a:p>
        </p:txBody>
      </p:sp>
      <p:sp>
        <p:nvSpPr>
          <p:cNvPr id="3" name="Content Placeholder 2"/>
          <p:cNvSpPr>
            <a:spLocks noGrp="1"/>
          </p:cNvSpPr>
          <p:nvPr>
            <p:ph idx="1"/>
          </p:nvPr>
        </p:nvSpPr>
        <p:spPr/>
        <p:txBody>
          <a:bodyPr/>
          <a:lstStyle/>
          <a:p>
            <a:pPr>
              <a:defRPr sz="1200"/>
            </a:pPr>
            <a:r>
              <a:t>- Collaborative efforts should aim to standardize communication channels and data sharing processes to facilitate efficient information exchange during public health emergencies.</a:t>
            </a:r>
            <a:br/>
            <a:r>
              <a:t>- Establishing mutual agreements on data sharing, resource allocation, and expertise exchange is essential to overcome the legal and regulatory barriers that hinder cross-border collaboration.</a:t>
            </a:r>
            <a:br/>
            <a:r>
              <a:t>- Engaging in regular cross-border communication exercises and joint training programs can help bridge the gap in cultural differences and communication barriers among collaborating countries.</a:t>
            </a:r>
            <a:br/>
            <a:r>
              <a:t>- Developing standardized protocols for data sharing can enhance the interoperability of health information systems and improve the coordination of response efforts during global health crises.</a:t>
            </a:r>
            <a:br/>
            <a:br/>
            <a:r>
              <a:t>Sources: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Maximizing Data Sharing in Crisis Response</a:t>
            </a:r>
          </a:p>
        </p:txBody>
      </p:sp>
      <p:sp>
        <p:nvSpPr>
          <p:cNvPr id="3" name="Content Placeholder 2"/>
          <p:cNvSpPr>
            <a:spLocks noGrp="1"/>
          </p:cNvSpPr>
          <p:nvPr>
            <p:ph idx="1"/>
          </p:nvPr>
        </p:nvSpPr>
        <p:spPr/>
        <p:txBody>
          <a:bodyPr/>
          <a:lstStyle/>
          <a:p>
            <a:pPr>
              <a:defRPr sz="1200"/>
            </a:pPr>
            <a:r>
              <a:t>- Misinformation during public health crises can lead to confusion, fear, and mistrust among the public, hindering efforts to disseminate accurate information, promote preventive measures, and coordinate response activities.</a:t>
            </a:r>
            <a:br/>
            <a:r>
              <a:t>- It can contribute to the spread of rumors, myths, and conspiracy theories, undermining public health interventions and exacerbating the crisis.</a:t>
            </a:r>
            <a:br/>
            <a:r>
              <a:t>- Addressing misinformation requires proactive communication strategies, engaging with the public through transparent and accessible channels to provide timely and accurate information.</a:t>
            </a:r>
            <a:br/>
            <a:r>
              <a:t>- Collaborative efforts should include monitoring and addressing misinformation in real-time, utilizing data analysis tools to track the spread of false information and counteract it with evidence-based messaging.</a:t>
            </a:r>
            <a:br/>
            <a:br/>
            <a:r>
              <a:t>Sources: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Role of Mobile Technology in Contact Tracing</a:t>
            </a:r>
          </a:p>
        </p:txBody>
      </p:sp>
      <p:sp>
        <p:nvSpPr>
          <p:cNvPr id="3" name="Content Placeholder 2"/>
          <p:cNvSpPr>
            <a:spLocks noGrp="1"/>
          </p:cNvSpPr>
          <p:nvPr>
            <p:ph idx="1"/>
          </p:nvPr>
        </p:nvSpPr>
        <p:spPr/>
        <p:txBody>
          <a:bodyPr/>
          <a:lstStyle/>
          <a:p>
            <a:pPr>
              <a:defRPr sz="1200"/>
            </a:pPr>
            <a:r>
              <a:t>- Mobile technology enhances contact tracing by utilizing mobile applications, GPS tracking, and data analytics for monitoring movement.</a:t>
            </a:r>
            <a:br/>
            <a:r>
              <a:t>- It enables faster and more accurate identification of potential contacts of infected individuals during public health crises.</a:t>
            </a:r>
            <a:br/>
            <a:r>
              <a:t>- The use of technology in contact tracing helps in containing disease spread and preventing further outbreaks.</a:t>
            </a:r>
            <a:br/>
            <a:r>
              <a:t>- Mobile technology plays a crucial role in facilitating effective contact tracing efforts in public health emergencies.</a:t>
            </a:r>
            <a:br/>
            <a:br/>
            <a:r>
              <a:t>Sources: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[16] The Impact of Mobile Technology on Contact Tracing - https://www.ncbi.nlm.nih.gov/pmc/articles/PMC7753618/</a:t>
            </a:r>
            <a:br/>
            <a:r>
              <a:t>[17] The Importance of Data Sharing in Crisis Response - https://www.ncbi.nlm.nih.gov/pmc/articles/PMC5240868/</a:t>
            </a:r>
            <a:br/>
            <a:r>
              <a:t>[18] Global Health Crisis Management - https://www.who.int/health-topics/global-health-crisis-management</a:t>
            </a:r>
            <a:br/>
            <a:r>
              <a:t>[19] The Impact of Misinformation on Crisis Response - https://www.ncbi.nlm.nih.gov/pmc/articles/PMC7152803/</a:t>
            </a:r>
            <a:br/>
            <a:r>
              <a:t>[20] The Role of AI in Public Health Crisis Management - https://www.ncbi.nlm.nih.gov/pmc/articles/PMC7754960/</a:t>
            </a:r>
            <a:br/>
            <a:r>
              <a:t>[21] Overcoming Challenges in Cross-Border Collaboration for Public Health Crises Management - https://www.ncbi.nlm.nih.gov/pmc/articles/PMC7252992/</a:t>
            </a:r>
            <a:br/>
            <a:r>
              <a:t>[22] The Role of Misinformation in Public Health Crises - https://www.ncbi.nlm.nih.gov/pmc/articles/PMC7164607/</a:t>
            </a:r>
            <a:br/>
            <a:r>
              <a:t>[23] The Role of Technology in Contact Tracing - https://www.ncbi.nlm.nih.gov/pmc/articles/PMC7233863/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