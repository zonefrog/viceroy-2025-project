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Foundation of Sustainable Agriculture: Understanding and Enhancing Soil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Soil Texture and Structure: Key Components for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Nutrient cycling is crucial for maintaining soil fertility and supporting healthy crop production in sustainable agriculture</a:t>
            </a:r>
            <a:br/>
            <a:r>
              <a:t>- Cover cropping, composting, and crop rotation are key practices that help recycle nutrients back into the soil</a:t>
            </a:r>
            <a:br/>
            <a:r>
              <a:t>- By utilizing organic amendments like compost and manure, farmers can enhance soil health and reduce reliance on synthetic fertilizers</a:t>
            </a:r>
            <a:br/>
            <a:r>
              <a:t>- Implementing nutrient cycling practices can improve soil productivity over time and promote environmental sustainability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Soil pH and Nutrient Availability: Key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Nutrient cycling involves the movement and recycling of essential nutrients within the ecosystem, supporting soil fertility and crop production</a:t>
            </a:r>
            <a:br/>
            <a:r>
              <a:t>- Decomposition of organic matter by soil organisms releases nutrients that are then taken up by plants, reducing the need for synthetic fertilizers</a:t>
            </a:r>
            <a:br/>
            <a:r>
              <a:t>- Practicing nutrient cycling through cover cropping, composting, and crop rotation can improve soil quality and minimize nutrient runoff</a:t>
            </a:r>
            <a:br/>
            <a:r>
              <a:t>- By utilizing organic amendments like compost and manure, farmers can enhance soil health, reduce reliance on synthetic fertilizers, and promote environmental sustainability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"Microbial Diversity in Soil: Evaluation Methods and Importance"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Microbial diversity in soil is essential for nutrient cycling, as different microorganisms play unique roles in breaking down organic matter and releasing nutrients for plant uptake.</a:t>
            </a:r>
            <a:br/>
            <a:r>
              <a:t>- Soil microbial communities can also impact soil structure and stability, influencing water retention and erosion prevention.</a:t>
            </a:r>
            <a:br/>
            <a:r>
              <a:t>- Recent research has shown that microbial diversity is linked to soil resilience against environmental stressors, highlighting its importance in maintaining soil health in changing climates.</a:t>
            </a:r>
            <a:br/>
            <a:r>
              <a:t>- Evaluating microbial diversity in soil can provide insights into the overall soil ecosystem health, helping farmers make informed decisions on soil management practices.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Factors Affecting Soil Health: Crop Rotation &amp; Cover Cropping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cropping helps improve soil health by providing habitats for beneficial insects and microorganisms, which contribute to overall soil ecosystem health.</a:t>
            </a:r>
            <a:br/>
            <a:r>
              <a:t>- Implementing a diverse mix of cover crop species, such as legumes, grasses, and brassicas, during fallow periods or in between cash crops can enhance soil quality and fertility.</a:t>
            </a:r>
            <a:br/>
            <a:r>
              <a:t>- Cover cropping is a cost-effective and environmentally friendly practice that can effectively reduce erosion, increase organic matter content, suppress weeds, and improve nutrient cycling in agricultural systems.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Healthy Soil in Sustainable Agriculture: Improved Yields &amp; Reduced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improves soil health by reducing pest and disease pressure, enhancing nutrient availability, and preventing soil erosion.</a:t>
            </a:r>
            <a:br/>
            <a:r>
              <a:t>- Increased yields and overall farm productivity are associated with the practice of crop rotation.</a:t>
            </a:r>
            <a:br/>
            <a:r>
              <a:t>- Diverse mix of cover crop species, such as legumes, grasses, and brassicas, enhance soil quality and fertility during fallow periods or in between cash crops.</a:t>
            </a:r>
            <a:br/>
            <a:r>
              <a:t>- Cover cropping is a cost-effective and environmentally friendly practice that effectively reduces erosion, increases organic matter content, suppresses weeds, and improves nutrient cycling in agricultural systems.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"Implementing Crop Rotation for Soil Health"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involves planting different crops in sequential seasons to improve soil health</a:t>
            </a:r>
            <a:br/>
            <a:r>
              <a:t>- Benefits of crop rotation include reduced pest and disease pressure, enhanced nutrient availability, and increased crop yields</a:t>
            </a:r>
            <a:br/>
            <a:r>
              <a:t>- Cover cropping involves growing crops not for harvest but to cover the soil and improve soil health</a:t>
            </a:r>
            <a:br/>
            <a:r>
              <a:t>- Benefits of cover cropping include reduced erosion, increased organic matter content, weed suppression, and enhanced nutrient cycling</a:t>
            </a:r>
            <a:br/>
            <a:r>
              <a:t>- To implement crop rotation effectively, farmers should plan out a rotation schedule that includes different crop families with varying nutrient needs</a:t>
            </a:r>
            <a:br/>
            <a:r>
              <a:t>- Cover crops should be strategically planted during fallow periods to protect and enrich the soil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Water Conservation Techniques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systems can reduce water usage by up to 50% compared to traditional irrigation methods</a:t>
            </a:r>
            <a:br/>
            <a:r>
              <a:t>- Rainwater harvesting can help supplement irrigation water during dry periods and reduce reliance on groundwater sources</a:t>
            </a:r>
            <a:br/>
            <a:r>
              <a:t>- Mulching not only retains soil moisture but also helps suppress weeds and improve soil structure</a:t>
            </a:r>
            <a:br/>
            <a:r>
              <a:t>- Implementing water-efficient crops can lead to significant water savings and promote sustainable water management practices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Organic Amendments for Soil Fertility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Organic matter in soil plays a vital role in nutrient cycling by serving as a source of carbon and energy for soil microorganisms, which break down organic materials and release nutrients for plant uptake</a:t>
            </a:r>
            <a:br/>
            <a:r>
              <a:t>- Different types of organic amendments, such as compost, manure, cover crops, and crop residues, provide a diverse range of nutrients to the soil, promoting balanced nutrient availability for plant growth</a:t>
            </a:r>
            <a:br/>
            <a:r>
              <a:t>- Utilizing organic amendments in soil fertility management can help improve soil structure, water retention capacity, and overall soil health, leading to enhanced crop productivity and sustainability</a:t>
            </a:r>
            <a:br/>
            <a:r>
              <a:t>- Challenges in implementing nutrient cycling practices include the need for proper nutrient balancing, avoiding nutrient runoff into water bodies, and transitioning away from reliance on synthetic fertilizers in agricultural systems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Importance of Nutrient Cycling in Sustainable Agriculture - https://www.sare.org/Learning-Center/Books/Building-Soils-for-Better-Crops-3rd-Edition/Text-Version/Managing-Nutrients/Nutrient-Cycling-in-Agriculture/</a:t>
            </a:r>
            <a:br/>
            <a:r>
              <a:t>[9] Importance of Nutrient Cycling in Sustainable Agriculture - https://www.sare.org/Learning-Center/Books/Building-Soils-for-Better-Crops-3rd-Edition/Text-Version/Nutrient-Cycling/</a:t>
            </a:r>
            <a:br/>
            <a:r>
              <a:t>[10] What is Soil Health? - https://www.nrcs.usda.gov/wps/portal/nrcs/detail/soils/health/</a:t>
            </a:r>
            <a:br/>
            <a:r>
              <a:t>[11] Cover Cropping in Sustainable Agriculture - https://www.sare.org/Learning-Center/Books/Building-Soils-for-Better-Crops-3rd-Edition/Text-Version/Cover-Crops/Cover-Cropping-for-Sustainable-Agriculture</a:t>
            </a:r>
            <a:br/>
            <a:r>
              <a:t>[12] Benefits of Crop Rotation in Sustainable Agriculture - https://www.agriculture.com/crops/crop-rotation-101-the-basics-of-crop-rotation</a:t>
            </a:r>
            <a:br/>
            <a:r>
              <a:t>[13] How to Implement Crop Rotation in Sustainable Agriculture - https://extension.umn.edu/crop-production-practices/rotating-crops-different-families</a:t>
            </a:r>
            <a:br/>
            <a:r>
              <a:t>[14] Methods for Water Conservation in Sustainable Agriculture - https://www.nrcs.usda.gov/wps/portal/nrcs/detailfull/national/home/?cid=nrcs143_023585</a:t>
            </a:r>
            <a:br/>
            <a:r>
              <a:t>[15] Benefits of Cover Cropping in Sustainable Agriculture - https://www.sare.org/Learning-Center/Books/Building-Soils-for-Better-Crops-3rd-Edition/Text-Version/Cover-Crops/Benefits-of-Cover-Crops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