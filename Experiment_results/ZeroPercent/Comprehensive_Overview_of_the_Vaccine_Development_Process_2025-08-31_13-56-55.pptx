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Comprehensive Overview of the Vaccine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Identifying Potential Antigens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Antigens are the active components that stimulate the immune system to produce an immune response</a:t>
            </a:r>
            <a:br/>
            <a:r>
              <a:t>- Adjuvants are added to enhance the immune response and improve the effectiveness of the vaccine</a:t>
            </a:r>
            <a:br/>
            <a:r>
              <a:t>- Vaccine formulation aims to create a safe and stable vaccine that can induce a strong and long-lasting immune response in the vaccinated individual</a:t>
            </a:r>
            <a:br/>
            <a:r>
              <a:t>- The selection and combination of vaccine ingredients, such as antigens and adjuvants, are critical aspects of vaccine formulation to ensure optimal immunogenicity and safety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Testing Vaccine Safety in Animal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Adverse event monitoring involves systematic collection, analysis, and reporting of adverse events post-vaccination to identify safety concerns.</a:t>
            </a:r>
            <a:br/>
            <a:r>
              <a:t>- Monitoring adverse events helps researchers take appropriate actions to address safety issues and maintain public confidence in vaccines.</a:t>
            </a:r>
            <a:br/>
            <a:r>
              <a:t>- The data collected from adverse event monitoring plays a crucial role in ensuring the safety and efficacy of vaccines throughout the development process.</a:t>
            </a:r>
            <a:br/>
            <a:r>
              <a:t>- Researchers use adverse event monitoring to detect any potential rare or long-term adverse effects associated with vaccination.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Clinical Trial Phases: Evaluating Vaccine Efficacy in Humans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Adverse event monitoring involves systematic collection, analysis, and reporting of adverse events post-vaccination to identify safety concerns.</a:t>
            </a:r>
            <a:br/>
            <a:r>
              <a:t>- Monitoring adverse events helps researchers take appropriate actions to address safety issues and maintain public confidence in vaccines.</a:t>
            </a:r>
            <a:br/>
            <a:r>
              <a:t>- The data collected from adverse event monitoring plays a crucial role in ensuring the safety and efficacy of vaccines throughout the development process.</a:t>
            </a:r>
            <a:br/>
            <a:r>
              <a:t>- Researchers use adverse event monitoring to detect any potential rare or long-term adverse effects associated with vaccination.</a:t>
            </a:r>
            <a:br/>
            <a:r>
              <a:t>- Continuous monitoring and evaluation of adverse events following vaccination is essential to identify and assess any potential risks associated with the vaccine, helping maintain public confidence in vaccination programs.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Vaccine Safety Standards: Regulatory Agencies and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Regulatory agencies like the FDA and EMA conduct thorough reviews of vaccine data to ensure safety, efficacy, and quality standards are met.</a:t>
            </a:r>
            <a:br/>
            <a:r>
              <a:t>- Guidelines established by regulatory agencies outline the specific requirements for vaccine development, testing, and evaluation to guarantee safety and efficacy.</a:t>
            </a:r>
            <a:br/>
            <a:r>
              <a:t>- Compliance with regulatory requirements is crucial for the approval and distribution of vaccines to ensure adherence to safety standards.</a:t>
            </a:r>
            <a:br/>
            <a:r>
              <a:t>- Post-approval monitoring by regulatory agencies is essential to continuously assess and maintain safety standards of vaccines in the market.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Vaccine Formulation Components: Antigens and Adjuvants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Antigens are carefully selected based on their ability to stimulate the immune system effectively and induce a specific immune response.</a:t>
            </a:r>
            <a:br/>
            <a:r>
              <a:t>- Adjuvants are chosen to enhance the immune response by increasing the body's immune reaction to the vaccine antigens.</a:t>
            </a:r>
            <a:br/>
            <a:r>
              <a:t>- Stabilizers play a crucial role in maintaining the potency and integrity of the vaccine during storage and transportation to ensure its effectiveness.</a:t>
            </a:r>
            <a:br/>
            <a:r>
              <a:t>- Preservatives are included in vaccine formulations to prevent microbial contamination and maintain the safety and quality of the product.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"Assessing Vaccine-Induced Immune Response"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Immunogenicity testing assesses the immune response by measuring antibody levels in serum samples from vaccinated individuals.</a:t>
            </a:r>
            <a:br/>
            <a:r>
              <a:t>- Immune activation is evaluated to determine the effectiveness of the vaccine in stimulating the immune system to provide protection.</a:t>
            </a:r>
            <a:br/>
            <a:r>
              <a:t>- Different methods, such as ELISA assays, are used to measure the immunogenicity of vaccines and interpret the results accurately.</a:t>
            </a:r>
            <a:br/>
            <a:r>
              <a:t>- Immunogenicity testing helps researchers understand the vaccine's ability to induce a robust immune response and make informed decisions about its further development.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Monitoring Post-Vaccination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Post-market surveillance is essential for monitoring vaccines after approval to detect any rare or long-term adverse effects that may not have been identified during clinical trials.</a:t>
            </a:r>
            <a:br/>
            <a:r>
              <a:t>- It helps assess the real-world effectiveness of the vaccine in preventing the targeted disease and provides valuable data on vaccine safety and performance in diverse populations.</a:t>
            </a:r>
            <a:br/>
            <a:r>
              <a:t>- Continuous monitoring of post-vaccination reactions allows for timely identification and evaluation of any potential risks associated with the vaccine to ensure public safety and confidence in vaccination programs.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Long-Term Vaccine Safety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Post-market surveillance involves continuous monitoring of vaccines to detect rare or long-term adverse effects not observed in clinical trials.</a:t>
            </a:r>
            <a:br/>
            <a:r>
              <a:t>- It provides essential data on the real-world effectiveness of vaccines in preventing targeted diseases and ensures ongoing safety monitoring.</a:t>
            </a:r>
            <a:br/>
            <a:r>
              <a:t>- By analyzing post-vaccination reactions and trends in vaccine safety signals, regulators can promptly identify and evaluate any potential risks associated with the vaccine.</a:t>
            </a:r>
            <a:br/>
            <a:r>
              <a:t>- Post-market surveillance is crucial for maintaining public confidence in vaccination programs by demonstrating a commitment to vaccine safety and effectiveness.</a:t>
            </a:r>
            <a:br/>
            <a:br/>
            <a:r>
              <a:t>Sources: [63]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[56] Vaccine Formulation: Key Considerations in Vaccine Development - https://www.ncbi.nlm.nih.gov/pmc/articles/PMC7168065/</a:t>
            </a:r>
            <a:br/>
            <a:r>
              <a:t>[57] Importance of Adverse Event Monitoring in Vaccine Development - https://www.who.int/vaccine_safety/initiative/tools/Adverse_events_vaccine_development.pdf</a:t>
            </a:r>
            <a:br/>
            <a:r>
              <a:t>[58] Adverse Event Monitoring in Vaccine Development - https://www.who.int/vaccine_safety/initiative/tools/Adverse_events_vaccines.pdf</a:t>
            </a:r>
            <a:br/>
            <a:r>
              <a:t>[59] Stages of Vaccine Development - https://www.who.int/immunization/research/vaccine_pipeline_database/en/</a:t>
            </a:r>
            <a:br/>
            <a:r>
              <a:t>[60] Vaccine Formulation: Key Components and Adjuvants - https://www.ncbi.nlm.nih.gov/pmc/articles/PMC7161498/</a:t>
            </a:r>
            <a:br/>
            <a:r>
              <a:t>[61] Immunogenicity Testing in Vaccine Development - https://www.ncbi.nlm.nih.gov/pmc/articles/PMC4197443/</a:t>
            </a:r>
            <a:br/>
            <a:r>
              <a:t>[62] Post-Market Surveillance in Vaccine Development - https://www.who.int/vaccine_safety/initiative/monitoring/Post_market_surveillance_vaccines.pdf</a:t>
            </a:r>
            <a:br/>
            <a:r>
              <a:t>[63] Post-Market Surveillance in Vaccine Development: Ensuring Safety and Efficacy - https://www.who.int/vaccine_safety/initiative/tools/Post_Marketing_Surveillance/en/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