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Navigating Cultural Integration: A Comparative Analysis of Immigration Policies and Cultural Assimilation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"Merit-based Immigration in the USA"</a:t>
            </a:r>
          </a:p>
        </p:txBody>
      </p:sp>
      <p:sp>
        <p:nvSpPr>
          <p:cNvPr id="3" name="Content Placeholder 2"/>
          <p:cNvSpPr>
            <a:spLocks noGrp="1"/>
          </p:cNvSpPr>
          <p:nvPr>
            <p:ph idx="1"/>
          </p:nvPr>
        </p:nvSpPr>
        <p:spPr/>
        <p:txBody>
          <a:bodyPr/>
          <a:lstStyle/>
          <a:p>
            <a:pPr>
              <a:defRPr sz="1200"/>
            </a:pPr>
            <a:r>
              <a:t>- Cultural assimilation involves adopting the customs, values, and behaviors of the dominant culture in a society, potentially leading to better integration and opportunities for immigrants.</a:t>
            </a:r>
            <a:br/>
            <a:r>
              <a:t>- Cultural preservation focuses on maintaining and promoting one's cultural identity and heritage while living in a new country, helping to preserve a sense of community and identity.</a:t>
            </a:r>
            <a:br/>
            <a:r>
              <a:t>- Assimilation may result in a loss of cultural roots for immigrants, while preservation could lead to isolation and challenges in adapting to the new society.</a:t>
            </a:r>
            <a:br/>
            <a:r>
              <a:t>- Both approaches have their pros and cons, highlighting the complex dynamics of cultural integration for immigrant communities.</a:t>
            </a:r>
            <a:br/>
            <a:br/>
            <a:r>
              <a:t>Sources: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"Canada's Points-Based Immigration System"</a:t>
            </a:r>
          </a:p>
        </p:txBody>
      </p:sp>
      <p:sp>
        <p:nvSpPr>
          <p:cNvPr id="3" name="Content Placeholder 2"/>
          <p:cNvSpPr>
            <a:spLocks noGrp="1"/>
          </p:cNvSpPr>
          <p:nvPr>
            <p:ph idx="1"/>
          </p:nvPr>
        </p:nvSpPr>
        <p:spPr/>
        <p:txBody>
          <a:bodyPr/>
          <a:lstStyle/>
          <a:p>
            <a:pPr>
              <a:defRPr sz="1200"/>
            </a:pPr>
            <a:r>
              <a:t>- Canada's points-based immigration system is known for its emphasis on factors like age, education, work experience, and language proficiency, which are key criteria for assessing applicants' qualifications.</a:t>
            </a:r>
            <a:br/>
            <a:r>
              <a:t>- The system aims to attract skilled immigrants who can make significant contributions to Canada's economy and society, aligning with the country's goal of promoting economic growth and cultural diversity.</a:t>
            </a:r>
            <a:br/>
            <a:r>
              <a:t>- Applicants accumulate points based on various criteria, such as education level and language skills, to determine their eligibility for immigration to Canada, ensuring a more objective evaluation process.</a:t>
            </a:r>
            <a:br/>
            <a:r>
              <a:t>- The points-based system allows for a comprehensive assessment of potential immigrants' qualifications and suitability, enabling Canada to select individuals who can thrive in the country's diverse and dynamic environment.</a:t>
            </a:r>
            <a:br/>
            <a:br/>
            <a:r>
              <a:t>Sources: [73]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Refugee Resettlement Policies in Germany</a:t>
            </a:r>
          </a:p>
        </p:txBody>
      </p:sp>
      <p:sp>
        <p:nvSpPr>
          <p:cNvPr id="3" name="Content Placeholder 2"/>
          <p:cNvSpPr>
            <a:spLocks noGrp="1"/>
          </p:cNvSpPr>
          <p:nvPr>
            <p:ph idx="1"/>
          </p:nvPr>
        </p:nvSpPr>
        <p:spPr/>
        <p:txBody>
          <a:bodyPr/>
          <a:lstStyle/>
          <a:p>
            <a:pPr>
              <a:defRPr sz="1200"/>
            </a:pPr>
            <a:r>
              <a:t>- Germany has diverse refugee resettlement policies that vary from other European countries</a:t>
            </a:r>
            <a:br/>
            <a:r>
              <a:t>- Germany and Sweden are more open to accepting refugees and have implemented integration programs</a:t>
            </a:r>
            <a:br/>
            <a:r>
              <a:t>- Countries like Hungary and Poland have taken a more restrictive approach to refugee resettlement</a:t>
            </a:r>
            <a:br/>
            <a:r>
              <a:t>- The European Union coordinates refugee resettlement efforts among member states</a:t>
            </a:r>
            <a:br/>
            <a:r>
              <a:t>- Germany's refugee resettlement policies prioritize integration through language courses, job training, and social support programs</a:t>
            </a:r>
            <a:br/>
            <a:r>
              <a:t>- Germany's asylum system is based on the principle of providing protection to those fleeing persecution or war, with a focus on ensuring refugees' rights and well-being.</a:t>
            </a:r>
            <a:br/>
            <a:br/>
            <a:r>
              <a:t>Sources: [74]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Assimilation: Definition and Process"</a:t>
            </a:r>
          </a:p>
        </p:txBody>
      </p:sp>
      <p:sp>
        <p:nvSpPr>
          <p:cNvPr id="3" name="Content Placeholder 2"/>
          <p:cNvSpPr>
            <a:spLocks noGrp="1"/>
          </p:cNvSpPr>
          <p:nvPr>
            <p:ph idx="1"/>
          </p:nvPr>
        </p:nvSpPr>
        <p:spPr/>
        <p:txBody>
          <a:bodyPr/>
          <a:lstStyle/>
          <a:p>
            <a:pPr>
              <a:defRPr sz="1200"/>
            </a:pPr>
            <a:r>
              <a:t>- Cultural assimilation can lead to the redefinition of national identity by introducing new cultural elements</a:t>
            </a:r>
            <a:br/>
            <a:r>
              <a:t>- Immigration challenges traditional notions of national identity and unity through the introduction of diverse cultures</a:t>
            </a:r>
            <a:br/>
            <a:r>
              <a:t>- Immigrants contribute to a more inclusive and diverse national identity, enriching the cultural tapestry of a nation</a:t>
            </a:r>
            <a:br/>
            <a:r>
              <a:t>- Policymakers and communities must navigate the complexities of immigration to promote social cohesion and a sense of belonging for all individuals</a:t>
            </a:r>
            <a:br/>
            <a:br/>
            <a:r>
              <a:t>Sources: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Cultural Assimilation Challenges</a:t>
            </a:r>
          </a:p>
        </p:txBody>
      </p:sp>
      <p:sp>
        <p:nvSpPr>
          <p:cNvPr id="3" name="Content Placeholder 2"/>
          <p:cNvSpPr>
            <a:spLocks noGrp="1"/>
          </p:cNvSpPr>
          <p:nvPr>
            <p:ph idx="1"/>
          </p:nvPr>
        </p:nvSpPr>
        <p:spPr/>
        <p:txBody>
          <a:bodyPr/>
          <a:lstStyle/>
          <a:p>
            <a:pPr>
              <a:defRPr sz="1200"/>
            </a:pPr>
            <a:r>
              <a:t>- Cultural differences can lead to social tensions and conflicts within communities, requiring strategies for fostering understanding and respect among diverse groups</a:t>
            </a:r>
            <a:br/>
            <a:r>
              <a:t>- Language barriers can impede effective communication and integration, highlighting the need for language acquisition programs and multilingual support services</a:t>
            </a:r>
            <a:br/>
            <a:r>
              <a:t>- Economic disparities may exacerbate social inequalities and hinder the economic integration of immigrants, necessitating targeted policies to address labor market challenges</a:t>
            </a:r>
            <a:br/>
            <a:r>
              <a:t>- Research indicates that successful cultural integration initiatives in Europe often involve community collaboration, intercultural dialogue, and inclusive practices to promote social cohesion and diversity within society</a:t>
            </a:r>
            <a:br/>
            <a:br/>
            <a:r>
              <a:t>Sources: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Importance of Cultural Preservation"</a:t>
            </a:r>
          </a:p>
        </p:txBody>
      </p:sp>
      <p:sp>
        <p:nvSpPr>
          <p:cNvPr id="3" name="Content Placeholder 2"/>
          <p:cNvSpPr>
            <a:spLocks noGrp="1"/>
          </p:cNvSpPr>
          <p:nvPr>
            <p:ph idx="1"/>
          </p:nvPr>
        </p:nvSpPr>
        <p:spPr/>
        <p:txBody>
          <a:bodyPr/>
          <a:lstStyle/>
          <a:p>
            <a:pPr>
              <a:defRPr sz="1200"/>
            </a:pPr>
            <a:r>
              <a:t>- Cultural integration programs in different countries aim to facilitate the integration of immigrants into the host society by promoting cross-cultural understanding and communication.</a:t>
            </a:r>
            <a:br/>
            <a:r>
              <a:t>- These programs often include language classes, cultural orientation sessions, intercultural workshops, and community events to help newcomers adapt to their new environment, build social connections, and participate in the local community.</a:t>
            </a:r>
            <a:br/>
            <a:r>
              <a:t>- Cultural preservation plays a crucial role in maintaining the cultural identity of immigrant communities and fostering a sense of belonging and connection to their roots.</a:t>
            </a:r>
            <a:br/>
            <a:r>
              <a:t>- By preserving traditions, languages, and values, immigrants can enrich society with diverse perspectives and experiences while fostering a strong sense of identity and community.</a:t>
            </a:r>
            <a:br/>
            <a:br/>
            <a:r>
              <a:t>Sources: [77]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Preservation Strategies for Immigrants</a:t>
            </a:r>
          </a:p>
        </p:txBody>
      </p:sp>
      <p:sp>
        <p:nvSpPr>
          <p:cNvPr id="3" name="Content Placeholder 2"/>
          <p:cNvSpPr>
            <a:spLocks noGrp="1"/>
          </p:cNvSpPr>
          <p:nvPr>
            <p:ph idx="1"/>
          </p:nvPr>
        </p:nvSpPr>
        <p:spPr/>
        <p:txBody>
          <a:bodyPr/>
          <a:lstStyle/>
          <a:p>
            <a:pPr>
              <a:defRPr sz="1200"/>
            </a:pPr>
            <a:r>
              <a:t>- Cultural preservation in immigration involves efforts to protect traditions, languages, customs, and values that are integral to the cultural identity of immigrant communities.</a:t>
            </a:r>
            <a:br/>
            <a:r>
              <a:t>- Immigrant cultural preservation fosters a strong sense of belonging and connection to one's roots, enhancing the community's identity and cohesion.</a:t>
            </a:r>
            <a:br/>
            <a:r>
              <a:t>- By maintaining their cultural heritage, immigrants enrich society with diverse perspectives and experiences, contributing to a more inclusive and vibrant community.</a:t>
            </a:r>
            <a:br/>
            <a:r>
              <a:t>- Cultural preservation strategies play a vital role in balancing assimilation with the preservation of cultural identity, allowing immigrants to maintain a strong sense of community while adapting to their new environment.</a:t>
            </a:r>
            <a:br/>
            <a:br/>
            <a:r>
              <a:t>Sources: [78]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Impacts of Immigration on Labor Market</a:t>
            </a:r>
          </a:p>
        </p:txBody>
      </p:sp>
      <p:sp>
        <p:nvSpPr>
          <p:cNvPr id="3" name="Content Placeholder 2"/>
          <p:cNvSpPr>
            <a:spLocks noGrp="1"/>
          </p:cNvSpPr>
          <p:nvPr>
            <p:ph idx="1"/>
          </p:nvPr>
        </p:nvSpPr>
        <p:spPr/>
        <p:txBody>
          <a:bodyPr/>
          <a:lstStyle/>
          <a:p>
            <a:pPr>
              <a:defRPr sz="1200"/>
            </a:pPr>
            <a:r>
              <a:t>- Research shows that immigrants play a crucial role in filling labor shortages in key sectors such as agriculture, construction, and healthcare, contributing to the overall economic growth of a country.</a:t>
            </a:r>
            <a:br/>
            <a:r>
              <a:t>- Studies suggest that immigrant entrepreneurs often start successful businesses, creating job opportunities and stimulating local economies.</a:t>
            </a:r>
            <a:br/>
            <a:r>
              <a:t>- It is important to consider the potential negative impacts of immigration on the labor market, such as job competition with native workers and concerns about wage suppression in certain industries.</a:t>
            </a:r>
            <a:br/>
            <a:r>
              <a:t>- Policymakers need to carefully assess the balance between the positive contributions of immigrants to the labor market and the challenges that may arise, in order to develop effective policies that benefit both immigrant and native workers.</a:t>
            </a:r>
            <a:br/>
            <a:br/>
            <a:r>
              <a:t>Sources: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[72] Cultural Assimilation vs Cultural Preservation in Immigration - https://www.migrationpolicy.org/article/assimilation-and-integration-immigrants-united-states</a:t>
            </a:r>
            <a:br/>
            <a:r>
              <a:t>[73] Comparison of Immigration Policies in USA, Canada, and Australia - https://www.migrationpolicy.org/article/comparing-integration-and-immigration-policies-united-states-canada-and-australia</a:t>
            </a:r>
            <a:br/>
            <a:r>
              <a:t>[74] Refugee Resettlement Policies in Europe - https://www.migrationpolicy.org/article/european-refugee-crisis-background-and-issues</a:t>
            </a:r>
            <a:br/>
            <a:r>
              <a:t>[75] National Identity and Immigration: A Complex Relationship - https://www.migrationpolicy.org/article/immigration-national-identity-and-global-governance</a:t>
            </a:r>
            <a:br/>
            <a:r>
              <a:t>[76] Challenges of Social Cohesion in Europe - https://www.migrationpolicy.org/article/europe-social-cohesion-immigration</a:t>
            </a:r>
            <a:br/>
            <a:r>
              <a:t>[77] Cultural Integration Programs in Different Countries - https://www.migrationpolicy.org/article/cultural-integration-immigrants-five-european-countries</a:t>
            </a:r>
            <a:br/>
            <a:r>
              <a:t>[78] The Importance of Cultural Preservation in Immigration - https://www.migrationpolicy.org/article/cultural-preservation-immigrant-communities</a:t>
            </a:r>
            <a:br/>
            <a:r>
              <a:t>[79] The Impact of Immigration on Labor Market - https://www.migrationpolicy.org/article/immigration-and-labor-market-impacts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