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 Evolution of Theater: From Ancient Greece to Modern Experimental Movements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Establishment of Greek Theater at Dionysus Festival</a:t>
            </a:r>
          </a:p>
        </p:txBody>
      </p:sp>
      <p:sp>
        <p:nvSpPr>
          <p:cNvPr id="3" name="Content Placeholder 2"/>
          <p:cNvSpPr>
            <a:spLocks noGrp="1"/>
          </p:cNvSpPr>
          <p:nvPr>
            <p:ph idx="1"/>
          </p:nvPr>
        </p:nvSpPr>
        <p:spPr/>
        <p:txBody>
          <a:bodyPr/>
          <a:lstStyle/>
          <a:p>
            <a:pPr>
              <a:defRPr sz="1200"/>
            </a:pPr>
            <a:r>
              <a:t>- Greek theater originated in ancient Greece and was a significant cultural phenomenon believed to have been established around the 6th century BC during the festival of Dionysus.</a:t>
            </a:r>
            <a:br/>
            <a:r>
              <a:t>- Two main genres of Greek theater were tragedy and comedy, with tragedy focusing on themes of suffering and loss, while comedy was more lighthearted and satirical.</a:t>
            </a:r>
            <a:br/>
            <a:r>
              <a:t>- The use of a chorus was a common feature in Greek theater, providing commentary and enhancing the storytelling.</a:t>
            </a:r>
            <a:br/>
            <a:r>
              <a:t>- Greek theater performances often incorporated masks, elaborate costumes, and symbolic props to enhance the visual and dramatic aspects of the plays.</a:t>
            </a:r>
            <a:br/>
            <a:br/>
            <a:r>
              <a:t>Sources: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Greek Theater Genres: Tragedy vs. Comedy</a:t>
            </a:r>
          </a:p>
        </p:txBody>
      </p:sp>
      <p:sp>
        <p:nvSpPr>
          <p:cNvPr id="3" name="Content Placeholder 2"/>
          <p:cNvSpPr>
            <a:spLocks noGrp="1"/>
          </p:cNvSpPr>
          <p:nvPr>
            <p:ph idx="1"/>
          </p:nvPr>
        </p:nvSpPr>
        <p:spPr/>
        <p:txBody>
          <a:bodyPr/>
          <a:lstStyle/>
          <a:p>
            <a:pPr>
              <a:defRPr sz="1200"/>
            </a:pPr>
            <a:r>
              <a:t>- Tragedy plays in Greek theater often featured protagonists facing moral dilemmas and tragic outcomes, exploring themes of fate, justice, and the human condition.</a:t>
            </a:r>
            <a:br/>
            <a:r>
              <a:t>- Comedy plays in Greek theater utilized humor, satire, and parody to critique societal norms, political figures, and everyday life, providing comic relief and social commentary to the audience.</a:t>
            </a:r>
            <a:br/>
            <a:r>
              <a:t>- The chorus in Greek theater served as a collective voice representing the community, offering reflections on the events of the play, providing background information, and emphasizing key moments through song and dance.</a:t>
            </a:r>
            <a:br/>
            <a:r>
              <a:t>- Greek theater paved the way for the development of dramatic structure, characterization, and theatrical conventions that continue to influence contemporary theater practices worldwide.</a:t>
            </a:r>
            <a:br/>
            <a:br/>
            <a:r>
              <a:t>Sources: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"Influence of Greek Theater on Roman Theater"</a:t>
            </a:r>
          </a:p>
        </p:txBody>
      </p:sp>
      <p:sp>
        <p:nvSpPr>
          <p:cNvPr id="3" name="Content Placeholder 2"/>
          <p:cNvSpPr>
            <a:spLocks noGrp="1"/>
          </p:cNvSpPr>
          <p:nvPr>
            <p:ph idx="1"/>
          </p:nvPr>
        </p:nvSpPr>
        <p:spPr/>
        <p:txBody>
          <a:bodyPr/>
          <a:lstStyle/>
          <a:p>
            <a:pPr>
              <a:defRPr sz="1200"/>
            </a:pPr>
            <a:r>
              <a:t>- The use of masks in modern theater can be traced back to the influence of Greek theater, where masks were utilized to help actors portray different characters and emotions more effectively.</a:t>
            </a:r>
            <a:br/>
            <a:r>
              <a:t>- Masks continue to be a prominent feature in various forms of performance art, enhancing storytelling and creating a sense of mystery or transformation for the audience.</a:t>
            </a:r>
            <a:br/>
            <a:br/>
            <a:r>
              <a:t>Sources: [41]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"Modern Theater: Masks, Chorus, Storytelling Techniques"</a:t>
            </a:r>
          </a:p>
        </p:txBody>
      </p:sp>
      <p:sp>
        <p:nvSpPr>
          <p:cNvPr id="3" name="Content Placeholder 2"/>
          <p:cNvSpPr>
            <a:spLocks noGrp="1"/>
          </p:cNvSpPr>
          <p:nvPr>
            <p:ph idx="1"/>
          </p:nvPr>
        </p:nvSpPr>
        <p:spPr/>
        <p:txBody>
          <a:bodyPr/>
          <a:lstStyle/>
          <a:p>
            <a:pPr>
              <a:defRPr sz="1200"/>
            </a:pPr>
            <a:r>
              <a:t>- Greek theater has had a significant influence on modern performance arts, with the use of masks, chorus, and storytelling techniques from ancient Greek dramas being evident in contemporary theater productions.</a:t>
            </a:r>
            <a:br/>
            <a:r>
              <a:t>- The concept of tragedy and comedy, as established by Greek playwrights like Sophocles and Aristophanes, continues to impact the structure and themes of many modern plays.</a:t>
            </a:r>
            <a:br/>
            <a:r>
              <a:t>- The idea of using theater as a medium for social and political commentary, prevalent in Greek theater, remains a driving force in modern performance arts.</a:t>
            </a:r>
            <a:br/>
            <a:r>
              <a:t>- Contemporary performances often draw inspiration from Greek theater traditions to create engaging and impactful storytelling experiences.</a:t>
            </a:r>
            <a:br/>
            <a:br/>
            <a:r>
              <a:t>Sources: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"Tragedy and Comedy in Modern Theater"</a:t>
            </a:r>
          </a:p>
        </p:txBody>
      </p:sp>
      <p:sp>
        <p:nvSpPr>
          <p:cNvPr id="3" name="Content Placeholder 2"/>
          <p:cNvSpPr>
            <a:spLocks noGrp="1"/>
          </p:cNvSpPr>
          <p:nvPr>
            <p:ph idx="1"/>
          </p:nvPr>
        </p:nvSpPr>
        <p:spPr/>
        <p:txBody>
          <a:bodyPr/>
          <a:lstStyle/>
          <a:p>
            <a:pPr>
              <a:defRPr sz="1200"/>
            </a:pPr>
            <a:r>
              <a:t>- The Living Theatre, a pioneering experimental theatre troupe founded in 1947, aimed to create politically engaged and artistically innovative performances.</a:t>
            </a:r>
            <a:br/>
            <a:r>
              <a:t>- The Living Theatre challenged traditional notions of performance by incorporating audience participation, non-linear narratives, and avant-garde staging techniques.</a:t>
            </a:r>
            <a:br/>
            <a:r>
              <a:t>- Their productions often addressed social issues and sought to inspire change through the power of live performance.</a:t>
            </a:r>
            <a:br/>
            <a:br/>
            <a:r>
              <a:t>Sources: [43]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"Theater Technology Evolution and Performance Impact"</a:t>
            </a:r>
          </a:p>
        </p:txBody>
      </p:sp>
      <p:sp>
        <p:nvSpPr>
          <p:cNvPr id="3" name="Content Placeholder 2"/>
          <p:cNvSpPr>
            <a:spLocks noGrp="1"/>
          </p:cNvSpPr>
          <p:nvPr>
            <p:ph idx="1"/>
          </p:nvPr>
        </p:nvSpPr>
        <p:spPr/>
        <p:txBody>
          <a:bodyPr/>
          <a:lstStyle/>
          <a:p>
            <a:pPr>
              <a:defRPr sz="1200"/>
            </a:pPr>
            <a:r>
              <a:t>- The evolution of theater technology has greatly impacted the way performances are created and experienced, enhancing the overall theatrical experience.</a:t>
            </a:r>
            <a:br/>
            <a:r>
              <a:t>- Advancements in sound technology, such as microphones and sound systems, have improved audio quality for both performers and audiences.</a:t>
            </a:r>
            <a:br/>
            <a:r>
              <a:t>- Stage design has evolved with advancements in materials and construction techniques, allowing for more elaborate and dynamic sets.</a:t>
            </a:r>
            <a:br/>
            <a:r>
              <a:t>- Lighting technology has advanced from the early use of candles and lanterns to sophisticated lighting systems, contributing to the overall atmosphere and visual impact of performances.</a:t>
            </a:r>
            <a:br/>
            <a:br/>
            <a:r>
              <a:t>Sources: [44]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Shakespearean Themes in Modern Theater</a:t>
            </a:r>
          </a:p>
        </p:txBody>
      </p:sp>
      <p:sp>
        <p:nvSpPr>
          <p:cNvPr id="3" name="Content Placeholder 2"/>
          <p:cNvSpPr>
            <a:spLocks noGrp="1"/>
          </p:cNvSpPr>
          <p:nvPr>
            <p:ph idx="1"/>
          </p:nvPr>
        </p:nvSpPr>
        <p:spPr/>
        <p:txBody>
          <a:bodyPr/>
          <a:lstStyle/>
          <a:p>
            <a:pPr>
              <a:defRPr sz="1200"/>
            </a:pPr>
            <a:r>
              <a:t>- Contemporary theater productions often adapt Shakespearean works to reflect current societal issues and cultural contexts, showcasing the enduring relevance of his plays</a:t>
            </a:r>
            <a:br/>
            <a:r>
              <a:t>- The language and storytelling techniques used by Shakespeare have influenced modern playwrights and directors in their creative processes</a:t>
            </a:r>
            <a:br/>
            <a:r>
              <a:t>- Shakespearean themes such as love, betrayal, and power continue to resonate with audiences today, highlighting the timeless nature of his works.</a:t>
            </a:r>
            <a:br/>
            <a:br/>
            <a:r>
              <a:t>Sources: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"Experimental Theater Movements: Definition &amp; Characteristics"</a:t>
            </a:r>
          </a:p>
        </p:txBody>
      </p:sp>
      <p:sp>
        <p:nvSpPr>
          <p:cNvPr id="3" name="Content Placeholder 2"/>
          <p:cNvSpPr>
            <a:spLocks noGrp="1"/>
          </p:cNvSpPr>
          <p:nvPr>
            <p:ph idx="1"/>
          </p:nvPr>
        </p:nvSpPr>
        <p:spPr/>
        <p:txBody>
          <a:bodyPr/>
          <a:lstStyle/>
          <a:p>
            <a:pPr>
              <a:defRPr sz="1200"/>
            </a:pPr>
            <a:r>
              <a:t>- Experimental theater movements involve innovative and unconventional approaches to theatrical performance that challenge traditional norms and boundaries, incorporating elements of multimedia, audience participation, and non-linear storytelling</a:t>
            </a:r>
            <a:br/>
            <a:r>
              <a:t>- Avant-garde theater, a subset of experimental theater, pushes the boundaries of traditional theater practices through its radical and innovative approaches to performance</a:t>
            </a:r>
            <a:br/>
            <a:r>
              <a:t>- Experimental theater movements aim to explore new forms of expression and push the boundaries of mainstream acceptability in theater</a:t>
            </a:r>
            <a:br/>
            <a:r>
              <a:t>- Avant-garde theater often seeks to provoke and challenge audiences by presenting unconventional narratives and performances</a:t>
            </a:r>
            <a:br/>
            <a:br/>
            <a:r>
              <a:t>Sources: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[39] Greek Theater History - https://www.britannica.com/art/Western-theatre/Greek-theatre</a:t>
            </a:r>
            <a:br/>
            <a:r>
              <a:t>[40] Development of Experimental Theater Movements - https://en.wikipedia.org/wiki/Experimental_theatre</a:t>
            </a:r>
            <a:br/>
            <a:r>
              <a:t>[41] Use of Masks in Modern Theater - https://www.britannica.com/art/mask-theatrical-prop</a:t>
            </a:r>
            <a:br/>
            <a:r>
              <a:t>[42] Influence of Greek Theater on Modern Performance Arts - https://en.wikipedia.org/wiki/Theatre_of_ancient_Greece#Influence_on_Western_theatre</a:t>
            </a:r>
            <a:br/>
            <a:r>
              <a:t>[43] The Living Theatre - https://www.livingtheatre.org/</a:t>
            </a:r>
            <a:br/>
            <a:r>
              <a:t>[44] Evolution of Theater Technology - https://www.masterclass.com/articles/a-guide-to-the-evolution-of-theatre-technology</a:t>
            </a:r>
            <a:br/>
            <a:r>
              <a:t>[45] Contemporary Theater: Influence of Shakespearean Plays - https://www.britannica.com/art/Western-theatre/Influence-of-Shakespeare</a:t>
            </a:r>
            <a:br/>
            <a:r>
              <a:t>[46] History of Theater - https://en.wikipedia.org/wiki/Theatre#History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