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Unveiling the Renaissance: Exploring Artistic Techniques, Humanistic Values, and Patronage in the Age of Enlightenment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Evolution of Linear Perspective in Renaissance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The invention of the printing press by Johannes Gutenberg revolutionized the dissemination of art and knowledge during the Renaissance period.</a:t>
            </a:r>
            <a:br/>
            <a:r>
              <a:t>- Artists like Leonardo da Vinci and Jan van Eyck experimented with new painting techniques such as sfumato and oil painting, enhancing the depth and realism of their works.</a:t>
            </a:r>
            <a:br/>
            <a:br/>
            <a:r>
              <a:t>Sources: [62]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Leonardo da Vinci's Influence on Perspective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Patrons during the Renaissance period provided financial backing, materials, and creative direction to artists in exchange for commissioned works of art.</a:t>
            </a:r>
            <a:br/>
            <a:r>
              <a:t>- Artists dedicated their works to patrons or incorporated symbols of the patron's status or values into the artwork as a sign of gratitude and recognition.</a:t>
            </a:r>
            <a:br/>
            <a:r>
              <a:t>- The relationship between artists and patrons was essential for the development and production of art during the Renaissance period.</a:t>
            </a:r>
            <a:br/>
            <a:r>
              <a:t>- Patrons played a crucial role in shaping the artistic direction and themes of artworks, influencing the content and style of Renaissance art.</a:t>
            </a:r>
            <a:br/>
            <a:br/>
            <a:r>
              <a:t>Sources: [63]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Humanism on Renaissance Artistry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Humanism in Renaissance art emphasized the importance of human values, potential, and achievements, promoting a focus on the beauty and idealized forms of the human body.</a:t>
            </a:r>
            <a:br/>
            <a:r>
              <a:t>- Artists were encouraged to express their unique perspectives and emotions in their work, reflecting the individualism promoted by humanist ideals.</a:t>
            </a:r>
            <a:br/>
            <a:r>
              <a:t>- Nature was often depicted as a reflection of divine order in Renaissance art, with emotions portrayed in a realistic and profound manner.</a:t>
            </a:r>
            <a:br/>
            <a:r>
              <a:t>- Humanist ideals influenced lifelike depictions and human-centered themes in art, shaping the artistic expression of the Renaissance period.</a:t>
            </a:r>
            <a:br/>
            <a:br/>
            <a:r>
              <a:t>Sources: [64]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Symbolism in Renaissance Paintings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use of allegorical symbols in Renaissance paintings served to represent abstract ideas, virtues, vices, or historical events in a visual and symbolic manner.</a:t>
            </a:r>
            <a:br/>
            <a:r>
              <a:t>- Artists often employed religious motifs, such as halos or crosses, to convey deeper spiritual meanings and messages in their artworks.</a:t>
            </a:r>
            <a:br/>
            <a:r>
              <a:t>- Symbolism in Renaissance paintings extended beyond objects and animals, with colors and compositions also carrying symbolic significance to enhance the overall meaning of the artwork.</a:t>
            </a:r>
            <a:br/>
            <a:r>
              <a:t>- Decoding these symbols provides viewers with a richer understanding of the intended message of the artwork and the cultural context in which it was created.</a:t>
            </a:r>
            <a:br/>
            <a:br/>
            <a:r>
              <a:t>Sources: [65]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"Patrons' Role in Supporting Renaissance Artists"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Patrons like the Medici family and the Papal Court not only provided financial support but also offered artists opportunities to showcase their talents and gain recognition.</a:t>
            </a:r>
            <a:br/>
            <a:r>
              <a:t>- The relationship between patrons and artists often involved a level of influence, with patrons sometimes dictating the subject matter or style of the commissioned artworks.</a:t>
            </a:r>
            <a:br/>
            <a:r>
              <a:t>- Patronage in the Renaissance era extended beyond financial support, as patrons also played a role in shaping the cultural and artistic landscape of the time.</a:t>
            </a:r>
            <a:br/>
            <a:r>
              <a:t>- The influence of patrons on artistic creation was sometimes explicitly acknowledged in the artworks themselves, serving as a testament to the symbiotic relationship between artists and their benefactors.</a:t>
            </a:r>
            <a:br/>
            <a:br/>
            <a:r>
              <a:t>Sources: [66]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Printing Press in Art Dissemination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printing press facilitated the mass production of books and printed materials, leading to a significant increase in the accessibility of art to a broader audience.</a:t>
            </a:r>
            <a:br/>
            <a:r>
              <a:t>- The availability of woodcut prints as a popular medium for reproducing artworks further expanded the reach and influence of Renaissance art across Europe.</a:t>
            </a:r>
            <a:br/>
            <a:r>
              <a:t>- Artists were able to create multiple copies of their works using the printing press, allowing for a wider dissemination of their art and contributing to the cultural exchange and artistic development of the period.</a:t>
            </a:r>
            <a:br/>
            <a:br/>
            <a:r>
              <a:t>Sources: [67]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"Advantages of Oil Painting in Renaissance Art"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Oil painting techniques allowed artists to achieve a greater range of textures and effects in their artworks, enhancing the overall visual impact.</a:t>
            </a:r>
            <a:br/>
            <a:r>
              <a:t>- The use of oil paints enabled artists to work in layers, creating a sense of luminosity and depth that was not easily achievable with other painting mediums.</a:t>
            </a:r>
            <a:br/>
            <a:r>
              <a:t>- Artists could achieve a wider color palette and richer tonal variations with oil paints, enhancing the overall vibrancy and realism of their paintings.</a:t>
            </a:r>
            <a:br/>
            <a:r>
              <a:t>- The longer drying times of oil paints allowed artists to rework and refine their compositions over an extended period, resulting in more detailed and intricate artworks.</a:t>
            </a:r>
            <a:br/>
            <a:br/>
            <a:r>
              <a:t>Sources: [68]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"Humanist Ideals in Modern Art"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use of oil painting techniques in the Renaissance allowed artists to achieve a greater range of textures and effects, enhancing the visual impact of their artworks.</a:t>
            </a:r>
            <a:br/>
            <a:r>
              <a:t>- Oil paints enabled artists to work in layers, creating a sense of luminosity and depth in their paintings that was not easily achievable with other mediums.</a:t>
            </a:r>
            <a:br/>
            <a:r>
              <a:t>- Artists during the Renaissance could achieve a wider color palette and richer tonal variations using oil paints, enhancing the vibrancy and realism of their artworks.</a:t>
            </a:r>
            <a:br/>
            <a:r>
              <a:t>- The longer drying times of oil paints in the Renaissance period allowed artists to rework and refine their compositions over an extended period, resulting in more detailed and intricate artworks.</a:t>
            </a:r>
            <a:br/>
            <a:br/>
            <a:r>
              <a:t>Sources: [69]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[62] Innovations in Art Production During the Renaissance Period - https://www.metmuseum.org/toah/hd/itar/hd_itar.htm</a:t>
            </a:r>
            <a:br/>
            <a:r>
              <a:t>[63] Patronage in the Renaissance - https://www.metmuseum.org/toah/hd/arpn/hd_arpn.htm</a:t>
            </a:r>
            <a:br/>
            <a:r>
              <a:t>[64] Humanism in Renaissance Art - https://www.metmuseum.org/toah/hd/hamr/hd_hamr.htm</a:t>
            </a:r>
            <a:br/>
            <a:r>
              <a:t>[65] Allegorical Symbols in Renaissance Paintings - https://www.metmuseum.org/toah/hd/rens/hd_rens.htm</a:t>
            </a:r>
            <a:br/>
            <a:r>
              <a:t>[66] Role of Patrons in Supporting Renaissance Artists - https://www.metmuseum.org/toah/hd/renp/hd_renp.htm</a:t>
            </a:r>
            <a:br/>
            <a:r>
              <a:t>[67] Impact of the Printing Press on Art Dissemination - https://www.metmuseum.org/toah/hd/prnt/hd_prnt.htm</a:t>
            </a:r>
            <a:br/>
            <a:r>
              <a:t>[68] Key Figures of the Renaissance - https://www.history.com/topics/renaissance/renaissance</a:t>
            </a:r>
            <a:br/>
            <a:r>
              <a:t>[69] Leonardo da Vinci - https://www.biography.com/artist/leonardo-da-vinci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