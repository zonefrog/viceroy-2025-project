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Breaking Barriers: Achieving Gender Equality in the Workplace</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Understanding the Gender Pay Gap</a:t>
            </a:r>
          </a:p>
        </p:txBody>
      </p:sp>
      <p:sp>
        <p:nvSpPr>
          <p:cNvPr id="3" name="Content Placeholder 2"/>
          <p:cNvSpPr>
            <a:spLocks noGrp="1"/>
          </p:cNvSpPr>
          <p:nvPr>
            <p:ph idx="1"/>
          </p:nvPr>
        </p:nvSpPr>
        <p:spPr/>
        <p:txBody>
          <a:bodyPr/>
          <a:lstStyle/>
          <a:p>
            <a:pPr>
              <a:defRPr sz="1200"/>
            </a:pPr>
            <a:r>
              <a:t>- Workplace discrimination targets individuals based on their gender, leading to unequal pay, lack of advancement opportunities, and hostile work environments.</a:t>
            </a:r>
            <a:br/>
            <a:r>
              <a:t>- Gender discrimination can result in lower job satisfaction, decreased morale, and reduced productivity among women in the workforce.</a:t>
            </a:r>
            <a:br/>
            <a:r>
              <a:t>- Companies must address and prevent gender discrimination to foster a more inclusive and equitable work environment.</a:t>
            </a:r>
            <a:br/>
            <a:r>
              <a:t>- Unfair treatment based on gender can have a significant impact on organizational culture and employee well-being.</a:t>
            </a:r>
            <a:br/>
            <a:br/>
            <a:r>
              <a:t>Sources: [47]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International Gender Pay Gap Variances</a:t>
            </a:r>
          </a:p>
        </p:txBody>
      </p:sp>
      <p:sp>
        <p:nvSpPr>
          <p:cNvPr id="3" name="Content Placeholder 2"/>
          <p:cNvSpPr>
            <a:spLocks noGrp="1"/>
          </p:cNvSpPr>
          <p:nvPr>
            <p:ph idx="1"/>
          </p:nvPr>
        </p:nvSpPr>
        <p:spPr/>
        <p:txBody>
          <a:bodyPr/>
          <a:lstStyle/>
          <a:p>
            <a:pPr>
              <a:defRPr sz="1200"/>
            </a:pPr>
            <a:r>
              <a:t>- The gender pay gap varies internationally, with different countries showing varying levels of disparity due to cultural norms, government policies, and societal attitudes towards gender roles.</a:t>
            </a:r>
            <a:br/>
            <a:r>
              <a:t>- Iceland has one of the smallest gender pay gaps globally, attributed to strong legislative measures and a cultural emphasis on gender equality.</a:t>
            </a:r>
            <a:br/>
            <a:r>
              <a:t>- Research suggests that understanding international differences in the gender pay gap can inform strategic initiatives aimed at reducing disparities.</a:t>
            </a:r>
            <a:br/>
            <a:r>
              <a:t>- Additional factors contributing to international variances in the gender pay gap may include economic conditions, industry structures, and historical gender norms in each country.</a:t>
            </a:r>
            <a:br/>
            <a:br/>
            <a:r>
              <a:t>Sources: [48]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Factors Impacting Gender Pay Gap</a:t>
            </a:r>
          </a:p>
        </p:txBody>
      </p:sp>
      <p:sp>
        <p:nvSpPr>
          <p:cNvPr id="3" name="Content Placeholder 2"/>
          <p:cNvSpPr>
            <a:spLocks noGrp="1"/>
          </p:cNvSpPr>
          <p:nvPr>
            <p:ph idx="1"/>
          </p:nvPr>
        </p:nvSpPr>
        <p:spPr/>
        <p:txBody>
          <a:bodyPr/>
          <a:lstStyle/>
          <a:p>
            <a:pPr>
              <a:defRPr sz="1200"/>
            </a:pPr>
            <a:r>
              <a:t>- Cultural norms, government policies, and societal attitudes towards gender roles significantly impact the gender pay gap internationally.</a:t>
            </a:r>
            <a:br/>
            <a:r>
              <a:t>- Legislative measures and cultural emphasis on gender equality in countries like Iceland contribute to smaller gender pay gaps.</a:t>
            </a:r>
            <a:br/>
            <a:r>
              <a:t>- Economic conditions, industry structures, and historical gender norms in each country also play a role in shaping international variances in the gender pay gap.</a:t>
            </a:r>
            <a:br/>
            <a:br/>
            <a:r>
              <a:t>Sources: [49]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Impact of Gender Pay Gap on Women's Financial Security</a:t>
            </a:r>
          </a:p>
        </p:txBody>
      </p:sp>
      <p:sp>
        <p:nvSpPr>
          <p:cNvPr id="3" name="Content Placeholder 2"/>
          <p:cNvSpPr>
            <a:spLocks noGrp="1"/>
          </p:cNvSpPr>
          <p:nvPr>
            <p:ph idx="1"/>
          </p:nvPr>
        </p:nvSpPr>
        <p:spPr/>
        <p:txBody>
          <a:bodyPr/>
          <a:lstStyle/>
          <a:p>
            <a:pPr>
              <a:defRPr sz="1200"/>
            </a:pPr>
            <a:r>
              <a:t>- The gender pay gap is influenced by cultural norms, government policies, and societal attitudes towards gender roles, which vary internationally.</a:t>
            </a:r>
            <a:br/>
            <a:r>
              <a:t>- Countries like Iceland with strong legislative measures and cultural emphasis on gender equality tend to have smaller gender pay gaps.</a:t>
            </a:r>
            <a:br/>
            <a:r>
              <a:t>- Economic conditions, industry structures, and historical gender norms also contribute to the international variances in the gender pay gap.</a:t>
            </a:r>
            <a:br/>
            <a:r>
              <a:t>- Research suggests that addressing the gender pay gap requires a multifaceted approach that considers both systemic and individual factors.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Gender Discrimination in the Workplace: Examples and Prevention</a:t>
            </a:r>
          </a:p>
        </p:txBody>
      </p:sp>
      <p:sp>
        <p:nvSpPr>
          <p:cNvPr id="3" name="Content Placeholder 2"/>
          <p:cNvSpPr>
            <a:spLocks noGrp="1"/>
          </p:cNvSpPr>
          <p:nvPr>
            <p:ph idx="1"/>
          </p:nvPr>
        </p:nvSpPr>
        <p:spPr/>
        <p:txBody>
          <a:bodyPr/>
          <a:lstStyle/>
          <a:p>
            <a:pPr>
              <a:defRPr sz="1200"/>
            </a:pPr>
            <a:r>
              <a:t>- Countries like Sweden and Norway, known for their progressive gender equality policies, have significantly lower gender pay gaps compared to countries with less emphasis on gender equality.</a:t>
            </a:r>
            <a:br/>
            <a:r>
              <a:t>- Research indicates that the presence of strong labor unions and collective bargaining agreements can help reduce the gender pay gap by advocating for equal pay and fair treatment of employees.</a:t>
            </a:r>
            <a:br/>
            <a:r>
              <a:t>- Studies show that implementing transparent salary structures and conducting regular pay audits are effective strategies for closing the gender pay gap and promoting salary equity within organizations.</a:t>
            </a:r>
            <a:br/>
            <a:r>
              <a:t>- Additionally, offering salary negotiation training for employees can help empower individuals to advocate for fair compensation and address gender pay disparities proactively.</a:t>
            </a:r>
            <a:br/>
            <a:br/>
            <a:r>
              <a:t>Sources: [50]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Legal Protections Against Gender Discrimination in the Workplace</a:t>
            </a:r>
          </a:p>
        </p:txBody>
      </p:sp>
      <p:sp>
        <p:nvSpPr>
          <p:cNvPr id="3" name="Content Placeholder 2"/>
          <p:cNvSpPr>
            <a:spLocks noGrp="1"/>
          </p:cNvSpPr>
          <p:nvPr>
            <p:ph idx="1"/>
          </p:nvPr>
        </p:nvSpPr>
        <p:spPr/>
        <p:txBody>
          <a:bodyPr/>
          <a:lstStyle/>
          <a:p>
            <a:pPr>
              <a:defRPr sz="1200"/>
            </a:pPr>
            <a:r>
              <a:t>- Implementing fair and transparent promotion processes involves setting clear criteria for promotions, ensuring diverse representation on promotion committees, offering mentorship and sponsorship programs for women, and regularly reviewing promotion data for any disparities based on gender.</a:t>
            </a:r>
            <a:br/>
            <a:r>
              <a:t>- Providing equal opportunities for career advancement regardless of gender is essential for promoting gender equality in the workplace and creating a level playing field for all employees.</a:t>
            </a:r>
            <a:br/>
            <a:r>
              <a:t>- Actively addressing biases in decision-making is crucial for ensuring that promotion practices are based on merit and potential rather than gender stereotypes or prejudices.</a:t>
            </a:r>
            <a:br/>
            <a:r>
              <a:t>- Offering salary negotiation training for employees can empower individuals to advocate for fair compensation, address gender pay disparities proactively, and contribute to closing the gender pay gap within organizations.</a:t>
            </a:r>
            <a:br/>
            <a:br/>
            <a:r>
              <a:t>Sources: [51]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Successful Gender Diversity Programs: Key Components</a:t>
            </a:r>
          </a:p>
        </p:txBody>
      </p:sp>
      <p:sp>
        <p:nvSpPr>
          <p:cNvPr id="3" name="Content Placeholder 2"/>
          <p:cNvSpPr>
            <a:spLocks noGrp="1"/>
          </p:cNvSpPr>
          <p:nvPr>
            <p:ph idx="1"/>
          </p:nvPr>
        </p:nvSpPr>
        <p:spPr/>
        <p:txBody>
          <a:bodyPr/>
          <a:lstStyle/>
          <a:p>
            <a:pPr>
              <a:defRPr sz="1200"/>
            </a:pPr>
            <a:r>
              <a:t>- Research shows that employees participating in mentorship programs are more likely to be promoted and have higher job satisfaction</a:t>
            </a:r>
            <a:br/>
            <a:r>
              <a:t>- Gender diversity initiatives in the workplace aim to promote equality, increase women's representation in leadership roles, and create a more inclusive work environment</a:t>
            </a:r>
            <a:br/>
            <a:r>
              <a:t>- Effective gender diversity programs may include mentorship initiatives, diversity training, flexible work arrangements, targeted recruitment efforts, and policies supporting work-life balance</a:t>
            </a:r>
            <a:br/>
            <a:r>
              <a:t>- Companies implementing gender diversity initiatives are more likely to benefit from improved organizational performance and increased innovation</a:t>
            </a:r>
            <a:br/>
            <a:br/>
            <a:r>
              <a:t>Sources: [52]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The Role of Mentorship in Career Advancement</a:t>
            </a:r>
          </a:p>
        </p:txBody>
      </p:sp>
      <p:sp>
        <p:nvSpPr>
          <p:cNvPr id="3" name="Content Placeholder 2"/>
          <p:cNvSpPr>
            <a:spLocks noGrp="1"/>
          </p:cNvSpPr>
          <p:nvPr>
            <p:ph idx="1"/>
          </p:nvPr>
        </p:nvSpPr>
        <p:spPr/>
        <p:txBody>
          <a:bodyPr/>
          <a:lstStyle/>
          <a:p>
            <a:pPr>
              <a:defRPr sz="1200"/>
            </a:pPr>
            <a:r>
              <a:t>- Mentorship programs can help address gender disparities in career advancement by providing women with support, guidance, and networking opportunities based on merit and performance.</a:t>
            </a:r>
            <a:br/>
            <a:r>
              <a:t>- Transparent promotion processes are essential in ensuring that promotion decisions are fair and equitable, regardless of gender.</a:t>
            </a:r>
            <a:br/>
            <a:r>
              <a:t>- Equal access to development opportunities is crucial for promoting gender equality in the workplace and fostering a diverse and inclusive organizational culture.</a:t>
            </a:r>
            <a:br/>
            <a:r>
              <a:t>- Offering mentorship programs as part of gender diversity initiatives can significantly impact women's representation in leadership roles and contribute to improved organizational performance.</a:t>
            </a:r>
            <a:br/>
            <a:br/>
            <a:r>
              <a:t>Sources: [53]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[47] Workplace Discrimination: Types and Impact on Gender Equality - https://www.eeoc.gov/laws/types/</a:t>
            </a:r>
            <a:br/>
            <a:r>
              <a:t>[48] Gender Pay Gap: What It Is and Why It Matters - https://www.payscale.com/data/gender-pay-gap</a:t>
            </a:r>
            <a:br/>
            <a:r>
              <a:t>[49] Unconscious Bias Training in the Workplace - https://www.forbes.com/sites/forbeshumanresourcescouncil/2021/03/11/how-to-approach-unconscious-bias-training-in-the-workplace/?sh=7a6b6d6d4e5e</a:t>
            </a:r>
            <a:br/>
            <a:r>
              <a:t>[50] Top Gender Diversity Initiatives in the Workplace - https://www.forbes.com/sites/forbescommunicationscouncil/2020/03/06/top-gender-diversity-initiatives-in-the-workplace/?sh=48f4e5d51e15</a:t>
            </a:r>
            <a:br/>
            <a:r>
              <a:t>[51] Promotion Practices for Gender Equality in the Workplace: Best Practices - https://www.shrm.org/resourcesandtools/tools-and-samples/toolkits/pages/gender-diversity-promotion.aspx</a:t>
            </a:r>
            <a:br/>
            <a:r>
              <a:t>[52] Gender Diversity Initiatives in the Workplace - https://www.forbes.com/sites/forbesbusinesscouncil/2021/03/08/15-gender-diversity-initiatives-you-can-implement-in-your-business/?sh=55e2b6b8495b</a:t>
            </a:r>
            <a:br/>
            <a:r>
              <a:t>[53] Promotion Practices for Gender Equality in the Workplace - https://www.forbes.com/sites/forbescoachescouncil/2021/03/08/10-ways-to-promote-gender-equality-in-the-workplace/?sh=5e6b88a56e12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