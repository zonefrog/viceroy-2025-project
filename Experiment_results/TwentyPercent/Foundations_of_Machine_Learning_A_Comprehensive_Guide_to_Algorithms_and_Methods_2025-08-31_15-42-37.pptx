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Foundations of Machine Learning: A Comprehensive Guide to Algorithms and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"Machine Learning Fundamentals Overview"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Q-Learning is a model-free reinforcement learning algorithm used to find the optimal action-selection policy for any given Markov decision process.</a:t>
            </a:r>
            <a:br/>
            <a:r>
              <a:t>- It uses temporal difference learning to estimate the value of taking a particular action in a particular state.</a:t>
            </a:r>
            <a:br/>
            <a:r>
              <a:t>- Q-Learning is based on the concept of a Q-function, which represents the maximum expected cumulative reward achievable by following a particular policy.</a:t>
            </a:r>
            <a:br/>
            <a:r>
              <a:t>- By iteratively updating the Q-values based on the rewards received, Q-Learning can learn an optimal policy without requiring a model of the environment.</a:t>
            </a:r>
            <a:br/>
            <a:br/>
            <a:r>
              <a:t>Sources: [0]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Linear Regression Algorithm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Ensemble learning combines multiple base models to create a more robust and accurate predictive model.</a:t>
            </a:r>
            <a:br/>
            <a:r>
              <a:t>- Voting in ensemble learning aggregates predictions from different models to make a final prediction.</a:t>
            </a:r>
            <a:br/>
            <a:r>
              <a:t>- Bagging (Bootstrap Aggregating) in ensemble learning trains multiple models on different subsets of the training data and combines their predictions.</a:t>
            </a:r>
            <a:br/>
            <a:r>
              <a:t>- Boosting in ensemble learning trains models sequentially, with each model correcting the errors of its predecessor to improve overall performance.</a:t>
            </a:r>
            <a:br/>
            <a:br/>
            <a:r>
              <a:t>Sources: 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"Support Vector Machines and Kernel Functions"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Decision trees are constructed using a top-down, recursive approach where the best attribute to split the data is selected based on criteria like information gain or Gini impurity.</a:t>
            </a:r>
            <a:br/>
            <a:r>
              <a:t>- Each split in a decision tree aims to maximize the homogeneity of the target variable within the resulting subsets, leading to a tree structure that represents a sequence of decisions.</a:t>
            </a:r>
            <a:br/>
            <a:r>
              <a:t>- Pruning is a technique used to prevent overfitting in decision trees by removing nodes that do not significantly improve the model's performance on unseen data.</a:t>
            </a:r>
            <a:br/>
            <a:r>
              <a:t>- Decision trees can handle both numerical and categorical data, making them versatile for a wide range of machine learning tasks.</a:t>
            </a:r>
            <a:br/>
            <a:br/>
            <a:r>
              <a:t>Sources: 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"Decision Trees Construction &amp; Information Gain"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Decision trees are constructed using a top-down, recursive approach where the best attribute to split the data is selected based on criteria like information gain or Gini impurity.</a:t>
            </a:r>
            <a:br/>
            <a:r>
              <a:t>- Each split in a decision tree aims to maximize the homogeneity of the target variable within the resulting subsets, leading to a tree structure that represents a sequence of decisions.</a:t>
            </a:r>
            <a:br/>
            <a:r>
              <a:t>- Pruning is a technique used to prevent overfitting in decision trees by removing nodes that do not significantly improve the model's performance on unseen data.</a:t>
            </a:r>
            <a:br/>
            <a:r>
              <a:t>- Decision trees can handle both numerical and categorical data, making them versatile for a wide range of machine learning tasks.</a:t>
            </a:r>
            <a:br/>
            <a:r>
              <a:t>- Information Gain is a metric used to measure the effectiveness of splitting data based on an attribute. It quantifies the amount of information gained about the target variable from splitting the data at a specific attribute.</a:t>
            </a:r>
            <a:br/>
            <a:br/>
            <a:r>
              <a:t>Sources: [3]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"Random Forest &amp; Ensemble Learning Overview"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Random Forest is known for its ability to handle high-dimensional data and reduce overfitting by aggregating multiple decision trees.</a:t>
            </a:r>
            <a:br/>
            <a:r>
              <a:t>- Ensemble learning methods like Random Forest combine the predictions of multiple models to improve overall prediction accuracy.</a:t>
            </a:r>
            <a:br/>
            <a:r>
              <a:t>- Random Forest is particularly effective in handling noisy data and maintaining good performance with large datasets.</a:t>
            </a:r>
            <a:br/>
            <a:r>
              <a:t>- The concept of bagging in Random Forest involves training each decision tree on a random subset of the training data to introduce diversity and reduce correlation among the trees.</a:t>
            </a:r>
            <a:br/>
            <a:br/>
            <a:r>
              <a:t>Sources: [4]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"K-Nearest Neighbors (KNN) Algorithm &amp; Distance Metrics"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K-Nearest Neighbors (KNN) Algorithm calculates the distance between data points in feature space to determine the nearest neighbors for classification.</a:t>
            </a:r>
            <a:br/>
            <a:r>
              <a:t>- The choice of distance metric in KNN, such as Euclidean, Manhattan, or Minkowski, impacts the similarity measurement between data points and the final classification outcome.</a:t>
            </a:r>
            <a:br/>
            <a:r>
              <a:t>- Distance metrics like Euclidean, Manhattan, and Minkowski play a crucial role in determining the proximity of data points in the feature space for accurate classification.</a:t>
            </a:r>
            <a:br/>
            <a:r>
              <a:t>- Understanding the application of K-Nearest Neighbors (KNN) Algorithm and various distance metrics is essential for effectively implementing classification tasks based on nearest neighbor majority voting.</a:t>
            </a:r>
            <a:br/>
            <a:br/>
            <a:r>
              <a:t>Sources: [5]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"Neural Networks Architecture &amp; Activation Functions"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Activation functions introduce non-linearity into neural networks, crucial for learning complex patterns and improving model performance.</a:t>
            </a:r>
            <a:br/>
            <a:r>
              <a:t>- The sigmoid function is commonly used in binary classification tasks, producing an output between 0 and 1, ideal for probability estimation.</a:t>
            </a:r>
            <a:br/>
            <a:r>
              <a:t>- ReLU (Rectified Linear Unit) is favored in hidden layers due to its ability to address the vanishing gradient problem by allowing only positive values.</a:t>
            </a:r>
            <a:br/>
            <a:r>
              <a:t>- Softmax activation function is typically employed in multi-class classification tasks to output probabilities for each class, aiding in decision-making processes.</a:t>
            </a:r>
            <a:br/>
            <a:br/>
            <a:r>
              <a:t>Sources: [6]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Ensemble Learning Methods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Gradient Boosting is an ensemble learning method that builds predictive models in a stage-wise fashion, fitting a series of weak learners to the data.</a:t>
            </a:r>
            <a:br/>
            <a:r>
              <a:t>- Each new model in Gradient Boosting corrects errors made by the previous ones, continuously improving predictions by minimizing a loss function.</a:t>
            </a:r>
            <a:br/>
            <a:r>
              <a:t>- This iterative process of Gradient Boosting results in high predictive accuracy and is widely used in machine learning competitions and real-world applications.</a:t>
            </a:r>
            <a:br/>
            <a:br/>
            <a:r>
              <a:t>Sources: [7]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[0] Q-Learning in Reinforcement Learning - https://towardsdatascience.com/introduction-to-q-learning-88d1c4f2b0c8</a:t>
            </a:r>
            <a:br/>
            <a:r>
              <a:t>[1] Introduction to Ensemble Learning in Machine Learning - https://towardsdatascience.com/ensemble-learning-in-machine-learning-8e185f39ae99</a:t>
            </a:r>
            <a:br/>
            <a:r>
              <a:t>[2] Introduction to Decision Trees in Machine Learning - https://www.geeksforgeeks.org/decision-tree-introduction-example/</a:t>
            </a:r>
            <a:br/>
            <a:r>
              <a:t>[3] Understanding Gradient Boosting in Machine Learning - https://towardsdatascience.com/understanding-gradient-boosting-machines-9be756fe76ab</a:t>
            </a:r>
            <a:br/>
            <a:r>
              <a:t>[4] Introduction to Dimensionality Reduction in Machine Learning - https://towardsdatascience.com/dimensionality-reduction-in-machine-learning-7f9a6d1b4700</a:t>
            </a:r>
            <a:br/>
            <a:r>
              <a:t>[5] Bagging and Boosting in Ensemble Learning - https://towardsdatascience.com/ensemble-learning-bagging-and-boosting-d20f38be9b1</a:t>
            </a:r>
            <a:br/>
            <a:r>
              <a:t>[6] Common Activation Functions in Neural Networks - https://missinglink.ai/guides/neural-network-concepts/activation-functions-neural-networks/</a:t>
            </a:r>
            <a:br/>
            <a:r>
              <a:t>[7] Introduction to Gradient Boosting in Machine Learning - https://en.wikipedia.org/wiki/Gradient_boosting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