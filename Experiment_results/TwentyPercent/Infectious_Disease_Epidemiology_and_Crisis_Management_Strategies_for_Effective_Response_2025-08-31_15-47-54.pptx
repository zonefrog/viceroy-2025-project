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Infectious Disease Epidemiology and Crisis Management: Strategies for Effective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Infectious Disease 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Outbreak investigation techniques involve a series of steps aimed at identifying the source of an outbreak, understanding how the disease is spreading, and implementing control measures to prevent further transmission.</a:t>
            </a:r>
            <a:br/>
            <a:r>
              <a:t>- These techniques typically include case identification, data collection and analysis, contact tracing, environmental investigations, and communication with the public and relevant stakeholders.</a:t>
            </a:r>
            <a:br/>
            <a:r>
              <a:t>- Utilizing advanced epidemiological methods such as molecular typing and phylogenetic analysis can help in identifying the source and transmission pathways of the outbreak.</a:t>
            </a:r>
            <a:br/>
            <a:r>
              <a:t>- Collaboration with multidisciplinary teams, including epidemiologists, microbiologists, environmental health specialists, and community outreach workers, is essential for a comprehensive outbreak investigation.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Patterns of Global Disease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Understanding the role of global travel and trade in facilitating the spread of infectious diseases across borders.</a:t>
            </a:r>
            <a:br/>
            <a:r>
              <a:t>- Analyzing the impact of environmental factors, such as climate change and urbanization, on the transmission dynamics of infectious diseases.</a:t>
            </a:r>
            <a:br/>
            <a:r>
              <a:t>- Exploring the influence of social determinants of health, such as poverty, access to healthcare, and cultural practices, on disease spread and control.</a:t>
            </a:r>
            <a:br/>
            <a:r>
              <a:t>- Investigating the role of wildlife and zoonotic diseases in the emergence and transmission of infectious diseases to human populations.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Risk Factors for Infectious Diseases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Assessing the impact of population density and mobility patterns on the transmission of infectious diseases.</a:t>
            </a:r>
            <a:br/>
            <a:r>
              <a:t>- Examining the role of healthcare infrastructure and access to medical services in shaping the spread of infectious diseases.</a:t>
            </a:r>
            <a:br/>
            <a:r>
              <a:t>- Evaluating the effectiveness of public health interventions, such as vaccination campaigns and contact tracing, in reducing disease transmission.</a:t>
            </a:r>
            <a:br/>
            <a:r>
              <a:t>- Investigating the influence of behavioral factors, such as hygiene practices and social interactions, on the risk of infectious disease outbreaks.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Crisis Communication in Public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Understanding the impact of cultural beliefs and practices on communication strategies during public health emergencies.</a:t>
            </a:r>
            <a:br/>
            <a:r>
              <a:t>- Exploring the use of risk communication models and frameworks to guide effective crisis communication efforts.</a:t>
            </a:r>
            <a:br/>
            <a:r>
              <a:t>- Analyzing the role of social media and digital platforms in disseminating public health information and combating misinformation.</a:t>
            </a:r>
            <a:br/>
            <a:r>
              <a:t>- Examining the ethical considerations and challenges associated with crisis communication in public health emergencies.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Community Engagement Strategies in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Engage community members in participatory decision-making processes to ensure their voices are heard and incorporated into crisis response plans.</a:t>
            </a:r>
            <a:br/>
            <a:r>
              <a:t>- Foster partnerships with community-based organizations, faith-based groups, and cultural leaders to facilitate culturally appropriate communication and outreach strategies.</a:t>
            </a:r>
            <a:br/>
            <a:r>
              <a:t>- Utilize community health workers and trusted local influencers to disseminate public health messages and address misinformation within specific population groups.</a:t>
            </a:r>
            <a:br/>
            <a:r>
              <a:t>- Implement feedback mechanisms and community forums to address community concerns, gather input, and tailor communication strategies to meet the diverse needs of the population.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Practical Crisis Communication Strategies in Public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Establishing partnerships with community leaders, local organizations, and cultural influencers to enhance community engagement and ensure culturally sensitive crisis communication.</a:t>
            </a:r>
            <a:br/>
            <a:r>
              <a:t>- Conducting targeted outreach and education campaigns tailored to the specific needs and preferences of diverse population groups within the community.</a:t>
            </a:r>
            <a:br/>
            <a:r>
              <a:t>- Implementing community feedback mechanisms, such as surveys, focus groups, and town hall meetings, to gather input, address concerns, and adapt communication strategies accordingly.</a:t>
            </a:r>
            <a:br/>
            <a:r>
              <a:t>- Leveraging community health workers and trusted local influencers to disseminate accurate information, combat misinformation, and promote adherence to public health recommendations during crises.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Disease Surveillance for Monitoring Infectious Diseases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Disease modeling and forecasting use mathematical algorithms to simulate disease transmission dynamics and predict disease trends, aiding in public health preparedness and response.</a:t>
            </a:r>
            <a:br/>
            <a:r>
              <a:t>- By analyzing past data and trends, disease models can make projections about future disease outbreaks, helping public health officials better prepare and respond effectively.</a:t>
            </a:r>
            <a:br/>
            <a:r>
              <a:t>- Mathematical algorithms in disease modeling allow for the simulation of disease spread based on population demographics, disease characteristics, and intervention strategies.</a:t>
            </a:r>
            <a:br/>
            <a:r>
              <a:t>- Machine learning techniques in disease forecasting analyze large datasets, identify patterns, and make predictions about future outbreaks, offering valuable insights for public health decision-making.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"Outbreak Investigation Techniques Overview"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Epidemiologists use data analysis and surveillance to track and monitor infectious diseases, identify risk factors, and develop strategies for prevention and control.</a:t>
            </a:r>
            <a:br/>
            <a:r>
              <a:t>- Understanding the epidemiology of infectious diseases involves studying how they are transmitted, their patterns of occurrence in different populations, and the factors that contribute to outbreaks.</a:t>
            </a:r>
            <a:br/>
            <a:r>
              <a:t>- Disease modeling and forecasting use mathematical algorithms to simulate disease transmission dynamics and predict disease trends, aiding in public health preparedness and response.</a:t>
            </a:r>
            <a:br/>
            <a:r>
              <a:t>- By analyzing past data and trends, disease models can make projections about future disease outbreaks, helping public health officials better prepare and respond effectively.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Outbreak Investigation Techniques: An Overview - https://www.cdc.gov/csels/dsepd/ss1978/lesson1/section11.html</a:t>
            </a:r>
            <a:br/>
            <a:r>
              <a:t>[17] Global Infectious Disease Epidemiology - https://www.who.int/health-topics/infectious-diseases#tab=tab_1</a:t>
            </a:r>
            <a:br/>
            <a:r>
              <a:t>[18] Risk Assessment in Epidemiology - https://www.who.int/environmental_health_emergencies/publications/epidemiology/en/</a:t>
            </a:r>
            <a:br/>
            <a:r>
              <a:t>[19] Community Engagement in Crisis Management - https://www.cdc.gov/phpr/community-engagement.html</a:t>
            </a:r>
            <a:br/>
            <a:r>
              <a:t>[20] Community Engagement in Crisis Management: Best Practices and Strategies - https://www.ncbi.nlm.nih.gov/pmc/articles/PMC4949772/</a:t>
            </a:r>
            <a:br/>
            <a:r>
              <a:t>[21] Disease Modeling and Forecasting in Public Health - https://www.ncbi.nlm.nih.gov/pmc/articles/PMC7152865/</a:t>
            </a:r>
            <a:br/>
            <a:r>
              <a:t>[22] Epidemiology of Infectious Diseases: An Overview - https://www.cdc.gov/ophss/csels/dsepd/ss1978/lesson1/section11.html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