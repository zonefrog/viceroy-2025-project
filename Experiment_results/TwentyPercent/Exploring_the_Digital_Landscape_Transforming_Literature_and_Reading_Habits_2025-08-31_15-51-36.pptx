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/>
            </a:r>
          </a:p>
          <a:p/>
          <a:p>
            <a:r>
              <a:t>Exploring the Digital Landscape: Transforming Literature and Reading Habits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The Impact of E-books on Reading Habits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E-books offer features like adjustable fonts and built-in dictionaries that enhance the reading experience, making it more interactive and personalized.</a:t>
            </a:r>
            <a:br/>
            <a:r>
              <a:t>- The portability and convenience of carrying hundreds of books in a single device have led to an increase in overall reading frequency and accessibility.</a:t>
            </a:r>
            <a:br/>
            <a:r>
              <a:t>- The availability of a wide range of literature on digital devices has democratized reading by providing access to diverse authors and genres that may not have been easily accessible in traditional print formats.</a:t>
            </a:r>
            <a:br/>
            <a:br/>
            <a:r>
              <a:t>Sources: [23]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Engaging Authors on Social Media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Authors can leverage targeted online strategies such as social media advertising, email campaigns, and search engine optimization to reach a wider audience and increase book sales.</a:t>
            </a:r>
            <a:br/>
            <a:r>
              <a:t>- Building an engaging online presence and interacting with readers through various digital platforms is crucial for authors to establish a loyal fan base and promote their work effectively.</a:t>
            </a:r>
            <a:br/>
            <a:br/>
            <a:r>
              <a:t>Sources: [24]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"Advantages of Audiobooks in Literature Consumption"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Audiobooks make literature more accessible to individuals with visual impairments or learning disabilities, providing an inclusive reading experience.</a:t>
            </a:r>
            <a:br/>
            <a:r>
              <a:t>- Some studies suggest that listening to audiobooks can enhance emotional engagement with the text, leading to a more immersive reading experience.</a:t>
            </a:r>
            <a:br/>
            <a:r>
              <a:t>- Audiobooks offer a unique opportunity for voice actors to bring characters to life through expressive narration, adding a new dimension to the storytelling experience.</a:t>
            </a:r>
            <a:br/>
            <a:r>
              <a:t>- Research indicates that audiobooks can be a valuable tool for improving language skills, pronunciation, and vocabulary acquisition, particularly for language learners or individuals with reading difficulties.</a:t>
            </a:r>
            <a:br/>
            <a:br/>
            <a:r>
              <a:t>Sources: [25]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Engaging Readers Through Interactive Fiction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Interactive storytelling in digital literature allows readers to actively engage with the story by making choices that influence the plot, creating a dynamic and immersive experience.</a:t>
            </a:r>
            <a:br/>
            <a:r>
              <a:t>- Readers can choose their own path through interactive fiction or gamebooks, blurring the line between reader and author, and empowering readers to shape the narrative in unique ways.</a:t>
            </a:r>
            <a:br/>
            <a:r>
              <a:t>- This form of storytelling offers a personalized reading experience, where readers' decisions lead to different outcomes and endings, enhancing their involvement in the story.</a:t>
            </a:r>
            <a:br/>
            <a:r>
              <a:t>- Interactive storytelling encourages multiple readings as readers explore different choices and paths, increasing the replay value and depth of the narrative.</a:t>
            </a:r>
            <a:br/>
            <a:br/>
            <a:r>
              <a:t>Sources: [26]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"The Impact of Book Recommendation Algorithms"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Book recommendation algorithms can help promote diversity in reading by introducing readers to authors and genres they may not have discovered otherwise.</a:t>
            </a:r>
            <a:br/>
            <a:r>
              <a:t>- These algorithms play a crucial role in expanding readers' literary horizons and encouraging them to explore new perspectives and voices in literature.</a:t>
            </a:r>
            <a:br/>
            <a:r>
              <a:t>- By analyzing reader preferences and behaviors, recommendation algorithms can tailor suggestions to individual tastes, fostering a more inclusive and varied reading experience.</a:t>
            </a:r>
            <a:br/>
            <a:r>
              <a:t>- The personalized nature of book recommendations can lead to a greater appreciation for diverse literary works and a deeper engagement with a wide range of authors and themes.</a:t>
            </a:r>
            <a:br/>
            <a:br/>
            <a:r>
              <a:t>Sources: [27]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Title: Fostering Community Through Online Book Clubs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Online book clubs provide a platform for readers to engage in discussions about literature, fostering a sense of community and encouraging exploration of new genres and authors.</a:t>
            </a:r>
            <a:br/>
            <a:r>
              <a:t>- Through online book clubs, readers can share their thoughts, recommendations, and insights, leading to a deeper appreciation for literature.</a:t>
            </a:r>
            <a:br/>
            <a:r>
              <a:t>- Successful online book clubs play a significant role in promoting literature and can be found in various platforms.</a:t>
            </a:r>
            <a:br/>
            <a:r>
              <a:t>- Online book clubs serve as a space where readers can connect with like-minded individuals, expanding their literary horizons and enhancing their reading experience.</a:t>
            </a:r>
            <a:br/>
            <a:br/>
            <a:r>
              <a:t>Sources: [28]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Strategies for Self-Publishing Success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Self-publishing allows authors to have greater control over their work and retain a higher percentage of royalties compared to traditional publishing models.</a:t>
            </a:r>
            <a:br/>
            <a:r>
              <a:t>- Authors can utilize self-publishing platforms to experiment with different genres, formats, and styles without constraints imposed by traditional publishers.</a:t>
            </a:r>
            <a:br/>
            <a:r>
              <a:t>- The accessibility of self-publishing platforms has democratized the publishing industry, enabling marginalized voices and underrepresented authors to share their stories with a global audience.</a:t>
            </a:r>
            <a:br/>
            <a:r>
              <a:t>- Self-publishing also offers authors the flexibility to update and revise their work based on reader feedback, fostering a more dynamic and interactive relationship with their audience.</a:t>
            </a:r>
            <a:br/>
            <a:br/>
            <a:r>
              <a:t>Sources: [29]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Digital Marketing Tools for Author Promotion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Utilize social media platforms like Facebook, Instagram, and Twitter to engage with readers and create buzz around new book releases.</a:t>
            </a:r>
            <a:br/>
            <a:r>
              <a:t>- Implement email marketing campaigns to reach a targeted audience of book enthusiasts and provide updates on author events, book signings, and promotions.</a:t>
            </a:r>
            <a:br/>
            <a:r>
              <a:t>- Collaborate with book promotion websites and online book clubs to increase visibility and attract new readers to the author's work.</a:t>
            </a:r>
            <a:br/>
            <a:br/>
            <a:r>
              <a:t>Sources: [30]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[23] The Evolution of Literature in the Digital Age - https://www.publishersweekly.com/pw/by-topic/digital/content-and-e-books/article/78886-the-evolution-of-literature-in-the-digital-age.html</a:t>
            </a:r>
            <a:br/>
            <a:r>
              <a:t>[24] The Vital Role of Digital Marketing for Authors - https://www.writtenwordmedia.com/digital-marketing-for-authors/</a:t>
            </a:r>
            <a:br/>
            <a:r>
              <a:t>[25] The Influence of Audiobooks on Literature Consumption - https://www.theguardian.com/books/2018/feb/18/how-audiobooks-lost-their-stigma</a:t>
            </a:r>
            <a:br/>
            <a:r>
              <a:t>[26] Exploring the World of Interactive Storytelling in Digital Literature - https://www.theverge.com/2016/10/20/13343876/interactive-fiction-games-digital-storytelling-features</a:t>
            </a:r>
            <a:br/>
            <a:r>
              <a:t>[27] The Role of Online Book Clubs in Promoting Literature - https://bookriot.com/online-book-clubs/</a:t>
            </a:r>
            <a:br/>
            <a:r>
              <a:t>[28] The Importance of Online Book Clubs in Promoting Literature - https://www.publishersweekly.com/pw/by-topic/industry-news/tip-sheet/article/85516-the-power-of-online-book-clubs-in-2021.html</a:t>
            </a:r>
            <a:br/>
            <a:r>
              <a:t>[29] The Evolution of Self-Publishing in the Digital Age - https://www.forbes.com/sites/jaymcgregor/2018/03/01/self-publishing-digital-publishing-amazon-kindle-ebooks/#6f7b9d0a6c52</a:t>
            </a:r>
            <a:br/>
            <a:r>
              <a:t>[30] The Importance of Digital Marketing for Authors - https://www.writersdigest.com/publishing-insights/importance-digital-marketing-authors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