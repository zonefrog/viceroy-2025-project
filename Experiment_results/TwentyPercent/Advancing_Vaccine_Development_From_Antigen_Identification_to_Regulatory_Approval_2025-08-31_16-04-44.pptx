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/>
            </a:r>
          </a:p>
          <a:p/>
          <a:p>
            <a:r>
              <a:t>Advancing Vaccine Development: From Antigen Identification to Regulatory Approval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400"/>
            </a:p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"Antigen Identification in Vaccine Development"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huge datasets to predict virus mutations and identify vaccine targets</a:t>
            </a:r>
            <a:br/>
            <a:r>
              <a:t>- Machine learning algorithms simulate the immune response to potential vaccine candidates</a:t>
            </a:r>
            <a:br/>
            <a:r>
              <a:t>- AI assists in drug discovery by repurposing existing drugs as potential vaccines</a:t>
            </a:r>
            <a:br/>
            <a:r>
              <a:t>- AI streamlines clinical trials by optimizing trial designs and predicting patient responses</a:t>
            </a:r>
            <a:br/>
            <a:br/>
            <a:r>
              <a:t>Sources: [54]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Potential Vaccine Candidates 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Researchers use bioinformatics tools to analyze genomic data and identify potential vaccine candidates</a:t>
            </a:r>
            <a:br/>
            <a:r>
              <a:t>- High-throughput screening techniques help researchers evaluate the efficacy of multiple vaccine candidates simultaneously</a:t>
            </a:r>
            <a:br/>
            <a:r>
              <a:t>- Structural biology techniques, such as cryo-electron microscopy, aid in understanding the interactions between potential vaccine candidates and the immune system</a:t>
            </a:r>
            <a:br/>
            <a:r>
              <a:t>- Systems biology approaches allow researchers to model the complex immune response to potential vaccine candidates</a:t>
            </a:r>
            <a:br/>
            <a:br/>
            <a:r>
              <a:t>Sources: [55]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Accelerating Vaccine Development with Artificial Intelligence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AI algorithms analyze large datasets to predict virus mutations and identify vaccine targets</a:t>
            </a:r>
            <a:br/>
            <a:r>
              <a:t>- Machine learning optimizes clinical trial designs and predicts patient responses</a:t>
            </a:r>
            <a:br/>
            <a:r>
              <a:t>- AI aids in drug discovery by screening existing drugs for potential vaccine use</a:t>
            </a:r>
            <a:br/>
            <a:r>
              <a:t>- Predicts efficacy of potential vaccine candidates to accelerate development</a:t>
            </a:r>
            <a:br/>
            <a:r>
              <a:t>- AI can assist in predicting the immune response to potential vaccine candidates</a:t>
            </a:r>
            <a:br/>
            <a:r>
              <a:t>- AI algorithms can simulate the behavior of molecules to predict their effectiveness in fighting diseases</a:t>
            </a:r>
            <a:br/>
            <a:br/>
            <a:r>
              <a:t>Sources: [56]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Understanding Immunogenicity in Vaccines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Immunogenicity testing assesses the ability of a vaccine to induce an immune response in pre-clinical studies</a:t>
            </a:r>
            <a:br/>
            <a:r>
              <a:t>- Different vaccine formulations may elicit varying levels of immunogenicity, impacting their efficacy</a:t>
            </a:r>
            <a:br/>
            <a:r>
              <a:t>- Evaluation of immunogenicity helps in selecting the most effective vaccine candidates for further development</a:t>
            </a:r>
            <a:br/>
            <a:r>
              <a:t>- Understanding the mechanisms underlying immunogenicity aids in optimizing vaccine design and development</a:t>
            </a:r>
            <a:br/>
            <a:br/>
            <a:r>
              <a:t>Sources: [57]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Enhancing Immune Response with Adjuvants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Adjuvants help to reduce the amount of antigen needed in vaccines, improving cost-effectiveness and effectiveness</a:t>
            </a:r>
            <a:br/>
            <a:r>
              <a:t>- The use of adjuvants can enhance the duration of the immune response elicited by vaccines</a:t>
            </a:r>
            <a:br/>
            <a:r>
              <a:t>- Research has shown that adjuvants can modulate the type of immune response generated by a vaccine</a:t>
            </a:r>
            <a:br/>
            <a:r>
              <a:t>- Adjuvants play a crucial role in enhancing the body's immune response to vaccine antigens</a:t>
            </a:r>
            <a:br/>
            <a:br/>
            <a:r>
              <a:t>Sources: [58]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"Importance of Clinical Trials in Vaccine Development"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Clinical trials are essential in evaluating the safety and efficacy of vaccine candidates in humans</a:t>
            </a:r>
            <a:br/>
            <a:r>
              <a:t>- Phase I trials focus on safety, Phase II on immunogenicity and dosing, and Phase III on efficacy</a:t>
            </a:r>
            <a:br/>
            <a:r>
              <a:t>- Rigorous clinical trials help ensure vaccines are safe and effective before widespread use</a:t>
            </a:r>
            <a:br/>
            <a:r>
              <a:t>- These trials provide essential data for regulatory approval and help ensure that vaccines are safe and effective for public use</a:t>
            </a:r>
            <a:br/>
            <a:br/>
            <a:r>
              <a:t>Sources: [59]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"Regulatory Agencies in Vaccine Approval"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Regulatory agencies like the FDA ensure vaccines undergo thorough review of clinical trial data for safety and efficacy assessment</a:t>
            </a:r>
            <a:br/>
            <a:r>
              <a:t>- Inspection of manufacturing facilities by regulatory agencies is conducted to ensure compliance with good manufacturing practices</a:t>
            </a:r>
            <a:br/>
            <a:r>
              <a:t>- The role of regulatory agencies in vaccine approval is crucial for maintaining public confidence in the safety and quality of vaccines</a:t>
            </a:r>
            <a:br/>
            <a:br/>
            <a:r>
              <a:t>Sources: [60]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Ensuring Vaccine Efficacy Through Cold Chain Management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- Vaccines must be stored and transported within the recommended temperature range to maintain potency</a:t>
            </a:r>
            <a:br/>
            <a:r>
              <a:t>- Cold chain management involves monitoring and controlling temperature conditions at every stage of the vaccine distribution process</a:t>
            </a:r>
            <a:br/>
            <a:r>
              <a:t>- Temperature-sensitive vaccines may lose efficacy if exposed to temperatures that are too high or too low</a:t>
            </a:r>
            <a:br/>
            <a:r>
              <a:t>- Proper cold chain management protocols are essential to prevent vaccine degradation and ensure successful immunization programs.</a:t>
            </a:r>
            <a:br/>
            <a:br/>
            <a:r>
              <a:t>Sources: [61]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400"/>
              <a:t>Sources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200"/>
            </a:pPr>
            <a:r>
              <a:t>[54] Application of AI in Accelerating Vaccine Development - https://www.nature.com/articles/d41586-020-00740-y</a:t>
            </a:r>
            <a:br/>
            <a:r>
              <a:t>[55] Vaccine Development Stages Explained - https://www.who.int/immunization/research/development/en/</a:t>
            </a:r>
            <a:br/>
            <a:r>
              <a:t>[56] Role of AI in Vaccine Development - https://www.nature.com/articles/s41587-019-0312-3</a:t>
            </a:r>
            <a:br/>
            <a:r>
              <a:t>[57] Role of Post-Market Surveillance in Vaccine Safety Monitoring - https://www.cdc.gov/vaccinesafety/ensuringsafety/monitoring/index.html</a:t>
            </a:r>
            <a:br/>
            <a:r>
              <a:t>[58] Importance of Immunogenicity in Vaccine Development - https://www.ncbi.nlm.nih.gov/pmc/articles/PMC4569819/</a:t>
            </a:r>
            <a:br/>
            <a:r>
              <a:t>[59] Role of Clinical Trials in Vaccine Development - https://www.who.int/immunization/research/development/clinical_trials/en/</a:t>
            </a:r>
            <a:br/>
            <a:r>
              <a:t>[60] How Regulatory Agencies Impact Vaccine Approval Process - https://www.fda.gov/vaccines-blood-biologics/vaccines/vaccine-approval-process</a:t>
            </a:r>
            <a:br/>
            <a:r>
              <a:t>[61] The Vital Role of Cold Chain Management in Vaccine Distribution - https://www.who.int/immunization/documents/WHO_IVB_05.10/en/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