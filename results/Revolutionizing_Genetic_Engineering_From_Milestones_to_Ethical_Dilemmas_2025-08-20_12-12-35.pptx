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Revolutionizing Genetic Engineering: From Milestones to Ethical Dilemmas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Key Genetic Engineering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Genetic engineering regulations are designed to ensure the safe and ethical use of genetic engineering technologies, with guidelines for research conduct and GMO handling.</a:t>
            </a:r>
            <a:br/>
            <a:r>
              <a:t>- Policies regarding genetic engineering vary globally, with some countries having stringent regulations while others may have more relaxed oversight.</a:t>
            </a:r>
            <a:br/>
            <a:r>
              <a:t>- Regulatory frameworks play a vital role in monitoring potential environmental impacts associated with genetic engineering practices.</a:t>
            </a:r>
            <a:br/>
            <a:r>
              <a:t>- Government agencies and international organizations are involved in setting standards and guidelines for genetic engineering research and applications.</a:t>
            </a:r>
            <a:br/>
            <a:br/>
            <a:r>
              <a:t>Sources: [8]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CRISPR-Cas9: Precision Gene Editing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CRISPR-Cas9 technology allows for precise gene editing by targeting specific DNA sequences for modification.</a:t>
            </a:r>
            <a:br/>
            <a:r>
              <a:t>- The CRISPR-Cas9 system consists of the Cas9 enzyme and RNA molecules that guide the editing process.</a:t>
            </a:r>
            <a:br/>
            <a:r>
              <a:t>- Gene editing in biotechnology offers diverse applications, from creating transgenic organisms to correcting genetic defects in humans.</a:t>
            </a:r>
            <a:br/>
            <a:r>
              <a:t>- CRISPR technology has revolutionized gene editing in biotechnology, enabling targeted modifications in various organisms.</a:t>
            </a:r>
            <a:br/>
            <a:r>
              <a:t>- The impact of gene editing on biotechnological innovations spans drug development, agriculture, and environmental conservation.</a:t>
            </a:r>
            <a:br/>
            <a:br/>
            <a:r>
              <a:t>Sources: [9]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Ethical Dilemmas in Gene Editing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Gene editing in biotechnology enables scientists to modify genes, insert new genes, or remove unwanted genes in organisms.</a:t>
            </a:r>
            <a:br/>
            <a:r>
              <a:t>- The CRISPR-Cas9 system consists of the Cas9 enzyme and RNA molecules that guide the editing process with high precision.</a:t>
            </a:r>
            <a:br/>
            <a:r>
              <a:t>- Applications of gene editing in biotechnology include creating genetically modified organisms for agriculture, developing new medical treatments, and studying gene function.</a:t>
            </a:r>
            <a:br/>
            <a:r>
              <a:t>- CRISPR technology has revolutionized gene editing by allowing targeted modifications in various organisms.</a:t>
            </a:r>
            <a:br/>
            <a:r>
              <a:t>- The impact of gene editing on biotechnological innovations spans drug development, agriculture, and environmental conservation, leading to advancements in these fields.</a:t>
            </a:r>
            <a:br/>
            <a:br/>
            <a:r>
              <a:t>Sources: [10]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"Applications of Genetic Engineering in Agriculture"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Genetic engineering in agriculture aims to improve crop yield, pest resistance, disease resistance, and nutritional value through the modification of plant and animal DNA.</a:t>
            </a:r>
            <a:br/>
            <a:r>
              <a:t>- The creation of genetically modified organisms (GMOs) allows for the introduction of specific genes into plants to confer beneficial traits.</a:t>
            </a:r>
            <a:br/>
            <a:r>
              <a:t>- Applications of genetic engineering in agriculture include the development of herbicide-resistant crops, insect-resistant crops, and drought-tolerant crops to address various agricultural challenges.</a:t>
            </a:r>
            <a:br/>
            <a:r>
              <a:t>- Livestock genetic engineering focuses on enhancing growth rates, disease resistance, and improving the quality of meat and dairy products to meet consumer demands.</a:t>
            </a:r>
            <a:br/>
            <a:br/>
            <a:r>
              <a:t>Sources: [11]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Benefits of GMOs in Agriculture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Genetic engineering in agriculture allows for the creation of crops with improved nutritional content to address deficiencies in specific regions.</a:t>
            </a:r>
            <a:br/>
            <a:r>
              <a:t>- By modifying plant DNA, scientists can develop crops that are resistant to harsh environmental conditions, reducing the need for pesticides.</a:t>
            </a:r>
            <a:br/>
            <a:r>
              <a:t>- The advancements in genetic engineering contribute to the development of crops with enhanced nutritional profiles, offering solutions to food security challenges.</a:t>
            </a:r>
            <a:br/>
            <a:r>
              <a:t>- Genetic modifications in agriculture aim to improve crop yields, pest resistance, and nutritional value, ultimately benefiting global agricultural practices.</a:t>
            </a:r>
            <a:br/>
            <a:br/>
            <a:r>
              <a:t>Sources: [12]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CRISPR Technology in Gene Therapy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CRISPR technology has shown promising results in gene therapy for treating genetic disorders by targeting specific genes associated with the condition.</a:t>
            </a:r>
            <a:br/>
            <a:r>
              <a:t>- The precision of CRISPR-Cas9 allows for targeted gene editing in human cells, offering potential therapeutic solutions for a wide range of genetic diseases.</a:t>
            </a:r>
            <a:br/>
            <a:r>
              <a:t>- Researchers are exploring the use of CRISPR technology to develop personalized treatments based on an individual's genetic makeup, advancing the field of precision medicine in healthcare.</a:t>
            </a:r>
            <a:br/>
            <a:r>
              <a:t>- The future applications of CRISPR in human health hold significant promise for innovative therapies, disease prevention strategies, and personalized medicine approaches.</a:t>
            </a:r>
            <a:br/>
            <a:br/>
            <a:r>
              <a:t>Sources: [13]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Cutting-Edge Gene Editing Advancements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CRISPR technology offers a precise and efficient method for editing DNA sequences, allowing for targeted modifications in specific genes associated with genetic disorders.</a:t>
            </a:r>
            <a:br/>
            <a:r>
              <a:t>- The potential applications of CRISPR-Cas9 in gene therapy extend to a wide range of conditions, including cancer, neurodegenerative diseases, and rare genetic disorders.</a:t>
            </a:r>
            <a:br/>
            <a:r>
              <a:t>- Researchers are exploring the use of CRISPR technology to develop novel treatments tailored to an individual's genetic profile, paving the way for personalized medicine approaches in healthcare.</a:t>
            </a:r>
            <a:br/>
            <a:r>
              <a:t>- The advancements in CRISPR technology hold promise for revolutionizing medical research and therapies, with implications for disease prevention strategies and innovative treatment options.</a:t>
            </a:r>
            <a:br/>
            <a:r>
              <a:t>- CRISPR-Cas9's ability to edit genes with precision opens up new possibilities for addressing complex genetic diseases and advancing the field of precision medicine in human health.</a:t>
            </a:r>
            <a:br/>
            <a:br/>
            <a:r>
              <a:t>Sources: [14]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Regulatory Frameworks in Genetic Engineering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Regulatory frameworks in genetic engineering aim to ensure the safe and ethical use of technologies, with guidelines covering research conduct, handling GMOs, and monitoring environmental impacts.</a:t>
            </a:r>
            <a:br/>
            <a:r>
              <a:t>- Government oversight and regulatory bodies play a crucial role in monitoring and enforcing regulations to protect public health and the environment in genetic engineering practices.</a:t>
            </a:r>
            <a:br/>
            <a:r>
              <a:t>- Some key aspects of genetic engineering regulations include labeling GMO products, manipulating genetic material, and addressing ethical considerations in research and application.</a:t>
            </a:r>
            <a:br/>
            <a:r>
              <a:t>- The variation in policies and regulations by region highlights the importance of having strict oversight and guidelines to govern genetic engineering practices globally.</a:t>
            </a:r>
            <a:br/>
            <a:br/>
            <a:r>
              <a:t>Sources: [15]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[8] Genetic Engineering Regulations and Policies Overview - https://www.ncbi.nlm.nih.gov/pmc/articles/PMC6366685/</a:t>
            </a:r>
            <a:br/>
            <a:r>
              <a:t>[9] Gene Editing in Biotechnology: An Overview - https://www.nature.com/scitable/topicpage/gene-editing-technologies-490</a:t>
            </a:r>
            <a:br/>
            <a:r>
              <a:t>[10] Gene Editing in Biotechnology: Techniques and Applications - https://www.ncbi.nlm.nih.gov/pmc/articles/PMC5791236/</a:t>
            </a:r>
            <a:br/>
            <a:r>
              <a:t>[11] Applications of Genetic Engineering in Agriculture - https://www.nature.com/scitable/topicpage/genetic-engineering-in-agriculture-2451/</a:t>
            </a:r>
            <a:br/>
            <a:r>
              <a:t>[12] Benefits of Genetic Engineering in Agriculture - https://www.ncbi.nlm.nih.gov/pmc/articles/PMC6047912/</a:t>
            </a:r>
            <a:br/>
            <a:r>
              <a:t>[13] The Future of Genetic Engineering - https://www.nature.com/articles/d41586-018-00595-3</a:t>
            </a:r>
            <a:br/>
            <a:r>
              <a:t>[14] CRISPR-Cas9: A game-changer in gene editing - https://www.nature.com/articles/nrd.2017.31</a:t>
            </a:r>
            <a:br/>
            <a:r>
              <a:t>[15] Genetic Engineering Regulations and Policies Overview - https://www.ncbi.nlm.nih.gov/pmc/articles/PMC6725286/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