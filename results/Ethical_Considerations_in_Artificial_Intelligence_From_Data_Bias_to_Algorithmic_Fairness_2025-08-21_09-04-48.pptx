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Ethical Considerations in Artificial Intelligence: From Data Bias to Algorithmic Fairness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Biased Data Impact on AI Fairness</a:t>
            </a:r>
          </a:p>
        </p:txBody>
      </p:sp>
      <p:sp>
        <p:nvSpPr>
          <p:cNvPr id="3" name="Content Placeholder 2"/>
          <p:cNvSpPr>
            <a:spLocks noGrp="1"/>
          </p:cNvSpPr>
          <p:nvPr>
            <p:ph idx="1"/>
          </p:nvPr>
        </p:nvSpPr>
        <p:spPr/>
        <p:txBody>
          <a:bodyPr/>
          <a:lstStyle/>
          <a:p>
            <a:pPr>
              <a:defRPr sz="1200"/>
            </a:pPr>
            <a:r>
              <a:t>- Biased data in AI development can lead to unintentional discrimination, perpetuating and exacerbating societal inequalities in AI systems.</a:t>
            </a:r>
            <a:br/>
            <a:r>
              <a:t>- Addressing biases in AI development is crucial to ensure fairness and equity in decision-making processes.</a:t>
            </a:r>
            <a:br/>
            <a:r>
              <a:t>- Developers must be aware of potential biases in their data and take proactive steps to mitigate them to avoid discriminatory outcomes.</a:t>
            </a:r>
            <a:br/>
            <a:r>
              <a:t>- Understanding the impact of biased data on AI systems is essential for promoting ethical and responsible AI development practices.</a:t>
            </a:r>
            <a:br/>
            <a:br/>
            <a:r>
              <a:t>Sources: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Importance of AI Transparency</a:t>
            </a:r>
          </a:p>
        </p:txBody>
      </p:sp>
      <p:sp>
        <p:nvSpPr>
          <p:cNvPr id="3" name="Content Placeholder 2"/>
          <p:cNvSpPr>
            <a:spLocks noGrp="1"/>
          </p:cNvSpPr>
          <p:nvPr>
            <p:ph idx="1"/>
          </p:nvPr>
        </p:nvSpPr>
        <p:spPr/>
        <p:txBody>
          <a:bodyPr/>
          <a:lstStyle/>
          <a:p>
            <a:pPr>
              <a:defRPr sz="1200"/>
            </a:pPr>
            <a:r>
              <a:t>- Fairness in algorithm design is a critical consideration to prevent bias and discrimination in AI systems, aiming to promote equitable outcomes and avoid perpetuating societal inequalities.</a:t>
            </a:r>
            <a:br/>
            <a:r>
              <a:t>- Techniques such as fairness-aware machine learning models and bias detection algorithms are being explored by researchers and developers to address biases in AI systems and ensure fair decision-making processes.</a:t>
            </a:r>
            <a:br/>
            <a:r>
              <a:t>- Ensuring that algorithms do not exhibit bias or discrimination against certain groups or individuals is essential in promoting transparency, accountability, and ethical practices in AI development.</a:t>
            </a:r>
            <a:br/>
            <a:r>
              <a:t>- Fairness-aware machine learning models and bias detection algorithms play a key role in mitigating biases and promoting equitable outcomes in AI decision-making.</a:t>
            </a:r>
            <a:br/>
            <a:br/>
            <a:r>
              <a:t>Sources: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Data Privacy Best Practices in AI</a:t>
            </a:r>
          </a:p>
        </p:txBody>
      </p:sp>
      <p:sp>
        <p:nvSpPr>
          <p:cNvPr id="3" name="Content Placeholder 2"/>
          <p:cNvSpPr>
            <a:spLocks noGrp="1"/>
          </p:cNvSpPr>
          <p:nvPr>
            <p:ph idx="1"/>
          </p:nvPr>
        </p:nvSpPr>
        <p:spPr/>
        <p:txBody>
          <a:bodyPr/>
          <a:lstStyle/>
          <a:p>
            <a:pPr>
              <a:defRPr sz="1200"/>
            </a:pPr>
            <a:r>
              <a:t>- Implementing strong encryption protocols to secure sensitive data in AI systems is crucial for protecting user privacy and preventing unauthorized access.</a:t>
            </a:r>
            <a:br/>
            <a:r>
              <a:t>- Regular security audits should be conducted to identify and address potential vulnerabilities in AI applications, ensuring that data privacy measures remain effective over time.</a:t>
            </a:r>
            <a:br/>
            <a:r>
              <a:t>- Data anonymization techniques should be employed whenever possible to minimize the risk of exposing personal information and to uphold user privacy rights.</a:t>
            </a:r>
            <a:br/>
            <a:r>
              <a:t>- Obtaining explicit consent from users before collecting their data is essential for ensuring transparency and building trust in AI systems.</a:t>
            </a:r>
            <a:br/>
            <a:br/>
            <a:r>
              <a:t>Sources: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Creating Ethical AI Guidelines</a:t>
            </a:r>
          </a:p>
        </p:txBody>
      </p:sp>
      <p:sp>
        <p:nvSpPr>
          <p:cNvPr id="3" name="Content Placeholder 2"/>
          <p:cNvSpPr>
            <a:spLocks noGrp="1"/>
          </p:cNvSpPr>
          <p:nvPr>
            <p:ph idx="1"/>
          </p:nvPr>
        </p:nvSpPr>
        <p:spPr/>
        <p:txBody>
          <a:bodyPr/>
          <a:lstStyle/>
          <a:p>
            <a:pPr>
              <a:defRPr sz="1200"/>
            </a:pPr>
            <a:r>
              <a:t>- Ethical guidelines for AI developers should be regularly reviewed and updated to address emerging ethical challenges and technological advancements in AI development.</a:t>
            </a:r>
            <a:br/>
            <a:r>
              <a:t>- Collaboration with ethicists, legal experts, and diverse stakeholders is essential in the creation of comprehensive ethical guidelines for AI projects to ensure a well-rounded perspective on ethical considerations.</a:t>
            </a:r>
            <a:br/>
            <a:r>
              <a:t>- Incorporating ethical impact assessments into the AI development process can help identify and address potential ethical issues early on, promoting responsible and ethical AI practices.</a:t>
            </a:r>
            <a:br/>
            <a:r>
              <a:t>- Organizations should establish clear channels for reporting ethical concerns or violations related to AI projects to encourage transparency, accountability, and continuous improvement in ethical practices.</a:t>
            </a:r>
            <a:br/>
            <a:br/>
            <a:r>
              <a:t>Sources: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Ensuring Accountability in AI Systems</a:t>
            </a:r>
          </a:p>
        </p:txBody>
      </p:sp>
      <p:sp>
        <p:nvSpPr>
          <p:cNvPr id="3" name="Content Placeholder 2"/>
          <p:cNvSpPr>
            <a:spLocks noGrp="1"/>
          </p:cNvSpPr>
          <p:nvPr>
            <p:ph idx="1"/>
          </p:nvPr>
        </p:nvSpPr>
        <p:spPr/>
        <p:txBody>
          <a:bodyPr/>
          <a:lstStyle/>
          <a:p>
            <a:pPr>
              <a:defRPr sz="1200"/>
            </a:pPr>
            <a:r>
              <a:t>- Biased AI systems can perpetuate inequality and discrimination, leading to unfair outcomes for individuals from marginalized groups.</a:t>
            </a:r>
            <a:br/>
            <a:r>
              <a:t>- Holding developers and users accountable for the actions and decisions made by AI systems is crucial in promoting ethical behavior and mitigating potential harms.</a:t>
            </a:r>
            <a:br/>
            <a:r>
              <a:t>- Striving for fairness in AI decision-making involves considering the impact on different stakeholders and ensuring equitable outcomes to avoid perpetuating existing biases.</a:t>
            </a:r>
            <a:br/>
            <a:r>
              <a:t>- Transparency in AI decision-making processes enhances accountability and helps detect biases and unethical behaviors, fostering trust among users and stakeholders.</a:t>
            </a:r>
            <a:br/>
            <a:br/>
            <a:r>
              <a:t>Sources: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Enhancing AI Decision-Making Explainability</a:t>
            </a:r>
          </a:p>
        </p:txBody>
      </p:sp>
      <p:sp>
        <p:nvSpPr>
          <p:cNvPr id="3" name="Content Placeholder 2"/>
          <p:cNvSpPr>
            <a:spLocks noGrp="1"/>
          </p:cNvSpPr>
          <p:nvPr>
            <p:ph idx="1"/>
          </p:nvPr>
        </p:nvSpPr>
        <p:spPr/>
        <p:txBody>
          <a:bodyPr/>
          <a:lstStyle/>
          <a:p>
            <a:pPr>
              <a:defRPr sz="1200"/>
            </a:pPr>
            <a:r>
              <a:t>- Algorithmic fairness aims to ensure that AI algorithms do not discriminate based on protected characteristics like race, gender, or age, promoting equitable outcomes in applications such as hiring, lending, and criminal justice.</a:t>
            </a:r>
            <a:br/>
            <a:r>
              <a:t>- Fairness-aware machine learning models and bias detection algorithms are key techniques used to address bias and discrimination in AI systems, contributing to the design of fair algorithms that avoid perpetuating inequality.</a:t>
            </a:r>
            <a:br/>
            <a:r>
              <a:t>- Considering the impact of biased data on AI systems is crucial, as unintentional discrimination can occur due to skewed training data, emphasizing the importance of addressing biases in development to prevent unfair outcomes.</a:t>
            </a:r>
            <a:br/>
            <a:r>
              <a:t>- Transparency in AI decision-making processes plays a vital role in enhancing accountability, fostering trust among users, and detecting biases and unethical behaviors, ultimately contributing to more ethical and responsible AI practices.</a:t>
            </a:r>
            <a:br/>
            <a:br/>
            <a:r>
              <a:t>Sources: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Ensuring Algorithmic Fairness in AI</a:t>
            </a:r>
          </a:p>
        </p:txBody>
      </p:sp>
      <p:sp>
        <p:nvSpPr>
          <p:cNvPr id="3" name="Content Placeholder 2"/>
          <p:cNvSpPr>
            <a:spLocks noGrp="1"/>
          </p:cNvSpPr>
          <p:nvPr>
            <p:ph idx="1"/>
          </p:nvPr>
        </p:nvSpPr>
        <p:spPr/>
        <p:txBody>
          <a:bodyPr/>
          <a:lstStyle/>
          <a:p>
            <a:pPr>
              <a:defRPr sz="1200"/>
            </a:pPr>
            <a:r>
              <a:t>- Ensuring algorithmic fairness involves developing AI systems that do not discriminate based on protected characteristics like race, gender, or age, thereby promoting equitable outcomes in various applications such as hiring, lending, and criminal justice.</a:t>
            </a:r>
            <a:br/>
            <a:r>
              <a:t>- Fairness-aware machine learning models and bias detection algorithms are essential tools for addressing bias and discrimination in AI systems, aiding in the creation of fair algorithms that avoid perpetuating inequality.</a:t>
            </a:r>
            <a:br/>
            <a:r>
              <a:t>- AI developers must consider the societal impacts of their creations and actively work towards minimizing potential harm, upholding key principles of accountability and transparency throughout the development process.</a:t>
            </a:r>
            <a:br/>
            <a:r>
              <a:t>- Safeguarding privacy in AI applications is critical, emphasizing the importance of protecting personal data and implementing measures to secure data effectively to maintain user trust and ensure ethical AI practices.</a:t>
            </a:r>
            <a:br/>
            <a:br/>
            <a:r>
              <a:t>Sources: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Governing AI: Role of Regulation</a:t>
            </a:r>
          </a:p>
        </p:txBody>
      </p:sp>
      <p:sp>
        <p:nvSpPr>
          <p:cNvPr id="3" name="Content Placeholder 2"/>
          <p:cNvSpPr>
            <a:spLocks noGrp="1"/>
          </p:cNvSpPr>
          <p:nvPr>
            <p:ph idx="1"/>
          </p:nvPr>
        </p:nvSpPr>
        <p:spPr/>
        <p:txBody>
          <a:bodyPr/>
          <a:lstStyle/>
          <a:p>
            <a:pPr>
              <a:defRPr sz="1200"/>
            </a:pPr>
            <a:r>
              <a:t>- Regulation of AI technology involves laws, policies, and guidelines by governments to govern the development, deployment, and use of artificial intelligence systems.</a:t>
            </a:r>
            <a:br/>
            <a:r>
              <a:t>- The aim of regulation is to ensure that AI technologies are developed and used in an ethical and responsible manner, considering potential risks such as bias, privacy violations, and societal impacts.</a:t>
            </a:r>
            <a:br/>
            <a:r>
              <a:t>- Government oversight plays a crucial role in monitoring compliance with these regulations and holding developers and users of AI systems accountable for their actions.</a:t>
            </a:r>
            <a:br/>
            <a:r>
              <a:t>- Effective regulation also helps in addressing issues related to transparency, accountability, and fairness in AI technology, ultimately promoting trust and responsible innovation in the field.</a:t>
            </a:r>
            <a:br/>
            <a:br/>
            <a:r>
              <a:t>Sources: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[24] The Impact of Bias in AI Development - https://www.wired.com/story/when-it-comes-to-ai-bias-should-be-taken-into-account/</a:t>
            </a:r>
            <a:br/>
            <a:r>
              <a:t>[25] Fairness in Algorithm Design - https://www.ibm.com/watson/products-services/fairness-in-ai</a:t>
            </a:r>
            <a:br/>
            <a:r>
              <a:t>[26] Protecting Data Privacy in AI Development: Best Practices - https://www.infosecurity-magazine.com/opinions/data-privacy-ai-development/</a:t>
            </a:r>
            <a:br/>
            <a:r>
              <a:t>[27] Ethical Guidelines for AI Developers - https://www.weforum.org/agenda/2018/04/ethical-ai-guidelines/</a:t>
            </a:r>
            <a:br/>
            <a:r>
              <a:t>[28] Ethical Implications of AI Decision-Making - https://www.weforum.org/agenda/2018/02/ethical-implications-of-artificial-intelligence/</a:t>
            </a:r>
            <a:br/>
            <a:r>
              <a:t>[29] Algorithmic Fairness: A Primer - https://www.datasciencecentral.com/profiles/blogs/a-primer-on-algorithmic-fairness</a:t>
            </a:r>
            <a:br/>
            <a:r>
              <a:t>[30] Responsibility of AI Developers in Ensuring Ethical AI - https://www.forbes.com/sites/cognitiveworld/2020/02/26/ethical-responsibility-in-ai-and-machine-learning/?sh=5f2d8b4b6f6d</a:t>
            </a:r>
            <a:br/>
            <a:r>
              <a:t>[31] Regulation of AI Technology: An Overview - https://www.brookings.edu/research/regulating-artificial-intelligence-to-promote-public-good/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