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Revolutionizing E-commerce: The Impact of AI on Operations and Customer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The Power of AI in E-commerce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in supply chain management for e-commerce optimizes operations by predicting demand, optimizing inventory levels, and improving delivery times</a:t>
            </a:r>
            <a:br/>
            <a:r>
              <a:t>- Real-time data analysis by AI algorithms identifies trends and patterns for more efficient supply chain processes</a:t>
            </a:r>
            <a:br/>
            <a:r>
              <a:t>- AI enhances decision-making by analyzing vast amounts of data to make accurate predictions and recommendations</a:t>
            </a:r>
            <a:br/>
            <a:r>
              <a:t>- Machine learning algorithms in AI help businesses adapt quickly to changing market conditions and customer preferences</a:t>
            </a:r>
            <a:br/>
            <a:br/>
            <a:r>
              <a:t>Sources: [16]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AI Applications in E-commerce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AI-driven dynamic pricing strategies analyze market demand, competitor pricing, and customer behavior in real-time to adjust prices effectively</a:t>
            </a:r>
            <a:br/>
            <a:r>
              <a:t>- Machine learning algorithms in AI enable businesses to optimize pricing decisions based on data insights, maximizing profitability and competitiveness in e-commerce markets</a:t>
            </a:r>
            <a:br/>
            <a:r>
              <a:t>- AI-powered dynamic pricing enhances customer engagement by offering personalized pricing options and promotions tailored to individual preferences</a:t>
            </a:r>
            <a:br/>
            <a:r>
              <a:t>- Real-time pricing adjustments through AI algorithms help businesses react swiftly to market changes and capitalize on emerging opportunities</a:t>
            </a:r>
            <a:br/>
            <a:br/>
            <a:r>
              <a:t>Sources: [17]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Maximizing E-commerce Efficiency with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AI-driven dynamic pricing strategies analyze market demand, competitor pricing, and customer behavior in real-time to adjust prices effectively</a:t>
            </a:r>
            <a:br/>
            <a:r>
              <a:t>- Machine learning algorithms in AI enable businesses to optimize pricing decisions based on data insights, maximizing profitability and competitiveness in e-commerce markets</a:t>
            </a:r>
            <a:br/>
            <a:r>
              <a:t>- AI-powered dynamic pricing enhances customer engagement by offering personalized pricing options and promotions tailored to individual preferences</a:t>
            </a:r>
            <a:br/>
            <a:r>
              <a:t>- Real-time pricing adjustments through AI algorithms help businesses react swiftly to market changes and capitalize on emerging opportunities</a:t>
            </a:r>
            <a:br/>
            <a:r>
              <a:t>- AI in e-commerce pricing strategies also include personalized pricing models that tailor prices based on individual customer preferences and purchasing behavior</a:t>
            </a:r>
            <a:br/>
            <a:r>
              <a:t>- AI algorithms for pricing strategies can analyze historical data to identify pricing trends and forecast future market conditions for strategic pricing decisions</a:t>
            </a:r>
            <a:br/>
            <a:br/>
            <a:r>
              <a:t>Sources: [18]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Slide Title: Enhancing E-commerce with Customer Personalization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algorithms track and analyze customer interactions, preferences, and purchase history to create personalized product recommendations</a:t>
            </a:r>
            <a:br/>
            <a:r>
              <a:t>- Personalized shopping experiences driven by AI enhance customer satisfaction, increase engagement, and drive sales and loyalty</a:t>
            </a:r>
            <a:br/>
            <a:r>
              <a:t>- Customer data analysis by AI enables the creation of targeted marketing campaigns for personalized promotions and offers</a:t>
            </a:r>
            <a:br/>
            <a:r>
              <a:t>- Tailored recommendations and experiences based on AI insights lead to higher customer retention and improved brand loyalty</a:t>
            </a:r>
            <a:br/>
            <a:br/>
            <a:r>
              <a:t>Sources: [19]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AI Personalization Algorithms in E-commerce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Dynamic pricing in e-commerce utilizes AI algorithms to adjust prices in real-time based on market demand, competitor pricing, and other relevant factors</a:t>
            </a:r>
            <a:br/>
            <a:r>
              <a:t>- Personalized pricing strategies in e-commerce leverage AI algorithms to tailor prices to individual customers using their browsing history, purchase behavior, and demographic information</a:t>
            </a:r>
            <a:br/>
            <a:r>
              <a:t>- Competitive pricing strategies in e-commerce involve AI analysis of competitor pricing data to optimize pricing strategies and maintain competitiveness in the market.</a:t>
            </a:r>
            <a:br/>
            <a:br/>
            <a:r>
              <a:t>Sources: [20]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Slide Title: Personalized Recommendations &amp; Targeted Marketing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AI-powered chatbots in e-commerce provide instant customer support, answer queries, and assist with order tracking, improving overall customer service experience</a:t>
            </a:r>
            <a:br/>
            <a:r>
              <a:t>- Customer data analysis by AI algorithms enables personalized recommendations, suggesting products based on browsing history, purchase behavior, and demographic information</a:t>
            </a:r>
            <a:br/>
            <a:r>
              <a:t>- AI enhances customer retention rates in e-commerce by tailoring promotions and offers to individual preferences, increasing engagement and satisfaction levels</a:t>
            </a:r>
            <a:br/>
            <a:br/>
            <a:r>
              <a:t>Sources: [21]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Inventory Optimization with AI in E-commerce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AI-driven customer personalization in e-commerce includes analyzing browsing history, purchase behavior, and demographic data to tailor product recommendations and marketing campaigns</a:t>
            </a:r>
            <a:br/>
            <a:r>
              <a:t>- Enhanced customer satisfaction and loyalty in e-commerce result from AI's ability to customize promotions and offers based on individual preferences and engagement levels</a:t>
            </a:r>
            <a:br/>
            <a:r>
              <a:t>- AI algorithms in e-commerce analyze real-time customer interactions to provide personalized responses, improve service quality, and enhance overall customer experience</a:t>
            </a:r>
            <a:br/>
            <a:br/>
            <a:r>
              <a:t>Sources: [22]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Demand Forecasting &amp; Delivery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AI-driven customer personalization in e-commerce includes analyzing browsing history, purchase behavior, and demographic data to tailor product recommendations and marketing campaigns</a:t>
            </a:r>
            <a:br/>
            <a:r>
              <a:t>- Enhanced customer satisfaction and loyalty in e-commerce result from AI's ability to customize promotions and offers based on individual preferences and engagement levels</a:t>
            </a:r>
            <a:br/>
            <a:r>
              <a:t>- AI algorithms in e-commerce analyze real-time customer interactions to provide personalized responses, improve service quality, and enhance overall customer experience</a:t>
            </a:r>
            <a:br/>
            <a:r>
              <a:t>- AI in e-commerce optimizes shipping and logistics processes for streamlined operations</a:t>
            </a:r>
            <a:br/>
            <a:r>
              <a:t>- Machine learning algorithms predict demand, optimize inventory, and improve last-mile delivery</a:t>
            </a:r>
            <a:br/>
            <a:r>
              <a:t>- AI reduces costs, minimizes delays, and enhances overall supply chain efficiency</a:t>
            </a:r>
            <a:br/>
            <a:br/>
            <a:r>
              <a:t>Sources: [23]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[16] The Benefits of AI in Optimizing E-Commerce Supply Chain Management - https://www.forbes.com/sites/forbestechcouncil/2021/03/24/how-ai-is-transforming-supply-chain-management-in-ecommerce/?sh=6f8a8b9b3b0d</a:t>
            </a:r>
            <a:br/>
            <a:r>
              <a:t>[17] The Role of Dynamic Pricing in E-Commerce - https://www.forbes.com/sites/forbestechcouncil/2021/02/16/how-artificial-intelligence-is-revolutionizing-dynamic-pricing-in-e-commerce/?sh=1a8c5a3b3e2c</a:t>
            </a:r>
            <a:br/>
            <a:r>
              <a:t>[18] How AI is Revolutionizing Inventory Management in E-Commerce - https://www.forbes.com/sites/forbestechcouncil/2020/05/20/how-ai-is-revolutionizing-inventory-management-in-ecommerce/?sh=49b3e0a96b11</a:t>
            </a:r>
            <a:br/>
            <a:r>
              <a:t>[19] The Role of Artificial Intelligence in E-Commerce Personalization - https://www.forbes.com/sites/forbestechcouncil/2020/02/25/the-role-of-artificial-intelligence-in-e-commerce-personalization/?sh=61c7f1086c7c</a:t>
            </a:r>
            <a:br/>
            <a:r>
              <a:t>[20] The Impact of AI on Pricing Strategies in E-Commerce - https://www.forbes.com/sites/forbestechcouncil/2020/06/08/ai-and-the-future-of-ecommerce-pricing-strategies/?sh=7f8c6b4d4c7a</a:t>
            </a:r>
            <a:br/>
            <a:r>
              <a:t>[21] The Role of AI in Enhancing Customer Service for E-Commerce - https://www.forbes.com/sites/forbestechcouncil/2020/11/19/how-ai-is-transforming-customer-service-in-e-commerce/#7ea6b5eb44a3</a:t>
            </a:r>
            <a:br/>
            <a:r>
              <a:t>[22] The Impact of AI on Customer Personalization in E-Commerce - https://www.forbes.com/sites/forbestechcouncil/2021/05/25/the-impact-of-ai-on-customer-personalization-in-e-commerce/?sh=7dcf992c7f25</a:t>
            </a:r>
            <a:br/>
            <a:r>
              <a:t>[23] How AI is Revolutionizing Shipping and Logistics in E-Commerce - https://www.forbes.com/sites/forbestechcouncil/2020/11/02/how-ai-is-revolutionizing-shipping-and-logistics-in-e-commerce/?sh=2e2c3f6f2c1b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