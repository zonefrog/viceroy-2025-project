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the Ethical Landscape of AI: Strategies for Responsible Development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Bias in AI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Autonomous decision-making in healthcare can improve efficiency and accuracy in diagnosing and treating patients, but it raises ethical concerns due to the lack of transparency in decision-making processes.</a:t>
            </a:r>
            <a:br/>
            <a:r>
              <a:t>- Concerns about accountability in autonomous decision-making systems exist, particularly regarding errors or adverse outcomes that may harm patients.</a:t>
            </a:r>
            <a:br/>
            <a:r>
              <a:t>- Ethicists and policymakers are actively developing guidelines and regulations to ensure that autonomous decision-making in healthcare adheres to ethical standards and prioritizes patient safety.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Importance of Diverse Data in AI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Ensuring that AI systems are trained on diverse and representative data helps reduce the risk of skewed results and unfair outcomes.</a:t>
            </a:r>
            <a:br/>
            <a:r>
              <a:t>- Regular bias audits and testing for fairness throughout AI development can detect and correct bias effectively.</a:t>
            </a:r>
            <a:br/>
            <a:r>
              <a:t>- Transparency in AI algorithms and decision-making processes is crucial for accountability and promoting fairness.</a:t>
            </a:r>
            <a:br/>
            <a:r>
              <a:t>- Incorporating diverse perspectives in the development team and data sources can further mitigate bias in AI systems.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AI Creation and Societal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Diversifying development teams can help identify and address biases effectively</a:t>
            </a:r>
            <a:br/>
            <a:r>
              <a:t>- Implementing regular bias audits and testing for fairness throughout AI development can detect and correct bias</a:t>
            </a:r>
            <a:br/>
            <a:r>
              <a:t>- Transparency in AI algorithms and decision-making processes is essential for ensuring accountability</a:t>
            </a:r>
            <a:br/>
            <a:r>
              <a:t>- Continuously monitoring and evaluating AI systems in real-world settings can help identify and address any biases that may emerge over time.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Biased Decision-Making in AI: Consequences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creators have legal and ethical responsibilities to ensure that their technology is developed and used in a responsible manner, considering the potential impact on society and addressing biases or discrimination in algorithms.</a:t>
            </a:r>
            <a:br/>
            <a:r>
              <a:t>- Transparency in AI algorithms and decision-making processes is essential for ensuring accountability and building trust with users and stakeholders.</a:t>
            </a:r>
            <a:br/>
            <a:r>
              <a:t>- Regular bias audits and testing for fairness throughout AI development can help detect and correct biases, ensuring more equitable outcomes.</a:t>
            </a:r>
            <a:br/>
            <a:r>
              <a:t>- Continuous monitoring and evaluation of AI systems in real-world settings can help identify and address any biases that may emerge over time, improving the overall fairness and effectiveness of AI technology.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Mitigating Unintended AI Consequences: Effective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Ensuring diverse representation in data used for training AI algorithms can help mitigate bias and reduce the risk of unfair outcomes.</a:t>
            </a:r>
            <a:br/>
            <a:r>
              <a:t>- Regular bias audits and testing for fairness throughout the AI development lifecycle are essential to identify and address any problematic patterns effectively.</a:t>
            </a:r>
            <a:br/>
            <a:r>
              <a:t>- Involving ethicists, social scientists, and other experts in the development and deployment of AI systems can provide critical perspectives and ensure ethical considerations are prioritized.</a:t>
            </a:r>
            <a:br/>
            <a:r>
              <a:t>- Implementing transparency and explainability in AI decision-making processes can help uncover biases and enable stakeholders to understand how decisions are made.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Data Privacy Protection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privacy in AI development involves implementing encryption, access controls, and anonymization techniques to safeguard sensitive information used by AI systems.</a:t>
            </a:r>
            <a:br/>
            <a:r>
              <a:t>- Adherence to privacy regulations like GDPR and CCPA is crucial to ensure responsible handling of personal data in AI projects.</a:t>
            </a:r>
            <a:br/>
            <a:r>
              <a:t>- Data privacy protection measures are essential to prevent unauthorized access or misuse of information in AI systems.</a:t>
            </a:r>
            <a:br/>
            <a:r>
              <a:t>- Examples of data privacy breaches can have serious consequences for individuals and organizations in the context of AI development.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Accountability in AI Algorithm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Accountability in AI algorithm design involves tracking, explaining, and rectifying issues in AI algorithm decisions to ensure responsible outcomes.</a:t>
            </a:r>
            <a:br/>
            <a:r>
              <a:t>- Ethical considerations in AI development require creators to take responsibility for the impact of their systems on individuals, communities, and the environment.</a:t>
            </a:r>
            <a:br/>
            <a:r>
              <a:t>- Guidelines and regulations are being developed to uphold ethical standards in autonomous decision-making in healthcare, emphasizing the importance of accountability in AI algorithm design.</a:t>
            </a:r>
            <a:br/>
            <a:r>
              <a:t>- Transparency and fairness in AI algorithm design are essential to mitigate biases, errors, and discriminatory outcomes, promoting accountability and ethical practices in AI development.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Effective Bias Mitigation Strategies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Leveraging diverse data sources and team perspectives can help in identifying and mitigating biases effectively in AI systems.</a:t>
            </a:r>
            <a:br/>
            <a:r>
              <a:t>- Regularly conducting bias audits and testing for fairness throughout the development lifecycle is crucial to ensure ethical and accountable AI algorithms.</a:t>
            </a:r>
            <a:br/>
            <a:r>
              <a:t>- Transparency in AI algorithms and decision-making processes is essential for promoting trust and accountability in AI development.</a:t>
            </a:r>
            <a:br/>
            <a:r>
              <a:t>- Continuous monitoring and evaluating AI systems in real-world settings can help detect and address any emerging biases over time, ensuring responsible and fair outcomes.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The Ethical Implications of Autonomous Decision-Making in Healthcare - https://www.ncbi.nlm.nih.gov/pmc/articles/PMC7342975/</a:t>
            </a:r>
            <a:br/>
            <a:r>
              <a:t>[17] The Impact of Bias in AI Development - https://www.brookings.edu/research/how-to-address-ai-bias-and-inequity/</a:t>
            </a:r>
            <a:br/>
            <a:r>
              <a:t>[18] Effective Strategies for Mitigating Bias in AI Systems - https://www.ibm.com/watson/perspectives/ai-ethics/bias-in-ai</a:t>
            </a:r>
            <a:br/>
            <a:r>
              <a:t>[19] Legal and Ethical Responsibilities of AI Creators - https://www.forbes.com/sites/forbestechcouncil/2020/12/07/the-legal-and-ethical-responsibilities-of-ai-creators/?sh=6a9f1d8d7f0b</a:t>
            </a:r>
            <a:br/>
            <a:r>
              <a:t>[20] Strategies to Mitigate Bias in AI Systems - https://www.ibm.com/watson/services/fairness</a:t>
            </a:r>
            <a:br/>
            <a:r>
              <a:t>[21] Protecting Data Privacy in AI Development - https://www.ibm.com/cloud/learn/data-privacy-ai</a:t>
            </a:r>
            <a:br/>
            <a:r>
              <a:t>[22] Accountability in AI Algorithm Design - https://www.forbes.com/sites/cognitiveworld/2020/02/14/who-is-accountable-for-ai-decisions-the-answer-isnt-so-simple/?sh=1b2d5e4c7b15</a:t>
            </a:r>
            <a:br/>
            <a:r>
              <a:t>[23] Ethical Implications of Autonomous Decision-Making - https://www.forbes.com/sites/forbestechcouncil/2020/07/09/the-ethical-implications-of-ai-and-autonomous-decision-making/?sh=7b2a4e2d2b97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