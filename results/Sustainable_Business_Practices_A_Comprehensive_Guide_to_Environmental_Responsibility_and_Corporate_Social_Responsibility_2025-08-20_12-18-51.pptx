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Sustainable Business Practices: A Comprehensive Guide to Environmental Responsibility and Corporate Social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Reducing Environmental Impact through Sustainable Transportation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Biodegradable packaging breaks down into natural materials over time.</a:t>
            </a:r>
            <a:br/>
            <a:r>
              <a:t>- Compostable packaging can be turned into compost after use.</a:t>
            </a:r>
            <a:br/>
            <a:r>
              <a:t>- Recyclable packaging can be processed for reuse.</a:t>
            </a:r>
            <a:br/>
            <a:r>
              <a:t>- Reusable packaging can be used multiple times.</a:t>
            </a:r>
            <a:br/>
            <a:r>
              <a:t>- Plant-based packaging is made from renewable resources.</a:t>
            </a:r>
            <a:br/>
            <a:br/>
            <a:r>
              <a:t>Sources: [32]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Green Marketing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Biodegradable packaging breaks down into natural materials over time.</a:t>
            </a:r>
            <a:br/>
            <a:r>
              <a:t>- Compostable packaging can be turned into compost after use.</a:t>
            </a:r>
            <a:br/>
            <a:r>
              <a:t>- Recyclable packaging can be processed for reuse.</a:t>
            </a:r>
            <a:br/>
            <a:r>
              <a:t>- Reusable packaging can be used multiple times.</a:t>
            </a:r>
            <a:br/>
            <a:r>
              <a:t>- Plant-based packaging is made from renewable resources.</a:t>
            </a:r>
            <a:br/>
            <a:r>
              <a:t>- Green marketing emphasizes promoting environmentally friendly products or services through eco-friendly materials, waste reduction, and support for environmental causes.</a:t>
            </a:r>
            <a:br/>
            <a:br/>
            <a:r>
              <a:t>Sources: [33]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CSR Implementation in Business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Corporate Social Responsibility (CSR) integrates ethical standards into business operations for economic, social, and environmental benefits.</a:t>
            </a:r>
            <a:br/>
            <a:r>
              <a:t>- CSR initiatives involve activities like philanthropy, volunteer efforts, environmental sustainability programs, and ethical labor practices.</a:t>
            </a:r>
            <a:br/>
            <a:r>
              <a:t>- Companies embracing CSR focus on stakeholders, including employees, customers, suppliers, and the community.</a:t>
            </a:r>
            <a:br/>
            <a:r>
              <a:t>- CSR contributes to sustainable development by delivering economic, social, and environmental benefits for all stakeholders.</a:t>
            </a:r>
            <a:br/>
            <a:br/>
            <a:r>
              <a:t>Sources: [34]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"Advantages of Circular Economy Approach"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Circular economy practices can help businesses reduce their environmental impact and lower production costs by focusing on resource efficiency and waste reduction.</a:t>
            </a:r>
            <a:br/>
            <a:r>
              <a:t>- Embracing circular economy principles can lead to increased customer loyalty and brand reputation as companies meet consumer demands for eco-friendly products and services.</a:t>
            </a:r>
            <a:br/>
            <a:r>
              <a:t>- The transition towards a more sustainable model through circular economy practices can foster innovation within businesses.</a:t>
            </a:r>
            <a:br/>
            <a:r>
              <a:t>- Implementing circular economy practices can create new revenue streams for companies through the development of recycling and remanufacturing processes.</a:t>
            </a:r>
            <a:br/>
            <a:br/>
            <a:r>
              <a:t>Sources: [35]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Ethical Sourcing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Ethical sourcing can lead to improved brand reputation, increased customer loyalty, and reduced risk of negative publicity or scandals.</a:t>
            </a:r>
            <a:br/>
            <a:r>
              <a:t>- Ensuring that products are sourced responsibly and sustainably contributes to social and environmental sustainability.</a:t>
            </a:r>
            <a:br/>
            <a:r>
              <a:t>- Ethical sourcing practices can result in cost savings by reducing the risk of supply chain disruptions and legal issues.</a:t>
            </a:r>
            <a:br/>
            <a:r>
              <a:t>- Companies that prioritize ethical sourcing can enhance employee morale and attract top talent in the industry.</a:t>
            </a:r>
            <a:br/>
            <a:br/>
            <a:r>
              <a:t>Sources: [36]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"Key Energy Efficiency Initiatives for Businesses"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Energy efficiency initiatives can also involve optimizing HVAC systems, implementing energy management software, and utilizing smart sensors to monitor and control energy usage.</a:t>
            </a:r>
            <a:br/>
            <a:r>
              <a:t>- Companies can benefit from energy efficiency initiatives by reducing greenhouse gas emissions, enhancing corporate sustainability goals, and improving overall operational efficiency.</a:t>
            </a:r>
            <a:br/>
            <a:r>
              <a:t>- Investing in employee training and engagement programs focused on energy conservation and efficiency can further enhance the success of energy efficiency initiatives in businesses.</a:t>
            </a:r>
            <a:br/>
            <a:br/>
            <a:r>
              <a:t>Sources: [37]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Eco-Friendly Packaging Solutions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Eco-friendly packaging solutions optimize packaging design for efficiency and sustainability, reducing material waste and environmental impact.</a:t>
            </a:r>
            <a:br/>
            <a:r>
              <a:t>- Utilizing plant-based packaging materials, such as bioplastics derived from renewable resources like corn or sugarcane, can further enhance eco-friendly packaging solutions.</a:t>
            </a:r>
            <a:br/>
            <a:r>
              <a:t>- Implementing eco-friendly packaging strategies can lead to cost savings, improved brand image, and increased consumer loyalty.</a:t>
            </a:r>
            <a:br/>
            <a:r>
              <a:t>- Companies can communicate their commitment to sustainability through eco-friendly packaging, aligning with consumer preferences for environmentally conscious products.</a:t>
            </a:r>
            <a:br/>
            <a:br/>
            <a:r>
              <a:t>Sources: [38]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Overcoming Sustainable Transportation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Developing partnerships with local governments and transportation authorities to improve infrastructure for alternative transportation modes can help overcome the lack of infrastructure barrier.</a:t>
            </a:r>
            <a:br/>
            <a:r>
              <a:t>- Offering incentives or rewards programs for employees and stakeholders who embrace sustainable transportation practices can help reduce resistance to change.</a:t>
            </a:r>
            <a:br/>
            <a:r>
              <a:t>- Collaborating with suppliers and industry partners to explore sustainable fuel options and address regulatory barriers can facilitate the implementation of sustainable transportation strategies.</a:t>
            </a:r>
            <a:br/>
            <a:br/>
            <a:r>
              <a:t>Sources: [39]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[32] Types of Eco-Friendly Packaging Solutions - https://www.packagingstrategies.com/articles/95089-5-types-of-eco-friendly-packaging-solutions</a:t>
            </a:r>
            <a:br/>
            <a:r>
              <a:t>[33] What is Green Marketing? - https://www.investopedia.com/terms/g/green-marketing.asp</a:t>
            </a:r>
            <a:br/>
            <a:r>
              <a:t>[34] What is Corporate Social Responsibility? - https://www.investopedia.com/terms/c/corp-social-responsibility.asp</a:t>
            </a:r>
            <a:br/>
            <a:r>
              <a:t>[35] Benefits of Implementing Circular Economy Practices - https://www.ellenmacarthurfoundation.org/circular-economy/concept/benefits-of-a-circular-economy</a:t>
            </a:r>
            <a:br/>
            <a:r>
              <a:t>[36] Benefits of Ethical Sourcing - https://www.forbes.com/sites/forbesbusinesscouncil/2021/03/17/four-benefits-of-ethical-sourcing-for-businesses/?sh=7c4a87a14c93</a:t>
            </a:r>
            <a:br/>
            <a:r>
              <a:t>[37] What are Energy Efficiency Initiatives in Business? - https://www.energystar.gov/buildings/tools-and-resources/energy-efficiency-in-business</a:t>
            </a:r>
            <a:br/>
            <a:r>
              <a:t>[38] What are Eco-Friendly Packaging Solutions? - https://www.packagingdigest.com/sustainability/eco-friendly-packaging-solutions-10-tips-for-your-business-2021-08-13</a:t>
            </a:r>
            <a:br/>
            <a:r>
              <a:t>[39] What are Sustainable Transportation Strategies? - https://www.epa.gov/sustainability/sustainable-transportation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