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Understanding the Devastating Effects of Deforestation on Forest Ecosystems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Logging on Forest Ecosystems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Trees absorb carbon dioxide during photosynthesis and store carbon in their biomass, soil, and roots</a:t>
            </a:r>
            <a:br/>
            <a:r>
              <a:t>- Forests act as significant carbon sinks on Earth, helping to reduce greenhouse gases in the atmosphere</a:t>
            </a:r>
            <a:br/>
            <a:r>
              <a:t>- Carbon sequestration by forests plays a crucial role in mitigating climate change and regulating global temperatures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Agriculture and Urbanization Deforestation: Contributors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Deforestation for agriculture and urbanization releases stored carbon into the atmosphere, contributing to greenhouse gas emissions</a:t>
            </a:r>
            <a:br/>
            <a:r>
              <a:t>- Loss of forests reduces the capacity of ecosystems to sequester carbon, exacerbating climate change impacts</a:t>
            </a:r>
            <a:br/>
            <a:r>
              <a:t>- The conversion of forested areas into agricultural land or urban spaces disrupts the natural carbon cycle and diminishes the ability of forests to mitigate global warming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Mining and Infrastructure Impact on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Deforestation for mining activities can lead to soil degradation and erosion, impacting soil quality and fertility</a:t>
            </a:r>
            <a:br/>
            <a:r>
              <a:t>- Infrastructure development for roads and transportation in forested areas can fragment habitats and disrupt wildlife migration patterns</a:t>
            </a:r>
            <a:br/>
            <a:r>
              <a:t>- The conversion of forested land for mining and infrastructure projects can result in the loss of carbon sequestration capacity, contributing to greenhouse gas emissions</a:t>
            </a:r>
            <a:br/>
            <a:r>
              <a:t>- Deforestation due to mining and infrastructure development can lead to increased sedimentation in water bodies, affecting water quality and aquatic ecosystems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Deforestation on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Deforestation can lead to the fragmentation and isolation of habitats, reducing connectivity for wildlife and hindering species migration patterns</a:t>
            </a:r>
            <a:br/>
            <a:r>
              <a:t>- Loss of forest cover due to human activities can result in the disruption of ecosystem services such as pollination, seed dispersal, and nutrient cycling</a:t>
            </a:r>
            <a:br/>
            <a:r>
              <a:t>- The destruction of forest habitats can lead to the decline of keystone species, which play crucial roles in maintaining ecosystem stability and biodiversity.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Displacement of Species from Deforestation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Deforestation can lead to the displacement of numerous plant and animal species from their natural habitats, disrupting ecosystems and increasing extinction risks for various species</a:t>
            </a:r>
            <a:br/>
            <a:r>
              <a:t>- Habitat loss from deforestation threatens the survival of key species like jaguars, sloths, and diverse plant species in regions like the Amazon rainforest</a:t>
            </a:r>
            <a:br/>
            <a:r>
              <a:t>- Fragmentation and isolation of habitats due to deforestation reduce connectivity for wildlife and hinder species migration patterns</a:t>
            </a:r>
            <a:br/>
            <a:r>
              <a:t>- Loss of forest cover disrupts ecosystem services such as pollination, seed dispersal, and nutrient cycling, affecting biodiversity and ecosystem stability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Cascading Effects of Habitat Destruction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Deforestation disrupts the intricate web of interactions between plant and animal species, leading to cascading effects on ecosystem dynamics</a:t>
            </a:r>
            <a:br/>
            <a:r>
              <a:t>- Loss of forest habitats can result in increased competition for resources among remaining species, altering community structures and population dynamics</a:t>
            </a:r>
            <a:br/>
            <a:r>
              <a:t>- Fragmentation of habitats due to deforestation can isolate populations, reducing genetic diversity and resilience to environmental changes</a:t>
            </a:r>
            <a:br/>
            <a:r>
              <a:t>- Decline in ecosystem services like carbon sequestration, water filtration, and soil stabilization occurs with habitat destruction, impacting overall ecosystem health and sustainability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Impacts of Tree Removal on Soil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Tree removal can lead to increased soil erosion from wind and water, compromising soil structure and stability</a:t>
            </a:r>
            <a:br/>
            <a:r>
              <a:t>- Loss of tree cover can result in decreased soil fertility and reduced support for plant growth in deforested areas</a:t>
            </a:r>
            <a:br/>
            <a:r>
              <a:t>- Disruption of the nutrient cycling process in soil occurs when trees are removed, impacting the overall health and functioning of forest ecosystems</a:t>
            </a:r>
            <a:br/>
            <a:r>
              <a:t>- Soil compaction and nutrient depletion are common consequences of tree removal, affecting the long-term productivity and sustainability of the ecosystem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Erosion and Nutrient Loss in Deforested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Deforestation leads to increased soil erosion, which can compromise soil structure and stability, making it more susceptible to degradation</a:t>
            </a:r>
            <a:br/>
            <a:r>
              <a:t>- Loss of tree cover in deforested areas results in decreased soil fertility, reducing the capacity to support plant growth and ecosystem productivity</a:t>
            </a:r>
            <a:br/>
            <a:r>
              <a:t>- The disruption of nutrient cycling processes in the soil occurs when trees are removed, impacting the overall health and functioning of forest ecosystems</a:t>
            </a:r>
            <a:br/>
            <a:r>
              <a:t>- Soil compaction and nutrient depletion are common consequences of deforestation, affecting the long-term sustainability and productivity of the ecosystem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Carbon Sequestration in Forests: A Vital Role in Climate Change Mitigation - https://www.nature.org/en-us/what-we-do/our-insights/perspectives/carbon-sequestration-in-forests/</a:t>
            </a:r>
            <a:br/>
            <a:r>
              <a:t>[25] Causes of Deforestation - https://www.worldwildlife.org/threats/deforestation</a:t>
            </a:r>
            <a:br/>
            <a:r>
              <a:t>[26] Conservation Efforts to Combat Deforestation - https://www.worldwildlife.org/threats/deforestation</a:t>
            </a:r>
            <a:br/>
            <a:r>
              <a:t>[27] Strategies for Sustainable Forest Management - https://www.worldwildlife.org/threats/deforestation-and-forest-degradation</a:t>
            </a:r>
            <a:br/>
            <a:r>
              <a:t>[28] Impacts of Deforestation on Soil Quality - https://www.nationalgeographic.org/encyclopedia/deforestation/</a:t>
            </a:r>
            <a:br/>
            <a:r>
              <a:t>[29] Effects of Deforestation on Forest Ecosystems - https://www.worldwildlife.org/threats/deforestation</a:t>
            </a:r>
            <a:br/>
            <a:r>
              <a:t>[30] Changes in Soil Quality Due to Deforestation - https://www.nationalgeographic.org/encyclopedia/soil-degradation/</a:t>
            </a:r>
            <a:br/>
            <a:r>
              <a:t>[31] How Deforestation Impacts Soil Quality - https://www.worldwildlife.org/threats/soil-erosion-and-degradation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