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Maximizing Business Impact: A Comprehensive Guide to Corporate Social Responsibility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Corporate Social Responsibility: Definition and Concept</a:t>
            </a:r>
          </a:p>
        </p:txBody>
      </p:sp>
      <p:sp>
        <p:nvSpPr>
          <p:cNvPr id="3" name="Content Placeholder 2"/>
          <p:cNvSpPr>
            <a:spLocks noGrp="1"/>
          </p:cNvSpPr>
          <p:nvPr>
            <p:ph idx="1"/>
          </p:nvPr>
        </p:nvSpPr>
        <p:spPr/>
        <p:txBody>
          <a:bodyPr/>
          <a:lstStyle/>
          <a:p>
            <a:pPr>
              <a:defRPr sz="2400"/>
            </a:pPr>
            <a:r>
              <a:t>- Companies can collaborate with non-profit organizations, government agencies, and industry peers to maximize their impact and reach in CSR initiatives.</a:t>
            </a:r>
            <a:br/>
            <a:r>
              <a:t>- Effective CSR implementation involves aligning efforts with core values and business objectives to ensure long-term success and sustainability.</a:t>
            </a:r>
            <a:br/>
            <a:br/>
            <a:r>
              <a:t>Sources: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CSR for Businesses</a:t>
            </a:r>
          </a:p>
        </p:txBody>
      </p:sp>
      <p:sp>
        <p:nvSpPr>
          <p:cNvPr id="3" name="Content Placeholder 2"/>
          <p:cNvSpPr>
            <a:spLocks noGrp="1"/>
          </p:cNvSpPr>
          <p:nvPr>
            <p:ph idx="1"/>
          </p:nvPr>
        </p:nvSpPr>
        <p:spPr/>
        <p:txBody>
          <a:bodyPr/>
          <a:lstStyle/>
          <a:p>
            <a:pPr>
              <a:defRPr sz="2400"/>
            </a:pPr>
            <a:r>
              <a:t>- CSR initiatives can lead to increased customer loyalty, as consumers are more likely to support companies that are socially responsible and contribute to meaningful causes.</a:t>
            </a:r>
            <a:br/>
            <a:r>
              <a:t>- Engaging in CSR activities can improve employee morale and productivity, leading to higher job satisfaction and retention rates within the organization.</a:t>
            </a:r>
            <a:br/>
            <a:br/>
            <a:r>
              <a:t>Sources: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CSR Initiatives: A Competitive Advantage"</a:t>
            </a:r>
          </a:p>
        </p:txBody>
      </p:sp>
      <p:sp>
        <p:nvSpPr>
          <p:cNvPr id="3" name="Content Placeholder 2"/>
          <p:cNvSpPr>
            <a:spLocks noGrp="1"/>
          </p:cNvSpPr>
          <p:nvPr>
            <p:ph idx="1"/>
          </p:nvPr>
        </p:nvSpPr>
        <p:spPr/>
        <p:txBody>
          <a:bodyPr/>
          <a:lstStyle/>
          <a:p>
            <a:pPr>
              <a:defRPr sz="1200"/>
            </a:pPr>
            <a:r>
              <a:t>- CSR initiatives can lead to increased customer loyalty, as consumers are more likely to support companies that are socially responsible and contribute to meaningful causes.</a:t>
            </a:r>
            <a:br/>
            <a:r>
              <a:t>- Engaging in CSR activities can improve employee morale and productivity, leading to higher job satisfaction and retention rates within the organization.</a:t>
            </a:r>
            <a:br/>
            <a:r>
              <a:t>- Improved brand reputation can attract top talent to the company and enhance relationships with stakeholders, including investors, suppliers, and the community.</a:t>
            </a:r>
            <a:br/>
            <a:r>
              <a:t>- Cost savings through efficiency improvements can result from sustainable practices, such as reducing energy consumption and waste, leading to long-term financial benefits.</a:t>
            </a:r>
            <a:br/>
            <a:br/>
            <a:r>
              <a:t>Sources: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"Integrating CSR into Business Operations"</a:t>
            </a:r>
          </a:p>
        </p:txBody>
      </p:sp>
      <p:sp>
        <p:nvSpPr>
          <p:cNvPr id="3" name="Content Placeholder 2"/>
          <p:cNvSpPr>
            <a:spLocks noGrp="1"/>
          </p:cNvSpPr>
          <p:nvPr>
            <p:ph idx="1"/>
          </p:nvPr>
        </p:nvSpPr>
        <p:spPr/>
        <p:txBody>
          <a:bodyPr/>
          <a:lstStyle/>
          <a:p>
            <a:pPr>
              <a:defRPr sz="1200"/>
            </a:pPr>
            <a:r>
              <a:t>- Implementing renewable energy sources, such as solar panels or wind turbines, can significantly reduce a company's carbon footprint and reliance on fossil fuels.</a:t>
            </a:r>
            <a:br/>
            <a:r>
              <a:t>- Promoting waste reduction and recycling programs not only benefits the environment but also helps companies save money by cutting down on waste disposal costs.</a:t>
            </a:r>
            <a:br/>
            <a:r>
              <a:t>- Investing in green technology, such as energy-efficient appliances and eco-friendly materials, can lead to long-term cost savings and enhance a company's reputation as a sustainability leader.</a:t>
            </a:r>
            <a:br/>
            <a:r>
              <a:t>- Supporting reforestation and conservation projects can help offset carbon emissions, protect biodiversity, and contribute to the overall health of ecosystems.</a:t>
            </a:r>
            <a:br/>
            <a:br/>
            <a:r>
              <a:t>Sources: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"Setting Clear CSR Goals and Targets"</a:t>
            </a:r>
          </a:p>
        </p:txBody>
      </p:sp>
      <p:sp>
        <p:nvSpPr>
          <p:cNvPr id="3" name="Content Placeholder 2"/>
          <p:cNvSpPr>
            <a:spLocks noGrp="1"/>
          </p:cNvSpPr>
          <p:nvPr>
            <p:ph idx="1"/>
          </p:nvPr>
        </p:nvSpPr>
        <p:spPr/>
        <p:txBody>
          <a:bodyPr/>
          <a:lstStyle/>
          <a:p>
            <a:pPr>
              <a:defRPr sz="1200"/>
            </a:pPr>
            <a:r>
              <a:t>- Implementing renewable energy sources, such as solar panels or wind turbines, can significantly reduce a company's carbon footprint and reliance on fossil fuels.</a:t>
            </a:r>
            <a:br/>
            <a:r>
              <a:t>- Promoting waste reduction and recycling programs not only benefits the environment but also helps companies save money by cutting down on waste disposal costs.</a:t>
            </a:r>
            <a:br/>
            <a:r>
              <a:t>- Investing in green technology, such as energy-efficient appliances and eco-friendly materials, can lead to long-term cost savings and enhance a company's reputation as a sustainability leader.</a:t>
            </a:r>
            <a:br/>
            <a:r>
              <a:t>- Supporting reforestation and conservation projects can help offset carbon emissions, protect biodiversity, and contribute to the overall health of ecosystems.</a:t>
            </a:r>
            <a:br/>
            <a:r>
              <a:t>- Adopting sustainable water management practices, like rainwater harvesting and water recycling systems, can further reduce a company's environmental impact and support water conservation efforts.</a:t>
            </a:r>
            <a:br/>
            <a:br/>
            <a:r>
              <a:t>Sources: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"Stakeholder Engagement Strategies in CSR"</a:t>
            </a:r>
          </a:p>
        </p:txBody>
      </p:sp>
      <p:sp>
        <p:nvSpPr>
          <p:cNvPr id="3" name="Content Placeholder 2"/>
          <p:cNvSpPr>
            <a:spLocks noGrp="1"/>
          </p:cNvSpPr>
          <p:nvPr>
            <p:ph idx="1"/>
          </p:nvPr>
        </p:nvSpPr>
        <p:spPr/>
        <p:txBody>
          <a:bodyPr/>
          <a:lstStyle/>
          <a:p>
            <a:pPr>
              <a:defRPr sz="1200"/>
            </a:pPr>
            <a:r>
              <a:t>- Engaging stakeholders in CSR activities can lead to valuable input and insights that can inform the development of impactful programs and initiatives.</a:t>
            </a:r>
            <a:br/>
            <a:r>
              <a:t>- Building trust with stakeholders through transparent communication and collaboration is key to the success of CSR efforts and can help foster long-term relationships.</a:t>
            </a:r>
            <a:br/>
            <a:r>
              <a:t>- Involving stakeholders in decision-making processes related to CSR can ensure that the initiatives align with their values and priorities, increasing their buy-in and support.</a:t>
            </a:r>
            <a:br/>
            <a:r>
              <a:t>- Creating opportunities for stakeholders to actively participate in CSR activities, such as through volunteer programs or community partnerships, can enhance their engagement and commitment to the company's social and environmental goals.</a:t>
            </a:r>
            <a:br/>
            <a:br/>
            <a:r>
              <a:t>Sources: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"Environmental Sustainability Initiatives in CSR"</a:t>
            </a:r>
          </a:p>
        </p:txBody>
      </p:sp>
      <p:sp>
        <p:nvSpPr>
          <p:cNvPr id="3" name="Content Placeholder 2"/>
          <p:cNvSpPr>
            <a:spLocks noGrp="1"/>
          </p:cNvSpPr>
          <p:nvPr>
            <p:ph idx="1"/>
          </p:nvPr>
        </p:nvSpPr>
        <p:spPr/>
        <p:txBody>
          <a:bodyPr/>
          <a:lstStyle/>
          <a:p>
            <a:pPr>
              <a:defRPr sz="1200"/>
            </a:pPr>
            <a:r>
              <a:t>- Implementing sustainable sourcing practices in the supply chain is crucial for ensuring ethical standards are met throughout the production process.</a:t>
            </a:r>
            <a:br/>
            <a:r>
              <a:t>- Conducting regular audits and assessments of suppliers to monitor compliance with ethical guidelines and identify areas for improvement.</a:t>
            </a:r>
            <a:br/>
            <a:r>
              <a:t>- Collaborating with industry partners and stakeholders to share best practices and collectively work towards improving ethical standards in the supply chain.</a:t>
            </a:r>
            <a:br/>
            <a:r>
              <a:t>- Investing in training programs for employees and suppliers to raise awareness about ethical sourcing practices and build capacity for sustainable operations.</a:t>
            </a:r>
            <a:br/>
            <a:br/>
            <a:r>
              <a:t>Sources: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"Social Impact Assessment Methods in CSR"</a:t>
            </a:r>
          </a:p>
        </p:txBody>
      </p:sp>
      <p:sp>
        <p:nvSpPr>
          <p:cNvPr id="3" name="Content Placeholder 2"/>
          <p:cNvSpPr>
            <a:spLocks noGrp="1"/>
          </p:cNvSpPr>
          <p:nvPr>
            <p:ph idx="1"/>
          </p:nvPr>
        </p:nvSpPr>
        <p:spPr/>
        <p:txBody>
          <a:bodyPr/>
          <a:lstStyle/>
          <a:p>
            <a:pPr>
              <a:defRPr sz="1200"/>
            </a:pPr>
            <a:r>
              <a:t>- Utilizing social impact assessment methods in CSR allows companies to measure the effects of their operations on society, helping to identify areas for improvement and make informed decisions.</a:t>
            </a:r>
            <a:br/>
            <a:r>
              <a:t>- Engaging in stakeholder interviews provides valuable insights into the diverse perspectives and concerns of individuals impacted by the company's activities, enabling a more holistic understanding of social consequences.</a:t>
            </a:r>
            <a:br/>
            <a:r>
              <a:t>- Conducting impact evaluation frameworks helps to assess the effectiveness of CSR initiatives in achieving intended social goals and outcomes, guiding future strategic planning and resource allocation.</a:t>
            </a:r>
            <a:br/>
            <a:r>
              <a:t>- Analyzing community case studies offers real-world examples of how company actions have influenced local communities, highlighting both positive and negative social impacts for informed decision-making.</a:t>
            </a:r>
            <a:br/>
            <a:br/>
            <a:r>
              <a:t>Sources: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[8] Effective Implementation Strategies for Corporate Social Responsibility - https://www.forbes.com/sites/forbesbusinesscouncil/2021/03/24/five-effective-implementation-strategies-for-corporate-social-responsibility/?sh=6a2a2e5b39d5</a:t>
            </a:r>
            <a:br/>
            <a:r>
              <a:t>[9] Benefits of Corporate Social Responsibility - https://www.investopedia.com/terms/c/corp-social-responsibility.asp</a:t>
            </a:r>
            <a:br/>
            <a:r>
              <a:t>[10] Key Benefits of Corporate Social Responsibility - https://www.forbes.com/sites/forbesbusinesscouncil/2020/06/19/the-benefits-of-corporate-social-responsibility/?sh=6e8c082a5c0b</a:t>
            </a:r>
            <a:br/>
            <a:r>
              <a:t>[11] Top 10 Environmental Sustainability Initiatives for Corporations - https://www.businessnewsdaily.com/11031-environmental-sustainability-initiatives.html</a:t>
            </a:r>
            <a:br/>
            <a:r>
              <a:t>[12] Environmental Sustainability Initiatives in Corporate Social Responsibility - https://www.greenbiz.com/article/10-companies-taking-sustainability-next-level</a:t>
            </a:r>
            <a:br/>
            <a:r>
              <a:t>[13] Stakeholder Engagement in CSR - https://www.corporatecomplianceinsights.com/importance-stakeholder-engagement-corporate-social-responsibility/</a:t>
            </a:r>
            <a:br/>
            <a:r>
              <a:t>[14] Ethical Supply Chain Management - https://www.forbes.com/sites/forbesbusinesscouncil/2021/03/12/how-to-incorporate-ethical-supply-chain-practices-into-your-business/?sh=2d9c1b3a5e1a</a:t>
            </a:r>
            <a:br/>
            <a:r>
              <a:t>[15] Definition of Corporate Social Responsibility - https://www.investopedia.com/terms/c/corp-social-responsibility.asp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