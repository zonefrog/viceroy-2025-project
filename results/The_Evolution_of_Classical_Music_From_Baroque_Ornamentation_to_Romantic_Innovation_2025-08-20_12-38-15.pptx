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Evolution of Classical Music: From Baroque Ornamentation to Romantic Innovation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Baroque Musical Ornamentation and Dynamics</a:t>
            </a:r>
          </a:p>
        </p:txBody>
      </p:sp>
      <p:sp>
        <p:nvSpPr>
          <p:cNvPr id="3" name="Content Placeholder 2"/>
          <p:cNvSpPr>
            <a:spLocks noGrp="1"/>
          </p:cNvSpPr>
          <p:nvPr>
            <p:ph idx="1"/>
          </p:nvPr>
        </p:nvSpPr>
        <p:spPr/>
        <p:txBody>
          <a:bodyPr/>
          <a:lstStyle/>
          <a:p>
            <a:pPr>
              <a:defRPr sz="1200"/>
            </a:pPr>
            <a:r>
              <a:t>- The invention of the pianoforte in the 18th century revolutionized music composition and performance by offering a more dynamic and expressive instrument that allowed for varying levels of volume and tone control.</a:t>
            </a:r>
            <a:br/>
            <a:r>
              <a:t>- Advancements in woodwind and brass instrument manufacturing techniques during the 18th century led to the production of higher quality instruments with improved tonal capabilities, contributing to the overall development of orchestral music.</a:t>
            </a:r>
            <a:br/>
            <a:br/>
            <a:r>
              <a:t>Sources: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"Baroque Masters: Bach, Handel, Vivaldi, Purcell"</a:t>
            </a:r>
          </a:p>
        </p:txBody>
      </p:sp>
      <p:sp>
        <p:nvSpPr>
          <p:cNvPr id="3" name="Content Placeholder 2"/>
          <p:cNvSpPr>
            <a:spLocks noGrp="1"/>
          </p:cNvSpPr>
          <p:nvPr>
            <p:ph idx="1"/>
          </p:nvPr>
        </p:nvSpPr>
        <p:spPr/>
        <p:txBody>
          <a:bodyPr/>
          <a:lstStyle/>
          <a:p>
            <a:pPr>
              <a:defRPr sz="1200"/>
            </a:pPr>
            <a:r>
              <a:t>- Johann Sebastian Bach, known for his intricate compositions, was a master of counterpoint and harmony, showcasing exceptional skill in creating complex musical textures.</a:t>
            </a:r>
            <a:br/>
            <a:r>
              <a:t>- George Frideric Handel, a prolific composer, achieved international fame for his operas, oratorios, and instrumental works, with "Messiah" being one of his most celebrated compositions.</a:t>
            </a:r>
            <a:br/>
            <a:r>
              <a:t>- Antonio Vivaldi, an Italian composer, was renowned for his innovative use of the concerto form, particularly in his famous set of violin concertos "The Four Seasons."</a:t>
            </a:r>
            <a:br/>
            <a:r>
              <a:t>- Henry Purcell, an English composer, contributed significantly to the development of English Baroque music through his compositions for the stage, church, and court, displaying a unique blend of English and Italian styles.</a:t>
            </a:r>
            <a:br/>
            <a:br/>
            <a:r>
              <a:t>Sources: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Bach's Musical Style: Cantatas, Concertos, Suites, Chorales</a:t>
            </a:r>
          </a:p>
        </p:txBody>
      </p:sp>
      <p:sp>
        <p:nvSpPr>
          <p:cNvPr id="3" name="Content Placeholder 2"/>
          <p:cNvSpPr>
            <a:spLocks noGrp="1"/>
          </p:cNvSpPr>
          <p:nvPr>
            <p:ph idx="1"/>
          </p:nvPr>
        </p:nvSpPr>
        <p:spPr/>
        <p:txBody>
          <a:bodyPr/>
          <a:lstStyle/>
          <a:p>
            <a:pPr>
              <a:defRPr sz="1200"/>
            </a:pPr>
            <a:r>
              <a:t>- Bach's compositions often feature intricate contrapuntal textures, where multiple independent melodic lines interweave harmoniously, showcasing his mastery of counterpoint.</a:t>
            </a:r>
            <a:br/>
            <a:r>
              <a:t>- Cantatas, a vocal composition with instrumental accompaniment, were a significant part of Bach's output, with works like "BWV 147: Jesu, Joy of Man's Desiring" exemplifying his skill in vocal writing.</a:t>
            </a:r>
            <a:br/>
            <a:r>
              <a:t>- Bach's suites, such as the "English Suites" and "French Suites," demonstrate his ability to blend dance forms with intricate harmonic progressions, showcasing a balance between structure and expression.</a:t>
            </a:r>
            <a:br/>
            <a:r>
              <a:t>- Chorales, hymn-like melodies often used in religious contexts, were a central element in Bach's sacred music, with pieces like "BWV 140: Wachet auf, ruft uns die Stimme" exemplifying his profound spiritual expression through music.</a:t>
            </a:r>
            <a:br/>
            <a:br/>
            <a:r>
              <a:t>Sources: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Classical Music Characteristics: Form, Melody, Harmony, Expression</a:t>
            </a:r>
          </a:p>
        </p:txBody>
      </p:sp>
      <p:sp>
        <p:nvSpPr>
          <p:cNvPr id="3" name="Content Placeholder 2"/>
          <p:cNvSpPr>
            <a:spLocks noGrp="1"/>
          </p:cNvSpPr>
          <p:nvPr>
            <p:ph idx="1"/>
          </p:nvPr>
        </p:nvSpPr>
        <p:spPr/>
        <p:txBody>
          <a:bodyPr/>
          <a:lstStyle/>
          <a:p>
            <a:pPr>
              <a:defRPr sz="1200"/>
            </a:pPr>
            <a:r>
              <a:t>- Form in classical music often follows established conventions like sonata-allegro, theme and variations, or rondo, providing a structured organization to compositions.</a:t>
            </a:r>
            <a:br/>
            <a:r>
              <a:t>- Melody, as seen in classical music, is a memorable sequence of notes that serves as the main theme, showcasing musical satisfaction and thematic development.</a:t>
            </a:r>
            <a:br/>
            <a:r>
              <a:t>- Harmony in classical music involves the combination of different musical notes to create chords, adding richness and depth to the overall sound of the composition.</a:t>
            </a:r>
            <a:br/>
            <a:r>
              <a:t>- Expression in classical music allows composers to convey emotions and feelings through their music, enhancing the overall artistic and communicative aspects of the piece.</a:t>
            </a:r>
            <a:br/>
            <a:br/>
            <a:r>
              <a:t>Sources: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Mozart's Impact on Classical Music Evolution</a:t>
            </a:r>
          </a:p>
        </p:txBody>
      </p:sp>
      <p:sp>
        <p:nvSpPr>
          <p:cNvPr id="3" name="Content Placeholder 2"/>
          <p:cNvSpPr>
            <a:spLocks noGrp="1"/>
          </p:cNvSpPr>
          <p:nvPr>
            <p:ph idx="1"/>
          </p:nvPr>
        </p:nvSpPr>
        <p:spPr/>
        <p:txBody>
          <a:bodyPr/>
          <a:lstStyle/>
          <a:p>
            <a:pPr>
              <a:defRPr sz="1200"/>
            </a:pPr>
            <a:r>
              <a:t>- Mozart's operas, symphonies, and chamber music had a significant impact on Beethoven's compositions, inspiring him to innovate and contribute to the Romantic era.</a:t>
            </a:r>
            <a:br/>
            <a:r>
              <a:t>- Beethoven studied Mozart's works extensively, admiring his mastery of form, melody, harmony, and expression in classical music.</a:t>
            </a:r>
            <a:br/>
            <a:r>
              <a:t>- Mozart's influence on Beethoven led to the development of new musical structures and emotional depth in compositions during the transition to the Romantic period.</a:t>
            </a:r>
            <a:br/>
            <a:br/>
            <a:r>
              <a:t>Sources: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Romantic Period Composers: Beethoven, Schubert, Brahms, Tchaikovsky</a:t>
            </a:r>
          </a:p>
        </p:txBody>
      </p:sp>
      <p:sp>
        <p:nvSpPr>
          <p:cNvPr id="3" name="Content Placeholder 2"/>
          <p:cNvSpPr>
            <a:spLocks noGrp="1"/>
          </p:cNvSpPr>
          <p:nvPr>
            <p:ph idx="1"/>
          </p:nvPr>
        </p:nvSpPr>
        <p:spPr/>
        <p:txBody>
          <a:bodyPr/>
          <a:lstStyle/>
          <a:p>
            <a:pPr>
              <a:defRPr sz="1200"/>
            </a:pPr>
            <a:r>
              <a:t>- Johannes Brahms was known for his orchestral works, including four symphonies, the Academic Festival Overture, and the Tragic Overture, showcasing his mastery of symphonic form and rich harmonies.</a:t>
            </a:r>
            <a:br/>
            <a:r>
              <a:t>- Brahms drew inspiration from classical composers like Beethoven, infusing his compositions with emotional depth and innovative structures characteristic of the Romantic period.</a:t>
            </a:r>
            <a:br/>
            <a:br/>
            <a:r>
              <a:t>Sources: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Evolution of the Orchestra: Baroque to 19th Century</a:t>
            </a:r>
          </a:p>
        </p:txBody>
      </p:sp>
      <p:sp>
        <p:nvSpPr>
          <p:cNvPr id="3" name="Content Placeholder 2"/>
          <p:cNvSpPr>
            <a:spLocks noGrp="1"/>
          </p:cNvSpPr>
          <p:nvPr>
            <p:ph idx="1"/>
          </p:nvPr>
        </p:nvSpPr>
        <p:spPr/>
        <p:txBody>
          <a:bodyPr/>
          <a:lstStyle/>
          <a:p>
            <a:pPr>
              <a:defRPr sz="1200"/>
            </a:pPr>
            <a:r>
              <a:t>- The development of the orchestra in the Baroque period involved smaller ensembles with strings, harpsichord, and occasional wind instruments.</a:t>
            </a:r>
            <a:br/>
            <a:r>
              <a:t>- Innovations in the 19th-century orchestra by composers like Beethoven and Berlioz led to the expansion of orchestra size and range of instruments.</a:t>
            </a:r>
            <a:br/>
            <a:r>
              <a:t>- Opera played a significant role in the evolution of orchestral music in the Baroque period, influencing orchestral composition and instrumentation.</a:t>
            </a:r>
            <a:br/>
            <a:r>
              <a:t>- The orchestra today can encompass a diverse range of instruments, from traditional strings and brass to electronic and world music instruments, reflecting the continued evolution of orchestral sound.</a:t>
            </a:r>
            <a:br/>
            <a:br/>
            <a:r>
              <a:t>Sources: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Technological Innovations in Music: Pianoforte, Impressionism, Nationalism</a:t>
            </a:r>
          </a:p>
        </p:txBody>
      </p:sp>
      <p:sp>
        <p:nvSpPr>
          <p:cNvPr id="3" name="Content Placeholder 2"/>
          <p:cNvSpPr>
            <a:spLocks noGrp="1"/>
          </p:cNvSpPr>
          <p:nvPr>
            <p:ph idx="1"/>
          </p:nvPr>
        </p:nvSpPr>
        <p:spPr/>
        <p:txBody>
          <a:bodyPr/>
          <a:lstStyle/>
          <a:p>
            <a:pPr>
              <a:defRPr sz="1200"/>
            </a:pPr>
            <a:r>
              <a:t>- The pianoforte allowed for a wider range of volume and tone control through the variation in key striking force, enabling musicians to express emotions more dynamically in their compositions.</a:t>
            </a:r>
            <a:br/>
            <a:r>
              <a:t>- This technological innovation had a profound impact on keyboard music during the Classical and Romantic periods, influencing the development of new musical forms and expressive possibilities.</a:t>
            </a:r>
            <a:br/>
            <a:r>
              <a:t>- Impressionism in music, inspired by the Impressionist art movement, focused on creating atmospheric soundscapes and capturing emotions through the use of exotic scales, chromaticism, and innovative harmonies.</a:t>
            </a:r>
            <a:br/>
            <a:r>
              <a:t>- Nationalism in Romantic music involved composers like Smetana incorporating elements of their national culture and heritage into their compositions, contributing to the diversity and richness of musical expression during this period.</a:t>
            </a:r>
            <a:br/>
            <a:br/>
            <a:r>
              <a:t>Sources: [47]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[40] Innovations in Music Technology During the 18th Century - https://www.britannica.com/art/western-music/Music-printing</a:t>
            </a:r>
            <a:br/>
            <a:r>
              <a:t>[41] Baroque Period Composers - https://www.classicfm.com/discover-music/periods-genres/baroque/baroque-composers/</a:t>
            </a:r>
            <a:br/>
            <a:r>
              <a:t>[42] Impressionism in 19th-Century Music - https://www.britannica.com/art/impressionism-music</a:t>
            </a:r>
            <a:br/>
            <a:r>
              <a:t>[43] Mozart's Influence on Classical Music - https://www.classicfm.com/composers/mozart/guides/mozart-effect-music-how-works/</a:t>
            </a:r>
            <a:br/>
            <a:r>
              <a:t>[44] Mozart's Influence on Classical Music: Ludwig van Beethoven - https://www.classicfm.com/composers/beethoven/guides/beethoven-and-mozart-similarities-differences/</a:t>
            </a:r>
            <a:br/>
            <a:r>
              <a:t>[45] Romantic Period Orchestral Music: Johannes Brahms - https://en.wikipedia.org/wiki/Johannes_Brahms</a:t>
            </a:r>
            <a:br/>
            <a:r>
              <a:t>[46] Evolution of the Orchestra - https://www.classicfm.com/discover-music/periods-genres/orchestral-evolution-history/</a:t>
            </a:r>
            <a:br/>
            <a:r>
              <a:t>[47] Innovations in Music Technology During the 18th Century: The Pianoforte - https://www.metmuseum.org/toah/hd/cris/hd_cris.htm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