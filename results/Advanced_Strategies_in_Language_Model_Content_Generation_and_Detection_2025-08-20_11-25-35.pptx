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Advanced Strategies in Language Model Content Generation and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Penn Treebank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Penn Treebank dataset is widely used for evaluating LLM models in tasks like parsing and language understanding.</a:t>
            </a:r>
            <a:br/>
            <a:r>
              <a:t>- The General Language Understanding Evaluation (GLUE) benchmark provides diverse tasks for assessing language models' performance.</a:t>
            </a:r>
            <a:br/>
            <a:r>
              <a:t>- Transfer learning for LLM content generation involves fine-tuning pre-trained models on specific datasets to improve content quality.</a:t>
            </a:r>
            <a:br/>
            <a:r>
              <a:t>- Benchmarking datasets like WikiText and Common Crawl play a crucial role in training and evaluating language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WikiText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WikiText dataset includes text data from Wikipedia articles, offering a diverse and real-world corpus for language model evaluation (source: [3]).</a:t>
            </a:r>
            <a:br/>
            <a:r>
              <a:t>- It serves as a valuable resource for assessing the performance of LLM models in various natural language processing tasks (source: [4]).</a:t>
            </a:r>
            <a:br/>
            <a:r>
              <a:t>- The dataset is commonly used in training and evaluating language models, providing researchers with a standardized benchmark for model comparison (source: [5]).</a:t>
            </a:r>
            <a:br/>
            <a:r>
              <a:t>- WikiText dataset aids in improving the quality and effectiveness of language models by offering a large and varied text corpus for training and evaluation purposes.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Utilizing Common Crawl for Diverse Language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Common Crawl dataset offers a rich source of text data from web pages, enabling diverse training and evaluation of language models for tasks like text generation and language understanding.</a:t>
            </a:r>
            <a:br/>
            <a:r>
              <a:t>- Researchers leverage the Common Crawl dataset to assess the performance of language models in real-world scenarios, enhancing the robustness and generalizability of model training.</a:t>
            </a:r>
            <a:br/>
            <a:r>
              <a:t>- Utilizing Common Crawl data for language model training allows for the development of models that can effectively summarize online articles by learning from a wide range of web text sources.</a:t>
            </a:r>
            <a:br/>
            <a:r>
              <a:t>- The large corpus provided by Common Crawl aids in improving the quality and accuracy of language models by exposing them to varied linguistic patterns and styles present in web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Evading LLM Detectors: Techniques and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Employing linguistic obfuscation techniques such as adding noise, changing word order, and using synonyms to obfuscate text and evade detection</a:t>
            </a:r>
            <a:br/>
            <a:r>
              <a:t>- Leveraging adversarial attacks to craft inputs that deceive LLM models into making incorrect predictions or classifications</a:t>
            </a:r>
            <a:br/>
            <a:r>
              <a:t>- Utilizing watermarking methods like steganography, robust watermarking, and reversible watermarking to embed digital watermarks in LLM content for source identification</a:t>
            </a:r>
            <a:br/>
            <a:r>
              <a:t>- Implementing strategic modifications in content to make it challenging for LLM detectors to accurately identify the original source or intent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Adversarial Attacks on LLM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Adversarial attacks exploit vulnerabilities in LLM models' decision-making process to produce misleading results and evade detection mechanisms.</a:t>
            </a:r>
            <a:br/>
            <a:r>
              <a:t>- Techniques for evading LLM detectors involve manipulating content through methods like adding random text, introducing errors, using synonyms, and injecting irrelevant information.</a:t>
            </a:r>
            <a:br/>
            <a:r>
              <a:t>- Linguistic obfuscation methods, such as adding noise, changing word order, and using synonyms, alter text to make it harder for detection systems to analyze and detect adversarial attacks.</a:t>
            </a:r>
            <a:br/>
            <a:r>
              <a:t>- Understanding how adversaries can craft inputs to deceive LLM models into making incorrect predictions and the implications of adversarial attacks on the security and reliability of language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Common Benchmarking Datasets for LLM Content - https://huggingface.co/datasets/penn_treebank</a:t>
            </a:r>
            <a:br/>
            <a:r>
              <a:t>[1] GLUE Benchmark - https://gluebenchmark.com/</a:t>
            </a:r>
            <a:br/>
            <a:r>
              <a:t>[2] Transfer Learning for LLM Content Generation - https://arxiv.org/abs/1901.08163</a:t>
            </a:r>
            <a:br/>
            <a:r>
              <a:t>[3] Digital Watermarking Techniques for LLM Content Protection - https://www.researchgate.net/publication/220801873_Digital_Watermarking_Techniques_for_Secure_Multimedia_Content_Protection</a:t>
            </a:r>
            <a:br/>
            <a:r>
              <a:t>[4] Evaluation Metrics for Assessing LLM Content Quality - https://arxiv.org/abs/2101.09085</a:t>
            </a:r>
            <a:br/>
            <a:r>
              <a:t>[5] Evaluation Metrics for Assessing LLM Content Quality - https://www.aclweb.org/anthology/D19-1051.pdf</a:t>
            </a:r>
            <a:br/>
            <a:r>
              <a:t>[6] Linguistic Obfuscation Techniques for Evading Detection in Natural Language Processing - https://www.researchgate.net/publication/320295411_Linguistic_Obfuscation_Techniques_for_Evading_Detection_in_Natural_Language_Processing</a:t>
            </a:r>
            <a:br/>
            <a:r>
              <a:t>[7] Transfer Learning for Language Model Content Generation - https://arxiv.org/abs/1901.08163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Linguistic Obfuscation Methods for Evading Detection in NLP - https://www.aclweb.org/anthology/2020.emnlp-main.172/</a:t>
            </a:r>
            <a:br/>
            <a:r>
              <a:t>[9] Techniques for Evading LLM Detectors - https://www.researchgate.net/publication/344703772_Evading_Language_Model_Detection_Systems_A_Survey_of_Adversarial_Attacks_on_NLP_Models</a:t>
            </a:r>
            <a:br/>
            <a:r>
              <a:t>[10] Watermarking Techniques for LLM Content - https://www.researchgate.net/publication/221605376_Watermarking_Techniques_for_Text_Documents</a:t>
            </a:r>
            <a:br/>
            <a:r>
              <a:t>[11] Adversarial Attacks on LLM Models - https://arxiv.org/abs/2007.06712</a:t>
            </a:r>
            <a:br/>
            <a:r>
              <a:t>[12] Adversarial Attacks on LLM Detectors: A Comprehensive Overview - https://arxiv.org/abs/2003.03657</a:t>
            </a:r>
            <a:br/>
            <a:r>
              <a:t>[13] Robustness Testing of LLM Detectors: Challenges and Solutions - https://arxiv.org/abs/2106.03201</a:t>
            </a:r>
            <a:br/>
            <a:r>
              <a:t>[14] Adversarial Attacks on Language Model Detectors: A Survey - https://arxiv.org/abs/2106.05758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