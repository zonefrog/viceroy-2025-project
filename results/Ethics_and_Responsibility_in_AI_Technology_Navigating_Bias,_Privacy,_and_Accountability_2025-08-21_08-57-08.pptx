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Ethics and Responsibility in AI Technology: Navigating Bias, Privacy, and Accountability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Addressing AI Bias for Fairness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Establishing processes for responsible development and use of AI technologies is essential in ensuring accountability within the industry.</a:t>
            </a:r>
            <a:br/>
            <a:r>
              <a:t>- Governance structures play a crucial role in overseeing AI projects and ensuring compliance with ethical guidelines.</a:t>
            </a:r>
            <a:br/>
            <a:r>
              <a:t>- Adhering to regulations that safeguard against potential harm caused by AI systems is a key aspect of implementing AI accountability mechanisms.</a:t>
            </a:r>
            <a:br/>
            <a:br/>
            <a:r>
              <a:t>Sources: [0]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Ethical Obligations of AI Creators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Incorporate ethical considerations in AI development to ensure fairness, transparency, and accountability in the design and use of AI systems.</a:t>
            </a:r>
            <a:br/>
            <a:r>
              <a:t>- Address bias in algorithms, privacy concerns, and potential misuse of AI to uphold ethical standards in AI development.</a:t>
            </a:r>
            <a:br/>
            <a:r>
              <a:t>- Consider the societal impact of AI technologies and develop strategies to mitigate any negative consequences on individuals and communities.</a:t>
            </a:r>
            <a:br/>
            <a:r>
              <a:t>- Evaluate the ethical implications of AI technology on a broader scale, recognizing the need to balance innovation with ethical responsibilities towards society.</a:t>
            </a:r>
            <a:br/>
            <a:br/>
            <a:r>
              <a:t>Sources: [1]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Ensuring AI Accountability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Establishing regulations, policies, and guidelines to govern the design, implementation, and operation of AI systems is essential for ensuring ethical and responsible AI development.</a:t>
            </a:r>
            <a:br/>
            <a:r>
              <a:t>- Robust AI governance structures help mitigate risks such as bias, discrimination, and privacy violations in AI applications.</a:t>
            </a:r>
            <a:br/>
            <a:r>
              <a:t>- Implementing AI accountability mechanisms involves creating frameworks for monitoring and evaluating AI systems to ensure transparency, fairness, and accountability.</a:t>
            </a:r>
            <a:br/>
            <a:r>
              <a:t>- Organizations and governments can use AI governance structures to uphold ethical standards, address societal concerns, and promote responsible AI development.</a:t>
            </a:r>
            <a:br/>
            <a:br/>
            <a:r>
              <a:t>Sources: [2]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Slide Title: Navigating Data Privacy Regulations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The GDPR aims to give individuals control over their personal data and simplify the regulatory environment for international business within the EU.</a:t>
            </a:r>
            <a:br/>
            <a:r>
              <a:t>- It addresses the transfer of personal data outside the EU and EEA areas, emphasizing the importance of data protection and privacy for all individuals.</a:t>
            </a:r>
            <a:br/>
            <a:br/>
            <a:r>
              <a:t>Sources: [3]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Ethical AI Decision-Making Frameworks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Ethical decision-making frameworks in AI development help navigate complex ethical challenges in creating and deploying AI systems.</a:t>
            </a:r>
            <a:br/>
            <a:r>
              <a:t>- These frameworks offer a structured approach for identifying, analyzing, and resolving ethical dilemmas to ensure responsible and ethical AI development.</a:t>
            </a:r>
            <a:br/>
            <a:r>
              <a:t>- Principles such as transparency, fairness, accountability, and privacy are typically included in ethical decision-making frameworks for AI projects.</a:t>
            </a:r>
            <a:br/>
            <a:r>
              <a:t>- Utilizing ethical decision-making frameworks is crucial for promoting ethical and responsible use of AI technologies.</a:t>
            </a:r>
            <a:br/>
            <a:br/>
            <a:r>
              <a:t>Sources: [4]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Slide Title: Social Impact of AI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technology can lead to job displacement and changes in the workforce, requiring stakeholders to consider strategies for reskilling and upskilling workers to adapt to the evolving job market.</a:t>
            </a:r>
            <a:br/>
            <a:r>
              <a:t>- The potential for bias in AI algorithms can perpetuate existing societal inequalities and discrimination, highlighting the importance of addressing bias in data collection, algorithm design, and decision-making processes.</a:t>
            </a:r>
            <a:br/>
            <a:r>
              <a:t>- Privacy concerns arise from the collection and use of personal data in AI systems, necessitating the implementation of robust data protection measures and transparency in data handling practices.</a:t>
            </a:r>
            <a:br/>
            <a:r>
              <a:t>- Ethical considerations in AI technology extend to the potential misuse of AI for malicious purposes, emphasizing the need for ethical guidelines, regulations, and oversight mechanisms to prevent harmful outcomes.</a:t>
            </a:r>
            <a:br/>
            <a:br/>
            <a:r>
              <a:t>Sources: [5]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Establishing Effective AI Governance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Ethical AI governance structures should include mechanisms for identifying and addressing bias in AI systems to prevent unfair and discriminatory outcomes.</a:t>
            </a:r>
            <a:br/>
            <a:r>
              <a:t>- Implementing transparency and accountability measures within AI governance frameworks can help build trust with users and stakeholders regarding the ethical use of AI technologies.</a:t>
            </a:r>
            <a:br/>
            <a:r>
              <a:t>- Collaboration with diverse stakeholders, including ethicists, policymakers, and community representatives, is essential in developing effective AI governance structures that consider a wide range of ethical perspectives.</a:t>
            </a:r>
            <a:br/>
            <a:r>
              <a:t>- Regular audits and evaluations of AI systems should be conducted to ensure compliance with ethical guidelines and regulations, promoting continuous improvement in responsible AI development practices.</a:t>
            </a:r>
            <a:br/>
            <a:br/>
            <a:r>
              <a:t>Sources: [6]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Ensuring Algorithmic Transparency in AI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In healthcare, AI accountability mechanisms involve monitoring systems, setting guidelines for usage, and holding developers responsible for errors or biases to ensure patient safety and ethical standards.</a:t>
            </a:r>
            <a:br/>
            <a:r>
              <a:t>- Regulatory bodies are increasingly enforcing accountability measures in healthcare settings to prevent AI-related harm and ensure compliance with ethical guidelines.</a:t>
            </a:r>
            <a:br/>
            <a:r>
              <a:t>- Establishing clear processes for monitoring and evaluating AI systems in healthcare is crucial for maintaining ethical standards and promoting responsible AI development practices.</a:t>
            </a:r>
            <a:br/>
            <a:br/>
            <a:r>
              <a:t>Sources: [7]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[0] AI Accountability Mechanisms: Ensuring Responsible AI Development - https://www.weforum.org/agenda/2019/07/ai-accountability-responsible-development-ethics/</a:t>
            </a:r>
            <a:br/>
            <a:r>
              <a:t>[1] Ethical Considerations in AI Development - https://www.weforum.org/agenda/2019/03/ethical-ai-how-to-get-it-right/</a:t>
            </a:r>
            <a:br/>
            <a:r>
              <a:t>[2] AI Governance Structures: Ensuring Responsible AI Development - https://www.weforum.org/agenda/2021/03/ai-governance-structure-ethical-responsible-development/</a:t>
            </a:r>
            <a:br/>
            <a:r>
              <a:t>[3] GDPR: General Data Protection Regulation - https://gdpr-info.eu/</a:t>
            </a:r>
            <a:br/>
            <a:r>
              <a:t>[4] The Role of Ethical Decision-Making Frameworks in AI Development - https://www.ibm.com/watson/advantage-reports/ethical-decision-making-in-ai/</a:t>
            </a:r>
            <a:br/>
            <a:r>
              <a:t>[5] Social Implications of AI Technology - https://www.forbes.com/sites/forbestechcouncil/2020/01/02/the-social-implications-of-artificial-intelligence/?sh=1d4d1e2f5c7d</a:t>
            </a:r>
            <a:br/>
            <a:r>
              <a:t>[6] The Impact of AI Bias on Society - https://www.wired.com/story/the-human-toll-of-protecting-ai-from-harm/</a:t>
            </a:r>
            <a:br/>
            <a:r>
              <a:t>[7] Implementing AI Accountability Mechanisms in Healthcare - https://www.ncbi.nlm.nih.gov/pmc/articles/PMC7556453/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