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Building a Sustainable Future: Implementing Corporate Social Responsibility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"Importance of CSR Practices"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Implementing ethical supply chain practices</a:t>
            </a:r>
            <a:br/>
            <a:r>
              <a:t>- Investing in employee well-being and professional development</a:t>
            </a:r>
            <a:br/>
            <a:r>
              <a:t>- Transparent reporting on social and environmental impact for accountability and credibility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CSR for Businesses and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energy efficiency improvements to reduce carbon footprint</a:t>
            </a:r>
            <a:br/>
            <a:r>
              <a:t>- Introducing waste reduction programs to minimize environmental impact</a:t>
            </a:r>
            <a:br/>
            <a:r>
              <a:t>- Emphasizing sustainable sourcing practices to support ethical supply chains</a:t>
            </a:r>
            <a:br/>
            <a:r>
              <a:t>- Focusing on carbon footprint reduction efforts for long-term sustainability and environmental conservation.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Successful CSR Initiatives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renewable energy sources to reduce carbon emissions</a:t>
            </a:r>
            <a:br/>
            <a:r>
              <a:t>- Implementing water conservation measures to minimize environmental impact</a:t>
            </a:r>
            <a:br/>
            <a:r>
              <a:t>- Establishing partnerships with local organizations to support community development</a:t>
            </a:r>
            <a:br/>
            <a:r>
              <a:t>- Ensuring fair labor practices throughout the supply chain for ethical sourcing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Integrating CSR Strategies into Business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Conduct stakeholder surveys to gather feedback on the impact of CSR activities</a:t>
            </a:r>
            <a:br/>
            <a:r>
              <a:t>- Use key performance indicators (KPIs) to track progress towards CSR goals</a:t>
            </a:r>
            <a:br/>
            <a:r>
              <a:t>- Conduct cost-benefit analyses to assess the financial implications of CSR initiatives</a:t>
            </a:r>
            <a:br/>
            <a:r>
              <a:t>- Utilize third-party assessments or certifications to validate the impact of CSR efforts</a:t>
            </a:r>
            <a:br/>
            <a:r>
              <a:t>- Implementing renewable energy sources to reduce carbon emissions</a:t>
            </a:r>
            <a:br/>
            <a:r>
              <a:t>- Establishing partnerships with local organizations to support community development and sustainability efforts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"Stakeholder Engagement in CSR Initiatives"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Actively involve stakeholders in decision-making processes and seek their feedback</a:t>
            </a:r>
            <a:br/>
            <a:r>
              <a:t>- Addressing stakeholder concerns can lead to improved relationships and increased trust</a:t>
            </a:r>
            <a:br/>
            <a:r>
              <a:t>- Utilize stakeholder surveys to gather feedback on the impact of CSR activities</a:t>
            </a:r>
            <a:br/>
            <a:r>
              <a:t>- Implement strategies for effective stakeholder communication</a:t>
            </a:r>
            <a:br/>
            <a:r>
              <a:t>- Building trust and transparency with stakeholders through open dialogue and engagement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Measuring CSR Impact: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Conduct stakeholder surveys to gather feedback on the impact of CSR activities</a:t>
            </a:r>
            <a:br/>
            <a:r>
              <a:t>- Use key performance indicators (KPIs) to track progress towards CSR goals</a:t>
            </a:r>
            <a:br/>
            <a:r>
              <a:t>- Conduct cost-benefit analyses to assess the financial implications of CSR initiatives</a:t>
            </a:r>
            <a:br/>
            <a:r>
              <a:t>- Utilize third-party assessments or certifications to validate the impact of CSR efforts</a:t>
            </a:r>
            <a:br/>
            <a:r>
              <a:t>- Measure social, environmental, and economic outcomes of CSR initiatives using various metrics and tools</a:t>
            </a:r>
            <a:br/>
            <a:r>
              <a:t>- Ensure continuous improvement by tracking progress and identifying areas for enhancement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"Reducing Carbon Footprint &amp; Energy Consumption"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regular stakeholder consultations to gather feedback on CSR activities</a:t>
            </a:r>
            <a:br/>
            <a:r>
              <a:t>- Actively listening to stakeholder feedback to understand their perspectives and concerns</a:t>
            </a:r>
            <a:br/>
            <a:r>
              <a:t>- Being transparent about CSR initiatives and their impact to build trust with stakeholders</a:t>
            </a:r>
            <a:br/>
            <a:r>
              <a:t>- Involving stakeholders in decision-making processes related to CSR initiatives and activities</a:t>
            </a:r>
            <a:br/>
            <a:r>
              <a:t>- Providing opportunities for stakeholders to actively participate in CSR programs and projects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"Waste Reduction &amp; Recycling Initiatives"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Partnering with non-profit organizations to support community initiatives and charitable causes</a:t>
            </a:r>
            <a:br/>
            <a:r>
              <a:t>- Establishing employee volunteer programs to engage staff in philanthropic activities</a:t>
            </a:r>
            <a:br/>
            <a:r>
              <a:t>- Setting up donation matching schemes to amplify the impact of charitable contributions</a:t>
            </a:r>
            <a:br/>
            <a:r>
              <a:t>- Creating philanthropic initiatives that align with the company's values and mission to maximize social impact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Top 10 Corporate Social Responsibility Practices - https://www.businessnewsdaily.com/4679-corporate-social-responsibility.html</a:t>
            </a:r>
            <a:br/>
            <a:r>
              <a:t>[1] How to Promote Sustainable Business Practices in Organizations - https://www.greenbiz.com/article/10-steps-successful-sustainability-program</a:t>
            </a:r>
            <a:br/>
            <a:r>
              <a:t>[2] Promoting Sustainable Business Practices: A Key Component of Corporate Social Responsibility - https://www.forbes.com/sites/forbesbusinesscouncil/2021/05/19/why-promoting-sustainable-business-practices-is-a-key-component-of-corporate-social-responsibility/?sh=7f3b4d1c4d25</a:t>
            </a:r>
            <a:br/>
            <a:r>
              <a:t>[3] Methods for Measuring and Evaluating CSR Impact - https://www.greenbiz.com/article/how-measure-and-report-csr-impact</a:t>
            </a:r>
            <a:br/>
            <a:r>
              <a:t>[4] Enhancing Stakeholder Engagement in Corporate Social Responsibility Practices - https://www.forbes.com/sites/forbesbusinesscouncil/2021/03/10/four-ways-to-enhance-stakeholder-engagement-in-corporate-social-responsibility/?sh=7b5f7e0d5a02</a:t>
            </a:r>
            <a:br/>
            <a:r>
              <a:t>[5] Measuring and Evaluating CSR Impact - https://www.greenbiz.com/article/how-measure-and-report-corporate-sustainability</a:t>
            </a:r>
            <a:br/>
            <a:r>
              <a:t>[6] Strategies for Enhancing Stakeholder Engagement in Corporate Social Responsibility Practices - https://www.corporatecomplianceinsights.com/5-strategies-enhancing-stakeholder-engagement-corporate-social-responsibility/</a:t>
            </a:r>
            <a:br/>
            <a:r>
              <a:t>[7] Implementing Corporate Philanthropy Programs - https://www.forbes.com/sites/forbesnonprofitcouncil/2019/01/10/how-to-implement-a-corporate-philanthropy-program/#1c4e24f86d4a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