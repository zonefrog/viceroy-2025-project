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Innovative Technologies in Global Supply Chain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AI in Demand Forecasting: Optimizing Supply Chain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Utilizing blockchain technology in supply chain tracking enables companies to create a transparent and immutable record of transactions across the supply chain network.</a:t>
            </a:r>
            <a:br/>
            <a:r>
              <a:t>- The decentralized nature of blockchain technology ensures that data is securely stored and shared among multiple parties, reducing the risk of fraud or manipulation in supply chain operations.</a:t>
            </a:r>
            <a:br/>
            <a:br/>
            <a:r>
              <a:t>Sources: [0]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Benefits of AI in Inventory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 in inventory optimization can help reduce stockouts and overstock situations by dynamically adjusting reorder points based on real-time demand fluctuations.</a:t>
            </a:r>
            <a:br/>
            <a:r>
              <a:t>- By utilizing AI algorithms, companies can achieve higher inventory turnover rates, leading to improved cash flow and reduced holding costs.</a:t>
            </a:r>
            <a:br/>
            <a:r>
              <a:t>- The integration of AI in inventory management allows for the identification of demand patterns that may have been overlooked by traditional forecasting methods, enabling more accurate inventory planning.</a:t>
            </a:r>
            <a:br/>
            <a:r>
              <a:t>- AI-driven inventory optimization systems can adapt to changing market conditions quickly, providing companies with a competitive edge in responding to customer demands efficiently.</a:t>
            </a:r>
            <a:br/>
            <a:br/>
            <a:r>
              <a:t>Sources: [1]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"Inventory Optimization with Predictive Analytics"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Machine learning algorithms in predictive analytics for inventory management can analyze historical data, demand forecasts, lead times, and other factors to make accurate inventory decisions in real-time.</a:t>
            </a:r>
            <a:br/>
            <a:r>
              <a:t>- Leveraging predictive analytics in inventory management enables companies to optimize inventory levels, reduce stockouts, and improve supply chain efficiency.</a:t>
            </a:r>
            <a:br/>
            <a:r>
              <a:t>- Predictive analytics also helps in minimizing excess inventory and enhancing overall inventory turnover rates, leading to improved cash flow and reduced holding costs.</a:t>
            </a:r>
            <a:br/>
            <a:r>
              <a:t>- By utilizing machine learning algorithms, companies can adapt to changing market conditions quickly and gain a competitive edge in responding to customer demands efficiently.</a:t>
            </a:r>
            <a:br/>
            <a:br/>
            <a:r>
              <a:t>Sources: [2]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"Blockchain Technology in Supply Chain Overview"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Blockchain technology in supply chain tracking provides a tamper-proof record of transactions across a network of computers, ensuring data integrity and authenticity.</a:t>
            </a:r>
            <a:br/>
            <a:r>
              <a:t>- The decentralized digital ledgers in blockchain technology enhance transparency in the supply chain by allowing all parties to access and verify information securely.</a:t>
            </a:r>
            <a:br/>
            <a:r>
              <a:t>- Smart contracts in blockchain technology automate processes and transactions in the supply chain, reducing the risk of errors and increasing operational efficiency.</a:t>
            </a:r>
            <a:br/>
            <a:r>
              <a:t>- Blockchain technology enables real-time tracking of goods, streamlining logistics operations and improving overall supply chain visibility.</a:t>
            </a:r>
            <a:br/>
            <a:br/>
            <a:r>
              <a:t>Sources: [3]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"Blockchain Tracking: Traceability and Transparency"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Blockchain technology ensures data integrity and authenticity by creating tamper-proof records of transactions in a decentralized network of computers.</a:t>
            </a:r>
            <a:br/>
            <a:r>
              <a:t>- The transparency provided by blockchain technology allows all stakeholders to securely access and verify information, enhancing trust and accountability in the supply chain.</a:t>
            </a:r>
            <a:br/>
            <a:r>
              <a:t>- Smart contracts in blockchain technology automate processes and transactions, reducing the potential for errors and improving operational efficiency.</a:t>
            </a:r>
            <a:br/>
            <a:r>
              <a:t>- Real-time tracking of goods enabled by blockchain technology optimizes logistics operations and enhances overall supply chain visibility.</a:t>
            </a:r>
            <a:br/>
            <a:br/>
            <a:r>
              <a:t>Sources: [4]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Blockchain Security Features in Supply 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Immutable and tamper-proof records ensure data integrity</a:t>
            </a:r>
            <a:br/>
            <a:r>
              <a:t>- Decentralized digital ledgers enhance transparency and trust among stakeholders</a:t>
            </a:r>
            <a:br/>
            <a:r>
              <a:t>- Smart contracts automate and secure transactions, reducing fraud risks</a:t>
            </a:r>
            <a:br/>
            <a:r>
              <a:t>- Cryptographic hashing ensures data privacy and authentication of information</a:t>
            </a:r>
            <a:br/>
            <a:r>
              <a:t>- Enhanced security features of blockchain technology include consensus mechanisms like Proof of Work or Proof of Stake to validate transactions and prevent unauthorized changes</a:t>
            </a:r>
            <a:br/>
            <a:br/>
            <a:r>
              <a:t>Sources: [5]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Maximizing Efficiency: Predictive Maintenance in Supply Chains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Predictive maintenance in global supply chains utilizes AI and machine learning algorithms</a:t>
            </a:r>
            <a:br/>
            <a:r>
              <a:t>- Proactively predicts equipment failures to minimize downtime and reduce maintenance costs</a:t>
            </a:r>
            <a:br/>
            <a:r>
              <a:t>- Optimizes overall equipment efficiency through predictive analytics</a:t>
            </a:r>
            <a:br/>
            <a:r>
              <a:t>- Practical benefits include increased equipment uptime, improved operational efficiency, enhanced safety</a:t>
            </a:r>
            <a:br/>
            <a:r>
              <a:t>- Machine learning algorithms analyze historical data, demand forecasts, lead times, and other factors to make accurate maintenance decisions in real-time.</a:t>
            </a:r>
            <a:br/>
            <a:br/>
            <a:r>
              <a:t>Sources: [6]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"AI Predictive Maintenance for Enhanced Supply Chain Safety"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Utilizing AI algorithms for predictive maintenance in global supply chains involves analyzing vast amounts of historical data to identify patterns and trends that can indicate potential equipment failures</a:t>
            </a:r>
            <a:br/>
            <a:r>
              <a:t>- Machine learning algorithms utilize predictive analytics to forecast maintenance needs, optimizing equipment efficiency and reducing downtime</a:t>
            </a:r>
            <a:br/>
            <a:r>
              <a:t>- Implementation of AI for predictive maintenance enables real-time monitoring of equipment health, allowing for proactive maintenance interventions before critical failures occur</a:t>
            </a:r>
            <a:br/>
            <a:r>
              <a:t>- The integration of AI algorithms in predictive maintenance strategies enhances safety measures by preventing unexpected breakdowns and ensuring continuous operational efficiency</a:t>
            </a:r>
            <a:br/>
            <a:br/>
            <a:r>
              <a:t>Sources: [7]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[0] The Role of Blockchain Technology in Supply Chain Tracking - https://www.forbes.com/sites/forbestechcouncil/2020/11/02/how-blockchain-is-revolutionizing-supply-chain-management/?sh=77a6b9c27a8d</a:t>
            </a:r>
            <a:br/>
            <a:r>
              <a:t>[1] The Role of Predictive Maintenance in Global Supply Chains - https://www.forbes.com/sites/forbestechcouncil/2021/04/15/the-importance-of-predictive-maintenance-in-supply-chain-efficiency/?sh=4e7f1b7757c6</a:t>
            </a:r>
            <a:br/>
            <a:r>
              <a:t>[2] Machine Learning Algorithms for Inventory Optimization - https://www.forbes.com/sites/forbestechcouncil/2021/03/05/how-machine-learning-can-transform-inventory-management/?sh=3c4f9e1f6b4f</a:t>
            </a:r>
            <a:br/>
            <a:r>
              <a:t>[3] The Impact of AI on Supply Chain Inventory Management - https://www.forbes.com/sites/forbestechcouncil/2021/04/12/how-ai-is-revolutionizing-inventory-management/?sh=5a4f3f5b5b2c</a:t>
            </a:r>
            <a:br/>
            <a:r>
              <a:t>[4] Sustainability Practices in International Logistics - https://www.sciencedirect.com/science/article/pii/S1877042814013597</a:t>
            </a:r>
            <a:br/>
            <a:r>
              <a:t>[5] The Role of AI in Inventory Management - https://www.supplychaindive.com/news/artificial-intelligence-supply-chain-inventory-management/521326/</a:t>
            </a:r>
            <a:br/>
            <a:r>
              <a:t>[6] Inventory Optimization Through Machine Learning Algorithms - https://www.forbes.com/sites/forbestechcouncil/2020/11/24/using-ai-and-machine-learning-to-optimize-inventory-and-supply-chain-management/?sh=1e29c91c2eaf</a:t>
            </a:r>
            <a:br/>
            <a:r>
              <a:t>[7] How Blockchain Technology is Revolutionizing Supply Chain Tracking - https://www.forbes.com/sites/forbestechcouncil/2021/06/01/how-blockchain-is-revolutionizing-supply-chain-management/?sh=6d5a9b9d3b3e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