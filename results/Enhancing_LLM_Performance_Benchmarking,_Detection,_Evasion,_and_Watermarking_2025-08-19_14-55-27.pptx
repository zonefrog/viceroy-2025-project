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Enhancing LLM Performance: Benchmarking, Detection, Evasion, and Watermarking</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Benchmarking Datasets for LLM Content Generation</a:t>
            </a:r>
          </a:p>
        </p:txBody>
      </p:sp>
      <p:sp>
        <p:nvSpPr>
          <p:cNvPr id="3" name="Content Placeholder 2"/>
          <p:cNvSpPr>
            <a:spLocks noGrp="1"/>
          </p:cNvSpPr>
          <p:nvPr>
            <p:ph idx="1"/>
          </p:nvPr>
        </p:nvSpPr>
        <p:spPr/>
        <p:txBody>
          <a:bodyPr/>
          <a:lstStyle/>
          <a:p>
            <a:pPr>
              <a:defRPr sz="1200"/>
            </a:pPr>
            <a:r>
              <a:t>- Multilingual benchmarking datasets play a crucial role in evaluating the performance of large language models across different languages.</a:t>
            </a:r>
            <a:br/>
            <a:r>
              <a:t>- Evaluation metrics such as cross-lingual transfer accuracy, language modeling perplexity, and zero-shot translation performance are commonly used to measure LLM performance on multilingual datasets.</a:t>
            </a:r>
            <a:br/>
            <a:r>
              <a:t>- Researchers analyze how well LLMs can understand and generate text in diverse languages, showcasing their ability to capture language-specific nuances and adapt to various linguistic contexts.</a:t>
            </a:r>
            <a:br/>
            <a:r>
              <a:t>- Multilingual datasets provide a diverse range of linguistic patterns and structures, challenging LLMs to generalize effectively beyond a single language and demonstrate their cross-lingual capabilities.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Comparing Benchmarking Datasets for LLM Evaluation</a:t>
            </a:r>
          </a:p>
        </p:txBody>
      </p:sp>
      <p:sp>
        <p:nvSpPr>
          <p:cNvPr id="3" name="Content Placeholder 2"/>
          <p:cNvSpPr>
            <a:spLocks noGrp="1"/>
          </p:cNvSpPr>
          <p:nvPr>
            <p:ph idx="1"/>
          </p:nvPr>
        </p:nvSpPr>
        <p:spPr/>
        <p:txBody>
          <a:bodyPr/>
          <a:lstStyle/>
          <a:p>
            <a:pPr>
              <a:defRPr sz="1200"/>
            </a:pPr>
            <a:r>
              <a:t>- Evaluating the performance of Large Language Models (LLMs) on multilingual datasets involves comparing the effectiveness of these models across different languages and linguistic variations.</a:t>
            </a:r>
            <a:br/>
            <a:r>
              <a:t>- Researchers use various evaluation metrics such as perplexity, BLEU score, and accuracy to assess how well LLMs perform on tasks like language modeling, translation, and text generation in multilingual settings.</a:t>
            </a:r>
            <a:br/>
            <a:r>
              <a:t>- By analyzing the results of these evaluations, insights can be gained into the strengths and weaknesses of LLMs when dealing with diverse language data.</a:t>
            </a:r>
            <a:br/>
            <a:r>
              <a:t>- Multilingual benchmarking datasets provide a diverse range of linguistic patterns and structures, challenging LLMs to generalize effectively beyond a single language and demonstrate their cross-lingual capabilities.</a:t>
            </a:r>
            <a:br/>
            <a:r>
              <a:t>- Understanding the performance of LLMs on multilingual datasets is essential for developing models that can effectively handle linguistic variations and language-specific nuances in text generation tasks.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Penn Treebank Dataset Overview</a:t>
            </a:r>
          </a:p>
        </p:txBody>
      </p:sp>
      <p:sp>
        <p:nvSpPr>
          <p:cNvPr id="3" name="Content Placeholder 2"/>
          <p:cNvSpPr>
            <a:spLocks noGrp="1"/>
          </p:cNvSpPr>
          <p:nvPr>
            <p:ph idx="1"/>
          </p:nvPr>
        </p:nvSpPr>
        <p:spPr/>
        <p:txBody>
          <a:bodyPr/>
          <a:lstStyle/>
          <a:p>
            <a:pPr>
              <a:defRPr sz="1200"/>
            </a:pPr>
            <a:r>
              <a:t>ENHANCED Content:</a:t>
            </a:r>
            <a:br/>
            <a:r>
              <a:t>- The quality of benchmarking datasets, such as the Penn Treebank dataset, plays a crucial role in evaluating the performance of Large Language Models (LLMs) for language modeling and parsing tasks.</a:t>
            </a:r>
            <a:br/>
            <a:r>
              <a:t>- Diverse and representative benchmarking datasets like WikiText-103, Penn Treebank, and BookCorpus are essential for assessing the effectiveness of LLMs and comparing different models in the field.</a:t>
            </a:r>
            <a:br/>
            <a:r>
              <a:t>- Researchers rely on benchmarking datasets to establish a standard for evaluating LLM performance and monitoring progress in the development of language models.</a:t>
            </a:r>
            <a:br/>
            <a:r>
              <a:t>- Evaluating the quality and diversity of benchmarking datasets is critical to avoid biases and ensure accurate and reliable performance metrics for LLMs.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BookCorpus Dataset Overview</a:t>
            </a:r>
          </a:p>
        </p:txBody>
      </p:sp>
      <p:sp>
        <p:nvSpPr>
          <p:cNvPr id="3" name="Content Placeholder 2"/>
          <p:cNvSpPr>
            <a:spLocks noGrp="1"/>
          </p:cNvSpPr>
          <p:nvPr>
            <p:ph idx="1"/>
          </p:nvPr>
        </p:nvSpPr>
        <p:spPr/>
        <p:txBody>
          <a:bodyPr/>
          <a:lstStyle/>
          <a:p>
            <a:pPr>
              <a:defRPr sz="1200"/>
            </a:pPr>
            <a:r>
              <a:t>ENHANCED Content:</a:t>
            </a:r>
            <a:br/>
            <a:r>
              <a:t>- The BookCorpus dataset consists of a large collection of books that are used for various text generation tasks, making it a valuable resource for evaluating the performance of Large Language Models (LLMs).</a:t>
            </a:r>
            <a:br/>
            <a:r>
              <a:t>- Benchmarking datasets like BookCorpus are crucial for assessing the effectiveness of LLMs in generating coherent and contextually relevant text, serving as a standard for comparison among different language models.</a:t>
            </a:r>
            <a:br/>
            <a:r>
              <a:t>- In addition to WikiText-103 and Penn Treebank, the BookCorpus dataset offers a diverse range of text genres and writing styles, enhancing the robustness and generalizability of LLM evaluations.</a:t>
            </a:r>
            <a:br/>
            <a:r>
              <a:t>- Researchers leverage the BookCorpus dataset to analyze the language patterns, semantic coherence, and syntactic structures of LLM-generated content, enabling a comprehensive assessment of model performance across various text domains.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Importance of LLM Benchmarking Datasets</a:t>
            </a:r>
          </a:p>
        </p:txBody>
      </p:sp>
      <p:sp>
        <p:nvSpPr>
          <p:cNvPr id="3" name="Content Placeholder 2"/>
          <p:cNvSpPr>
            <a:spLocks noGrp="1"/>
          </p:cNvSpPr>
          <p:nvPr>
            <p:ph idx="1"/>
          </p:nvPr>
        </p:nvSpPr>
        <p:spPr/>
        <p:txBody>
          <a:bodyPr/>
          <a:lstStyle/>
          <a:p>
            <a:pPr>
              <a:defRPr sz="1200"/>
            </a:pPr>
            <a:r>
              <a:t>ENHANCED Content:</a:t>
            </a:r>
            <a:br/>
            <a:r>
              <a:t>- Benchmarking datasets like BookCorpus are essential for assessing the performance of LLMs in generating coherent and contextually relevant text, serving as a standard for comparison among different language models.</a:t>
            </a:r>
            <a:br/>
            <a:r>
              <a:t>- The BookCorpus dataset offers a diverse range of text genres and writing styles, enhancing the robustness and generalizability of LLM evaluations.</a:t>
            </a:r>
            <a:br/>
            <a:r>
              <a:t>- Researchers leverage the BookCorpus dataset to analyze language patterns, semantic coherence, and syntactic structures of LLM-generated content, enabling a comprehensive assessment of model performance across various text domains.</a:t>
            </a:r>
            <a:br/>
            <a:r>
              <a:t>- The inclusion of BookCorpus in benchmarking datasets provides a valuable resource for evaluating LLM capabilities in handling different writing styles and genres effectively.</a:t>
            </a:r>
            <a:br/>
            <a:r>
              <a:t>- By incorporating BookCorpus data, researchers can assess how well LLMs adapt to various linguistic nuances and writing conventions, contributing to a more nuanced evaluation of model performance.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Role of Benchmarking Datasets in LLM Performance Assessment</a:t>
            </a:r>
          </a:p>
        </p:txBody>
      </p:sp>
      <p:sp>
        <p:nvSpPr>
          <p:cNvPr id="3" name="Content Placeholder 2"/>
          <p:cNvSpPr>
            <a:spLocks noGrp="1"/>
          </p:cNvSpPr>
          <p:nvPr>
            <p:ph idx="1"/>
          </p:nvPr>
        </p:nvSpPr>
        <p:spPr/>
        <p:txBody>
          <a:bodyPr/>
          <a:lstStyle/>
          <a:p>
            <a:pPr>
              <a:defRPr sz="1200"/>
            </a:pPr>
            <a:r>
              <a:t>ENHANCED Content:</a:t>
            </a:r>
            <a:br/>
            <a:r>
              <a:t>- Benchmarking datasets such as WikiText-103 provide a diverse range of text samples, including articles, essays, and news reports, to evaluate LLM performance across different text genres and styles effectively.</a:t>
            </a:r>
            <a:br/>
            <a:r>
              <a:t>- Researchers utilize the WikiText-103 dataset to analyze the contextual relevance and coherence of LLM-generated text, enabling a detailed assessment of language model capabilities in maintaining consistent narrative flow.</a:t>
            </a:r>
            <a:br/>
            <a:r>
              <a:t>- The inclusion of WikiText-103 in benchmarking datasets enhances the robustness of LLM evaluations by offering a broad range of linguistic contexts and writing formats for model assessment.</a:t>
            </a:r>
            <a:br/>
            <a:r>
              <a:t>- By leveraging the WikiText-103 dataset, researchers can evaluate the adaptability of LLMs to varying linguistic structures, vocabulary usage, and writing conventions, contributing to a comprehensive understanding of model performance in content generation tasks.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Analyzing LLM Benchmarking Datasets for Evaluation</a:t>
            </a:r>
          </a:p>
        </p:txBody>
      </p:sp>
      <p:sp>
        <p:nvSpPr>
          <p:cNvPr id="3" name="Content Placeholder 2"/>
          <p:cNvSpPr>
            <a:spLocks noGrp="1"/>
          </p:cNvSpPr>
          <p:nvPr>
            <p:ph idx="1"/>
          </p:nvPr>
        </p:nvSpPr>
        <p:spPr/>
        <p:txBody>
          <a:bodyPr/>
          <a:lstStyle/>
          <a:p>
            <a:pPr>
              <a:defRPr sz="1200"/>
            </a:pPr>
            <a:r>
              <a:t>ENHANCED Content:</a:t>
            </a:r>
            <a:br/>
            <a:r>
              <a:t>- Benchmarking datasets like Penn Treebank offer a collection of annotated text samples, enabling researchers to assess LLM performance in syntactic and grammatical understanding across various sentence structures and language complexities.</a:t>
            </a:r>
            <a:br/>
            <a:r>
              <a:t>- Researchers utilize the Penn Treebank dataset to evaluate the accuracy of LLM-generated text in capturing intricate linguistic features, such as verb tense agreement, noun phrase structures, and syntactic dependencies, enhancing the model's language comprehension capabilities.</a:t>
            </a:r>
            <a:br/>
            <a:r>
              <a:t>- The inclusion of Penn Treebank in benchmarking datasets facilitates a detailed analysis of LLM performance in parsing and understanding complex sentence structures, contributing to a comprehensive evaluation of the model's syntactic proficiency.</a:t>
            </a:r>
            <a:br/>
            <a:r>
              <a:t>- By leveraging the Penn Treebank dataset, researchers can evaluate the robustness of LLMs in handling syntactic ambiguities, structural variations, and grammatical nuances, providing insights into the model's syntactic processing capabilities for content generation tasks.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Understanding WikiText-103 Dataset</a:t>
            </a:r>
          </a:p>
        </p:txBody>
      </p:sp>
      <p:sp>
        <p:nvSpPr>
          <p:cNvPr id="3" name="Content Placeholder 2"/>
          <p:cNvSpPr>
            <a:spLocks noGrp="1"/>
          </p:cNvSpPr>
          <p:nvPr>
            <p:ph idx="1"/>
          </p:nvPr>
        </p:nvSpPr>
        <p:spPr/>
        <p:txBody>
          <a:bodyPr/>
          <a:lstStyle/>
          <a:p>
            <a:pPr>
              <a:defRPr sz="1200"/>
            </a:pPr>
            <a:r>
              <a:t>ENHANCED Content:</a:t>
            </a:r>
            <a:br/>
            <a:r>
              <a:t>- The Penn Treebank dataset serves as a valuable resource for evaluating LLM performance in syntactic and grammatical understanding across diverse sentence structures and linguistic complexities, aiding in the assessment of the model's language comprehension capabilities.</a:t>
            </a:r>
            <a:br/>
            <a:r>
              <a:t>- Researchers leverage the Penn Treebank dataset to assess the accuracy of LLM-generated text in capturing intricate linguistic features like verb tense agreement, noun phrase structures, and syntactic dependencies, enhancing the model's proficiency in understanding complex language constructs.</a:t>
            </a:r>
            <a:br/>
            <a:r>
              <a:t>- Inclusion of the Penn Treebank dataset in benchmarking datasets enables a detailed analysis of LLM performance in parsing and comprehending complex sentence structures, contributing to a comprehensive evaluation of the model's syntactic competence.</a:t>
            </a:r>
            <a:br/>
            <a:r>
              <a:t>- By utilizing the Penn Treebank dataset, researchers can evaluate the resilience of LLMs in handling syntactic ambiguities, structural variations, and grammatical nuances, providing valuable insights into the model's syntactic processing capabilities for generating content effectively.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Exploring Penn Treebank Dataset</a:t>
            </a:r>
          </a:p>
        </p:txBody>
      </p:sp>
      <p:sp>
        <p:nvSpPr>
          <p:cNvPr id="3" name="Content Placeholder 2"/>
          <p:cNvSpPr>
            <a:spLocks noGrp="1"/>
          </p:cNvSpPr>
          <p:nvPr>
            <p:ph idx="1"/>
          </p:nvPr>
        </p:nvSpPr>
        <p:spPr/>
        <p:txBody>
          <a:bodyPr/>
          <a:lstStyle/>
          <a:p>
            <a:pPr>
              <a:defRPr sz="1200"/>
            </a:pPr>
            <a:r>
              <a:t>ENHANCED Content:</a:t>
            </a:r>
            <a:br/>
            <a:r>
              <a:t>- The Penn Treebank dataset contains a diverse range of Wall Street Journal articles, providing rich linguistic data for evaluating LLM performance in language modeling and parsing tasks with real-world text samples.</a:t>
            </a:r>
            <a:br/>
            <a:r>
              <a:t>- Researchers utilize the Penn Treebank dataset to analyze LLM-generated text's syntactic and grammatical accuracy, focusing on intricate linguistic features such as verb tense agreement, noun phrase structures, and syntactic dependencies to enhance the model's language comprehension capabilities.</a:t>
            </a:r>
            <a:br/>
            <a:r>
              <a:t>- Inclusion of the Penn Treebank dataset in benchmarking datasets allows for a detailed examination of LLM performance in parsing complex sentence structures, aiding in assessing the model's syntactic competence and its ability to understand and generate content with grammatical precision.</a:t>
            </a:r>
            <a:br/>
            <a:r>
              <a:t>- Leveraging the Penn Treebank dataset enables researchers to assess how LLMs handle syntactic ambiguities, variations in sentence structures, and subtle grammatical nuances, offering insights into the model's syntactic processing capabilities for effective content generation and comprehension.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Exploring BookCorpus Dataset for LLM Evaluation</a:t>
            </a:r>
          </a:p>
        </p:txBody>
      </p:sp>
      <p:sp>
        <p:nvSpPr>
          <p:cNvPr id="3" name="Content Placeholder 2"/>
          <p:cNvSpPr>
            <a:spLocks noGrp="1"/>
          </p:cNvSpPr>
          <p:nvPr>
            <p:ph idx="1"/>
          </p:nvPr>
        </p:nvSpPr>
        <p:spPr/>
        <p:txBody>
          <a:bodyPr/>
          <a:lstStyle/>
          <a:p>
            <a:pPr>
              <a:defRPr sz="1200"/>
            </a:pPr>
            <a:r>
              <a:t>ENHANCED Content:</a:t>
            </a:r>
            <a:br/>
            <a:r>
              <a:t>- The BookCorpus dataset comprises a diverse collection of books suitable for text generation tasks, providing a wide range of linguistic styles and genres for evaluating LLM performance in content generation tasks.</a:t>
            </a:r>
            <a:br/>
            <a:r>
              <a:t>- Researchers leverage the BookCorpus dataset to analyze LLM-generated text's coherence and thematic consistency, focusing on narrative flow, character development, and plot progression to enhance the model's storytelling capabilities.</a:t>
            </a:r>
            <a:br/>
            <a:r>
              <a:t>- Incorporating the BookCorpus dataset in benchmarking datasets allows for a comprehensive evaluation of LLM performance in generating engaging and cohesive narratives, aiding in assessing the model's ability to maintain thematic coherence and narrative structure.</a:t>
            </a:r>
            <a:br/>
            <a:r>
              <a:t>- By utilizing the BookCorpus dataset, researchers can assess how LLMs handle genre-specific language, literary devices, and narrative elements, offering insights into the model's capacity to generate content that aligns with different storytelling styles and genres effectively.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Benchmarking Datasets for LLM Performance Evaluation</a:t>
            </a:r>
          </a:p>
        </p:txBody>
      </p:sp>
      <p:sp>
        <p:nvSpPr>
          <p:cNvPr id="3" name="Content Placeholder 2"/>
          <p:cNvSpPr>
            <a:spLocks noGrp="1"/>
          </p:cNvSpPr>
          <p:nvPr>
            <p:ph idx="1"/>
          </p:nvPr>
        </p:nvSpPr>
        <p:spPr/>
        <p:txBody>
          <a:bodyPr/>
          <a:lstStyle/>
          <a:p>
            <a:pPr>
              <a:defRPr sz="1200"/>
            </a:pPr>
            <a:r>
              <a:t>ENHANCED Content:</a:t>
            </a:r>
            <a:br/>
            <a:r>
              <a:t>- The WikiText-103 dataset, consisting of Wikipedia articles, serves as a valuable resource for language modeling tasks, offering a diverse range of topics and writing styles to evaluate LLM performance in content generation accurately.</a:t>
            </a:r>
            <a:br/>
            <a:r>
              <a:t>- Researchers utilize the Penn Treebank dataset, containing Wall Street Journal articles, to assess LLM performance in parsing tasks, focusing on syntactic analysis and language structure understanding to enhance the model's parsing capabilities effectively.</a:t>
            </a:r>
            <a:br/>
            <a:r>
              <a:t>- Incorporating the WikiText-103 and Penn Treebank datasets in benchmarking datasets enables a comprehensive evaluation of LLM performance across different linguistic domains, providing insights into the model's adaptability and generalization capabilities in various text processing tasks.</a:t>
            </a:r>
            <a:br/>
            <a:r>
              <a:t>- Benchmarking datasets like WikiText-103 and Penn Treebank play a crucial role in training and evaluating LLMs, helping researchers compare models' performance on standard tasks and facilitating advancements in language modeling research.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Enhancing LLM Performance with Domain-Specific Datasets</a:t>
            </a:r>
          </a:p>
        </p:txBody>
      </p:sp>
      <p:sp>
        <p:nvSpPr>
          <p:cNvPr id="3" name="Content Placeholder 2"/>
          <p:cNvSpPr>
            <a:spLocks noGrp="1"/>
          </p:cNvSpPr>
          <p:nvPr>
            <p:ph idx="1"/>
          </p:nvPr>
        </p:nvSpPr>
        <p:spPr/>
        <p:txBody>
          <a:bodyPr/>
          <a:lstStyle/>
          <a:p>
            <a:pPr>
              <a:defRPr sz="1200"/>
            </a:pPr>
            <a:r>
              <a:t>ENHANCED Content:</a:t>
            </a:r>
            <a:br/>
            <a:r>
              <a:t>- Domain-specific datasets enhance LLM performance by providing data tailored to a specific industry or field, improving the model's accuracy and relevance in generating content within that domain.</a:t>
            </a:r>
            <a:br/>
            <a:r>
              <a:t>- Utilizing domain-specific datasets helps in identifying biases and nuances unique to a particular domain, enabling better detection and mitigation of potential issues in the generated content.</a:t>
            </a:r>
            <a:br/>
            <a:r>
              <a:t>- Fine-tuning LLMs on domain-specific datasets leads to more contextually appropriate text generation, increasing the model's value for practical applications within specific industries or fields.</a:t>
            </a:r>
            <a:br/>
            <a:r>
              <a:t>- Leveraging domain-specific datasets in benchmarking LLM content generation ensures the model's effectiveness and applicability in specialized domains, contributing to advancements in language modeling research and industry-specific applications.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Creating Diverse Benchmarking Datasets for LLMs</a:t>
            </a:r>
          </a:p>
        </p:txBody>
      </p:sp>
      <p:sp>
        <p:nvSpPr>
          <p:cNvPr id="3" name="Content Placeholder 2"/>
          <p:cNvSpPr>
            <a:spLocks noGrp="1"/>
          </p:cNvSpPr>
          <p:nvPr>
            <p:ph idx="1"/>
          </p:nvPr>
        </p:nvSpPr>
        <p:spPr/>
        <p:txBody>
          <a:bodyPr/>
          <a:lstStyle/>
          <a:p>
            <a:pPr>
              <a:defRPr sz="1200"/>
            </a:pPr>
            <a:r>
              <a:t>ENHANCED Content:</a:t>
            </a:r>
            <a:br/>
            <a:r>
              <a:t>- Leveraging transfer learning techniques to adapt existing datasets for LLM content generation ensures the datasets are tailored to the specific requirements of language models, enhancing model performance and accuracy.</a:t>
            </a:r>
            <a:br/>
            <a:r>
              <a:t>- Active learning methods can be employed to iteratively select and label data points, maximizing dataset informativeness and diversity, leading to more robust benchmarking datasets for LLM evaluation.</a:t>
            </a:r>
            <a:br/>
            <a:r>
              <a:t>- Incorporating data augmentation techniques in dataset creation enhances diversity and generalization of LLM models, enabling them to handle a wider range of content generation tasks effectively.</a:t>
            </a:r>
            <a:br/>
            <a:r>
              <a:t>- By combining innovative strategies such as transfer learning, active learning, and data augmentation, researchers can create benchmarking datasets that are comprehensive, diverse, and representative of real-world data, setting new standards for evaluating LLM performance in content generation tasks.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Ensuring Diversity in LLM Benchmarking Datasets</a:t>
            </a:r>
          </a:p>
        </p:txBody>
      </p:sp>
      <p:sp>
        <p:nvSpPr>
          <p:cNvPr id="3" name="Content Placeholder 2"/>
          <p:cNvSpPr>
            <a:spLocks noGrp="1"/>
          </p:cNvSpPr>
          <p:nvPr>
            <p:ph idx="1"/>
          </p:nvPr>
        </p:nvSpPr>
        <p:spPr/>
        <p:txBody>
          <a:bodyPr/>
          <a:lstStyle/>
          <a:p>
            <a:pPr>
              <a:defRPr sz="1200"/>
            </a:pPr>
            <a:r>
              <a:t>ENHANCED Content:</a:t>
            </a:r>
            <a:br/>
            <a:r>
              <a:t>- Leveraging transfer learning techniques to adapt existing datasets for LLM content generation ensures the datasets are tailored to the specific requirements of language models, enhancing model performance and accuracy.</a:t>
            </a:r>
            <a:br/>
            <a:r>
              <a:t>- Active learning methods can be employed to iteratively select and label data points, maximizing dataset informativeness and diversity, leading to more robust benchmarking datasets for LLM evaluation.</a:t>
            </a:r>
            <a:br/>
            <a:r>
              <a:t>- Incorporating data augmentation techniques in dataset creation enhances diversity and generalization of LLM models, enabling them to handle a wider range of content generation tasks effectively.</a:t>
            </a:r>
            <a:br/>
            <a:r>
              <a:t>- By combining innovative strategies such as transfer learning, active learning, and data augmentation, researchers can create benchmarking datasets that are comprehensive, diverse, and representative of real-world data, setting new standards for evaluating LLM performance in content generation tasks.</a:t>
            </a:r>
            <a:br/>
            <a:r>
              <a:t>- Utilizing semi-supervised learning approaches can help in efficiently utilizing unlabeled data to enhance the diversity and size of benchmarking datasets, further improving the performance and generalization capabilities of LLMs.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Impact of Benchmarking Datasets on LLM Performance</a:t>
            </a:r>
          </a:p>
        </p:txBody>
      </p:sp>
      <p:sp>
        <p:nvSpPr>
          <p:cNvPr id="3" name="Content Placeholder 2"/>
          <p:cNvSpPr>
            <a:spLocks noGrp="1"/>
          </p:cNvSpPr>
          <p:nvPr>
            <p:ph idx="1"/>
          </p:nvPr>
        </p:nvSpPr>
        <p:spPr/>
        <p:txBody>
          <a:bodyPr/>
          <a:lstStyle/>
          <a:p>
            <a:pPr>
              <a:defRPr sz="1200"/>
            </a:pPr>
            <a:r>
              <a:t>ENHANCED Content:</a:t>
            </a:r>
            <a:br/>
            <a:r>
              <a:t>- Open-domain benchmarking datasets encompass a wide variety of topics and domains, offering a comprehensive evaluation of LLM performance across diverse tasks and industries. They serve as a versatile tool for assessing the overall capabilities of language models in different contexts.</a:t>
            </a:r>
            <a:br/>
            <a:r>
              <a:t>- Domain-specific benchmarking datasets focus on specific industries or fields, providing tailored evaluations of LLMs within those specialized domains. These datasets enable researchers to assess model performance in targeted areas with specific requirements and challenges.</a:t>
            </a:r>
            <a:br/>
            <a:r>
              <a:t>- The selection between open-domain and domain-specific benchmarking datasets depends on the research objectives and the need for specialized evaluation in particular domains. Researchers must consider the balance between generalizability and specificity when choosing the most appropriate dataset for their evaluation.</a:t>
            </a:r>
            <a:br/>
            <a:r>
              <a:t>- Incorporating a combination of open-domain and domain-specific benchmarking datasets in LLM evaluation studies can offer a holistic perspective on model performance, allowing researchers to analyze both general capabilities and domain-specific adaptability of language models.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Evaluating LLM Performance with Benchmarking Datasets</a:t>
            </a:r>
          </a:p>
        </p:txBody>
      </p:sp>
      <p:sp>
        <p:nvSpPr>
          <p:cNvPr id="3" name="Content Placeholder 2"/>
          <p:cNvSpPr>
            <a:spLocks noGrp="1"/>
          </p:cNvSpPr>
          <p:nvPr>
            <p:ph idx="1"/>
          </p:nvPr>
        </p:nvSpPr>
        <p:spPr/>
        <p:txBody>
          <a:bodyPr/>
          <a:lstStyle/>
          <a:p>
            <a:pPr>
              <a:defRPr sz="1200"/>
            </a:pPr>
            <a:r>
              <a:t>ENHANCED Content:</a:t>
            </a:r>
            <a:br/>
            <a:r>
              <a:t>- Open-domain benchmarking datasets encompass a wide variety of topics and domains, offering a comprehensive evaluation of LLM performance across diverse tasks and industries. They serve as a versatile tool for assessing the overall capabilities of language models in different contexts.</a:t>
            </a:r>
            <a:br/>
            <a:r>
              <a:t>- Domain-specific benchmarking datasets focus on specific industries or fields, providing tailored evaluations of LLMs within those specialized domains. These datasets enable researchers to assess model performance in targeted areas with specific requirements and challenges.</a:t>
            </a:r>
            <a:br/>
            <a:r>
              <a:t>- The selection between open-domain and domain-specific benchmarking datasets depends on the research objectives and the need for specialized evaluation in particular domains. Researchers must consider the balance between generalizability and specificity when choosing the most appropriate dataset for their evaluation.</a:t>
            </a:r>
            <a:br/>
            <a:r>
              <a:t>- Incorporating a combination of open-domain and domain-specific benchmarking datasets in LLM evaluation studies can offer a holistic perspective on model performance, allowing researchers to analyze both general capabilities and domain-specific adaptability of language models.</a:t>
            </a:r>
            <a:br/>
            <a:r>
              <a:t>- Benchmarking datasets play a crucial role in evaluating the performance of LLM models for content generation tasks.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Statistical Analysis for LLM Content Detection</a:t>
            </a:r>
          </a:p>
        </p:txBody>
      </p:sp>
      <p:sp>
        <p:nvSpPr>
          <p:cNvPr id="3" name="Content Placeholder 2"/>
          <p:cNvSpPr>
            <a:spLocks noGrp="1"/>
          </p:cNvSpPr>
          <p:nvPr>
            <p:ph idx="1"/>
          </p:nvPr>
        </p:nvSpPr>
        <p:spPr/>
        <p:txBody>
          <a:bodyPr/>
          <a:lstStyle/>
          <a:p>
            <a:pPr>
              <a:defRPr sz="1200"/>
            </a:pPr>
            <a:r>
              <a:t>ENHANCED Content:</a:t>
            </a:r>
            <a:br/>
            <a:r>
              <a:t>- Open-domain benchmarking datasets encompass a wide variety of topics and domains, offering a comprehensive evaluation of LLM performance across diverse tasks and industries. They serve as a versatile tool for assessing the overall capabilities of language models in different contexts.</a:t>
            </a:r>
            <a:br/>
            <a:r>
              <a:t>- Domain-specific benchmarking datasets focus on specific industries or fields, providing tailored evaluations of LLMs within those specialized domains. These datasets enable researchers to assess model performance in targeted areas with specific requirements and challenges.</a:t>
            </a:r>
            <a:br/>
            <a:r>
              <a:t>- The selection between open-domain and domain-specific benchmarking datasets depends on the research objectives and the need for specialized evaluation in particular domains. Researchers must consider the balance between generalizability and specificity when choosing the most appropriate dataset for their evaluation.</a:t>
            </a:r>
            <a:br/>
            <a:r>
              <a:t>- Incorporating a combination of open-domain and domain-specific benchmarking datasets in LLM evaluation studies can offer a holistic perspective on model performance, allowing researchers to analyze both general capabilities and domain-specific adaptability of language models.</a:t>
            </a:r>
            <a:br/>
            <a:r>
              <a:t>- Benchmarking datasets play a crucial role in evaluating the performance of LLM models for content generation tasks.</a:t>
            </a:r>
            <a:br/>
            <a:r>
              <a:t>- Common evaluation metrics used for benchmarking LLM content generation include perplexity, BLEU score, ROUGE score, and F1 score. Perplexity measures how well a language model predicts a sample of text, with lower values indicating better performance. BLEU score evaluates the similarity between generated text and reference text, while ROUGE score focuses on comparing generated summaries with human-written summaries. F1 score combines precision and recall to provide a single metric for evaluating text generation performance.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"Linguistic Feature Extraction Techniques in LLM Detection"</a:t>
            </a:r>
          </a:p>
        </p:txBody>
      </p:sp>
      <p:sp>
        <p:nvSpPr>
          <p:cNvPr id="3" name="Content Placeholder 2"/>
          <p:cNvSpPr>
            <a:spLocks noGrp="1"/>
          </p:cNvSpPr>
          <p:nvPr>
            <p:ph idx="1"/>
          </p:nvPr>
        </p:nvSpPr>
        <p:spPr/>
        <p:txBody>
          <a:bodyPr/>
          <a:lstStyle/>
          <a:p>
            <a:pPr>
              <a:defRPr sz="1200"/>
            </a:pPr>
            <a:r>
              <a:t>ENHANCED Content:</a:t>
            </a:r>
            <a:br/>
            <a:r>
              <a:t>- Linguistic Feature Extraction Techniques play a crucial role in LLM content detection by analyzing language patterns, context, and semantics of generated content.</a:t>
            </a:r>
            <a:br/>
            <a:r>
              <a:t>- These techniques involve utilizing anomaly detection, statistical analysis, and machine learning algorithms to identify linguistic features.</a:t>
            </a:r>
            <a:br/>
            <a:r>
              <a:t>- Linguistic features include word frequency, sentence structure, syntactic patterns, and semantic relationships within the generated content.</a:t>
            </a:r>
            <a:br/>
            <a:r>
              <a:t>- Advanced linguistic feature extraction techniques may involve deep learning models and natural language processing methods to enhance detection accuracy.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Detecting LLM-Generated Content with Machine Learning Algorithms</a:t>
            </a:r>
          </a:p>
        </p:txBody>
      </p:sp>
      <p:sp>
        <p:nvSpPr>
          <p:cNvPr id="3" name="Content Placeholder 2"/>
          <p:cNvSpPr>
            <a:spLocks noGrp="1"/>
          </p:cNvSpPr>
          <p:nvPr>
            <p:ph idx="1"/>
          </p:nvPr>
        </p:nvSpPr>
        <p:spPr/>
        <p:txBody>
          <a:bodyPr/>
          <a:lstStyle/>
          <a:p>
            <a:pPr>
              <a:defRPr sz="1200"/>
            </a:pPr>
            <a:r>
              <a:t>ENHANCED Content:</a:t>
            </a:r>
            <a:br/>
            <a:r>
              <a:t>- Linguistic Feature Extraction Techniques play a crucial role in LLM content detection by analyzing language patterns, context, and semantics of generated content.</a:t>
            </a:r>
            <a:br/>
            <a:r>
              <a:t>- These techniques involve utilizing anomaly detection, statistical analysis, and machine learning algorithms to identify linguistic features.</a:t>
            </a:r>
            <a:br/>
            <a:r>
              <a:t>- Linguistic features include word frequency, sentence structure, syntactic patterns, and semantic relationships within the generated content.</a:t>
            </a:r>
            <a:br/>
            <a:r>
              <a:t>- Advanced linguistic feature extraction techniques may involve deep learning models and natural language processing methods to enhance detection accuracy.</a:t>
            </a:r>
            <a:br/>
            <a:r>
              <a:t>- Researchers also explore the use of sentiment analysis and emotion detection algorithms to capture the underlying tone and sentiment of LLM-generated content, providing additional insights for detection purposes.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Sophisticated Techniques for LLM Content Detection</a:t>
            </a:r>
          </a:p>
        </p:txBody>
      </p:sp>
      <p:sp>
        <p:nvSpPr>
          <p:cNvPr id="3" name="Content Placeholder 2"/>
          <p:cNvSpPr>
            <a:spLocks noGrp="1"/>
          </p:cNvSpPr>
          <p:nvPr>
            <p:ph idx="1"/>
          </p:nvPr>
        </p:nvSpPr>
        <p:spPr/>
        <p:txBody>
          <a:bodyPr/>
          <a:lstStyle/>
          <a:p>
            <a:pPr>
              <a:defRPr sz="1200"/>
            </a:pPr>
            <a:r>
              <a:t>ENHANCED Content:</a:t>
            </a:r>
            <a:br/>
            <a:r>
              <a:t>- Linguistic Feature Extraction Techniques play a crucial role in LLM content detection by analyzing language patterns, context, and semantics of generated content.</a:t>
            </a:r>
            <a:br/>
            <a:r>
              <a:t>- These techniques involve utilizing anomaly detection, statistical analysis, and machine learning algorithms to identify linguistic features.</a:t>
            </a:r>
            <a:br/>
            <a:r>
              <a:t>- Linguistic features include word frequency, sentence structure, syntactic patterns, and semantic relationships within the generated content.</a:t>
            </a:r>
            <a:br/>
            <a:r>
              <a:t>- Advanced linguistic feature extraction techniques may involve deep learning models and natural language processing methods to enhance detection accuracy.</a:t>
            </a:r>
            <a:br/>
            <a:r>
              <a:t>- Researchers also explore the use of sentiment analysis and emotion detection algorithms to capture the underlying tone and sentiment of LLM-generated content, providing additional insights for detection purposes.</a:t>
            </a:r>
            <a:br/>
            <a:r>
              <a:t>- Recent advancements in linguistic feature extraction techniques have focused on incorporating contextual embeddings and transformer-based models to improve the detection of subtle linguistic cues in LLM-generated text.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Sophisticated Techniques for LLM Content Detection</a:t>
            </a:r>
          </a:p>
        </p:txBody>
      </p:sp>
      <p:sp>
        <p:nvSpPr>
          <p:cNvPr id="3" name="Content Placeholder 2"/>
          <p:cNvSpPr>
            <a:spLocks noGrp="1"/>
          </p:cNvSpPr>
          <p:nvPr>
            <p:ph idx="1"/>
          </p:nvPr>
        </p:nvSpPr>
        <p:spPr/>
        <p:txBody>
          <a:bodyPr/>
          <a:lstStyle/>
          <a:p>
            <a:pPr>
              <a:defRPr sz="1200"/>
            </a:pPr>
            <a:r>
              <a:t>ENHANCED Content:</a:t>
            </a:r>
            <a:br/>
            <a:r>
              <a:t>- Linguistic Feature Extraction Techniques play a crucial role in LLM content detection by analyzing language patterns, context, and semantics of generated content.</a:t>
            </a:r>
            <a:br/>
            <a:r>
              <a:t>- These techniques involve utilizing anomaly detection, statistical analysis, and machine learning algorithms to identify linguistic features.</a:t>
            </a:r>
            <a:br/>
            <a:r>
              <a:t>- Linguistic features include word frequency, sentence structure, syntactic patterns, and semantic relationships within the generated content.</a:t>
            </a:r>
            <a:br/>
            <a:r>
              <a:t>- Advanced linguistic feature extraction techniques may involve deep learning models and natural language processing methods to enhance detection accuracy.</a:t>
            </a:r>
            <a:br/>
            <a:r>
              <a:t>- Researchers also explore the use of sentiment analysis and emotion detection algorithms to capture the underlying tone and sentiment of LLM-generated content, providing additional insights for detection purposes.</a:t>
            </a:r>
            <a:br/>
            <a:r>
              <a:t>- Recent advancements in linguistic feature extraction techniques have focused on incorporating contextual embeddings and transformer-based models to improve the detection of subtle linguistic cues in LLM-generated text.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Strategies to Evade LLM Detectors</a:t>
            </a:r>
          </a:p>
        </p:txBody>
      </p:sp>
      <p:sp>
        <p:nvSpPr>
          <p:cNvPr id="3" name="Content Placeholder 2"/>
          <p:cNvSpPr>
            <a:spLocks noGrp="1"/>
          </p:cNvSpPr>
          <p:nvPr>
            <p:ph idx="1"/>
          </p:nvPr>
        </p:nvSpPr>
        <p:spPr/>
        <p:txBody>
          <a:bodyPr/>
          <a:lstStyle/>
          <a:p>
            <a:pPr>
              <a:defRPr sz="1200"/>
            </a:pPr>
            <a:r>
              <a:t>ENHANCED Content:</a:t>
            </a:r>
            <a:br/>
            <a:r>
              <a:t>- Linguistic Feature Extraction Techniques play a crucial role in LLM content detection by analyzing language patterns, context, and semantics of generated content.</a:t>
            </a:r>
            <a:br/>
            <a:r>
              <a:t>- These techniques involve utilizing anomaly detection, statistical analysis, and machine learning algorithms to identify linguistic features.</a:t>
            </a:r>
            <a:br/>
            <a:r>
              <a:t>- Linguistic features include word frequency, sentence structure, syntactic patterns, and semantic relationships within the generated content.</a:t>
            </a:r>
            <a:br/>
            <a:r>
              <a:t>- Advanced linguistic feature extraction techniques may involve deep learning models and natural language processing methods to enhance detection accuracy.</a:t>
            </a:r>
            <a:br/>
            <a:r>
              <a:t>- Researchers also explore the use of sentiment analysis and emotion detection algorithms to capture the underlying tone and sentiment of LLM-generated content, providing additional insights for detection purposes.</a:t>
            </a:r>
            <a:br/>
            <a:r>
              <a:t>- Recent advancements in linguistic feature extraction techniques have focused on incorporating contextual embeddings and transformer-based models to improve the detection of subtle linguistic cues in LLM-generated text.</a:t>
            </a:r>
            <a:br/>
            <a:r>
              <a:t>- Incorporating adversarial training methods to create robust models that can better identify and counteract deceptive content generated by LLMs.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"Evading LLM Detectors with Random Noise &amp; Alterations"</a:t>
            </a:r>
          </a:p>
        </p:txBody>
      </p:sp>
      <p:sp>
        <p:nvSpPr>
          <p:cNvPr id="3" name="Content Placeholder 2"/>
          <p:cNvSpPr>
            <a:spLocks noGrp="1"/>
          </p:cNvSpPr>
          <p:nvPr>
            <p:ph idx="1"/>
          </p:nvPr>
        </p:nvSpPr>
        <p:spPr/>
        <p:txBody>
          <a:bodyPr/>
          <a:lstStyle/>
          <a:p>
            <a:pPr>
              <a:defRPr sz="1200"/>
            </a:pPr>
            <a:r>
              <a:t>ENHANCED Content:</a:t>
            </a:r>
            <a:br/>
            <a:r>
              <a:t>- Linguistic Feature Extraction Techniques play a crucial role in LLM content detection by analyzing language patterns, context, and semantics of generated content.</a:t>
            </a:r>
            <a:br/>
            <a:r>
              <a:t>- These techniques involve utilizing anomaly detection, statistical analysis, and machine learning algorithms to identify linguistic features.</a:t>
            </a:r>
            <a:br/>
            <a:r>
              <a:t>- Linguistic features include word frequency, sentence structure, syntactic patterns, and semantic relationships within the generated content.</a:t>
            </a:r>
            <a:br/>
            <a:r>
              <a:t>- Advanced linguistic feature extraction techniques may involve deep learning models and natural language processing methods to enhance detection accuracy.</a:t>
            </a:r>
            <a:br/>
            <a:r>
              <a:t>- Researchers also explore the use of sentiment analysis and emotion detection algorithms to capture the underlying tone and sentiment of LLM-generated content, providing additional insights for detection purposes.</a:t>
            </a:r>
            <a:br/>
            <a:r>
              <a:t>- Recent advancements in linguistic feature extraction techniques have focused on incorporating contextual embeddings and transformer-based models to improve the detection of subtle linguistic cues in LLM-generated text.</a:t>
            </a:r>
            <a:br/>
            <a:r>
              <a:t>- Incorporating adversarial training methods to create robust models that can better identify and counteract deceptive content generated by LLMs.</a:t>
            </a:r>
            <a:br/>
            <a:r>
              <a:t>- Utilizing ensemble methods that combine multiple linguistic feature extraction techniques to enhance the detection capabilities of LLM content detectors.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Evading Content Detectors with Synonyms</a:t>
            </a:r>
          </a:p>
        </p:txBody>
      </p:sp>
      <p:sp>
        <p:nvSpPr>
          <p:cNvPr id="3" name="Content Placeholder 2"/>
          <p:cNvSpPr>
            <a:spLocks noGrp="1"/>
          </p:cNvSpPr>
          <p:nvPr>
            <p:ph idx="1"/>
          </p:nvPr>
        </p:nvSpPr>
        <p:spPr/>
        <p:txBody>
          <a:bodyPr/>
          <a:lstStyle/>
          <a:p>
            <a:pPr>
              <a:defRPr sz="1200"/>
            </a:pPr>
            <a:r>
              <a:t>ENHANCED Content:</a:t>
            </a:r>
            <a:br/>
            <a:r>
              <a:t>- Linguistic Feature Extraction Techniques play a crucial role in LLM content detection by analyzing language patterns, context, and semantics of generated content.</a:t>
            </a:r>
            <a:br/>
            <a:r>
              <a:t>- These techniques involve utilizing anomaly detection, statistical analysis, and machine learning algorithms to identify linguistic features.</a:t>
            </a:r>
            <a:br/>
            <a:r>
              <a:t>- Linguistic features include word frequency, sentence structure, syntactic patterns, and semantic relationships within the generated content.</a:t>
            </a:r>
            <a:br/>
            <a:r>
              <a:t>- Advanced linguistic feature extraction techniques may involve deep learning models and natural language processing methods to enhance detection accuracy.</a:t>
            </a:r>
            <a:br/>
            <a:r>
              <a:t>- Researchers also explore the use of sentiment analysis and emotion detection algorithms to capture the underlying tone and sentiment of LLM-generated content, providing additional insights for detection purposes.</a:t>
            </a:r>
            <a:br/>
            <a:r>
              <a:t>- Recent advancements in linguistic feature extraction techniques have focused on incorporating contextual embeddings and transformer-based models to improve the detection of subtle linguistic cues in LLM-generated text.</a:t>
            </a:r>
            <a:br/>
            <a:r>
              <a:t>- Incorporating adversarial training methods to create robust models that can better identify and counteract deceptive content generated by LLMs.</a:t>
            </a:r>
            <a:br/>
            <a:r>
              <a:t>- Utilizing ensemble methods that combine multiple linguistic feature extraction techniques to enhance the detection capabilities of LLM content detectors.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"Bypassing Detectors with Sentence Structure Alterations"</a:t>
            </a:r>
          </a:p>
        </p:txBody>
      </p:sp>
      <p:sp>
        <p:nvSpPr>
          <p:cNvPr id="3" name="Content Placeholder 2"/>
          <p:cNvSpPr>
            <a:spLocks noGrp="1"/>
          </p:cNvSpPr>
          <p:nvPr>
            <p:ph idx="1"/>
          </p:nvPr>
        </p:nvSpPr>
        <p:spPr/>
        <p:txBody>
          <a:bodyPr/>
          <a:lstStyle/>
          <a:p>
            <a:pPr>
              <a:defRPr sz="1200"/>
            </a:pPr>
            <a:r>
              <a:t>ENHANCED Content:</a:t>
            </a:r>
            <a:br/>
            <a:r>
              <a:t>- Linguistic Feature Extraction Techniques play a crucial role in LLM content detection by analyzing language patterns, context, and semantics of generated content.</a:t>
            </a:r>
            <a:br/>
            <a:r>
              <a:t>- These techniques involve utilizing anomaly detection, statistical analysis, and machine learning algorithms to identify linguistic features.</a:t>
            </a:r>
            <a:br/>
            <a:r>
              <a:t>- Linguistic features include word frequency, sentence structure, syntactic patterns, and semantic relationships within the generated content.</a:t>
            </a:r>
            <a:br/>
            <a:r>
              <a:t>- Advanced linguistic feature extraction techniques may involve deep learning models and natural language processing methods to enhance detection accuracy.</a:t>
            </a:r>
            <a:br/>
            <a:r>
              <a:t>- Researchers also explore the use of sentiment analysis and emotion detection algorithms to capture the underlying tone and sentiment of LLM-generated content, providing additional insights for detection purposes.</a:t>
            </a:r>
            <a:br/>
            <a:r>
              <a:t>- Recent advancements in linguistic feature extraction techniques have focused on incorporating contextual embeddings and transformer-based models to improve the detection of subtle linguistic cues in LLM-generated text.</a:t>
            </a:r>
            <a:br/>
            <a:r>
              <a:t>- Incorporating adversarial training methods to create robust models that can better identify and counteract deceptive content generated by LLMs.</a:t>
            </a:r>
            <a:br/>
            <a:r>
              <a:t>- Utilizing ensemble methods that combine multiple linguistic feature extraction techniques to enhance the detection capabilities of LLM content detectors.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Effective Watermarking Strategies for LLM Content Protection</a:t>
            </a:r>
          </a:p>
        </p:txBody>
      </p:sp>
      <p:sp>
        <p:nvSpPr>
          <p:cNvPr id="3" name="Content Placeholder 2"/>
          <p:cNvSpPr>
            <a:spLocks noGrp="1"/>
          </p:cNvSpPr>
          <p:nvPr>
            <p:ph idx="1"/>
          </p:nvPr>
        </p:nvSpPr>
        <p:spPr/>
        <p:txBody>
          <a:bodyPr/>
          <a:lstStyle/>
          <a:p>
            <a:pPr>
              <a:defRPr sz="1200"/>
            </a:pPr>
            <a:r>
              <a:t>ENHANCED Content:</a:t>
            </a:r>
            <a:br/>
            <a:r>
              <a:t>- Linguistic Feature Extraction Techniques play a crucial role in LLM content detection by analyzing language patterns, context, and semantics of generated content.</a:t>
            </a:r>
            <a:br/>
            <a:r>
              <a:t>- These techniques involve utilizing anomaly detection, statistical analysis, and machine learning algorithms to identify linguistic features.</a:t>
            </a:r>
            <a:br/>
            <a:r>
              <a:t>- Linguistic features include word frequency, sentence structure, syntactic patterns, and semantic relationships within the generated content.</a:t>
            </a:r>
            <a:br/>
            <a:r>
              <a:t>- Advanced linguistic feature extraction techniques may involve deep learning models and natural language processing methods to enhance detection accuracy.</a:t>
            </a:r>
            <a:br/>
            <a:r>
              <a:t>- Researchers also explore the use of sentiment analysis and emotion detection algorithms to capture the underlying tone and sentiment of LLM-generated content, providing additional insights for detection purposes.</a:t>
            </a:r>
            <a:br/>
            <a:r>
              <a:t>- Recent advancements in linguistic feature extraction techniques have focused on incorporating contextual embeddings and transformer-based models to improve the detection of subtle linguistic cues in LLM-generated text.</a:t>
            </a:r>
            <a:br/>
            <a:r>
              <a:t>- Incorporating adversarial training methods to create robust models that can better identify and counteract deceptive content generated by LLMs.</a:t>
            </a:r>
            <a:br/>
            <a:r>
              <a:t>- Utilizing ensemble methods that combine multiple linguistic feature extraction techniques to enhance the detection capabilities of LLM content detectors.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Effective Watermarking Strategies for LLM Content Protection</a:t>
            </a:r>
          </a:p>
        </p:txBody>
      </p:sp>
      <p:sp>
        <p:nvSpPr>
          <p:cNvPr id="3" name="Content Placeholder 2"/>
          <p:cNvSpPr>
            <a:spLocks noGrp="1"/>
          </p:cNvSpPr>
          <p:nvPr>
            <p:ph idx="1"/>
          </p:nvPr>
        </p:nvSpPr>
        <p:spPr/>
        <p:txBody>
          <a:bodyPr/>
          <a:lstStyle/>
          <a:p>
            <a:pPr>
              <a:defRPr sz="1200"/>
            </a:pPr>
            <a:r>
              <a:t>ENHANCED Content:</a:t>
            </a:r>
            <a:br/>
            <a:r>
              <a:t>- Linguistic Feature Extraction Techniques play a crucial role in LLM content detection by analyzing language patterns, context, and semantics of generated content.</a:t>
            </a:r>
            <a:br/>
            <a:r>
              <a:t>- These techniques involve utilizing anomaly detection, statistical analysis, and machine learning algorithms to identify linguistic features.</a:t>
            </a:r>
            <a:br/>
            <a:r>
              <a:t>- Linguistic features include word frequency, sentence structure, syntactic patterns, and semantic relationships within the generated content.</a:t>
            </a:r>
            <a:br/>
            <a:r>
              <a:t>- Advanced linguistic feature extraction techniques may involve deep learning models and natural language processing methods to enhance detection accuracy.</a:t>
            </a:r>
            <a:br/>
            <a:r>
              <a:t>- Researchers also explore the use of sentiment analysis and emotion detection algorithms to capture the underlying tone and sentiment of LLM-generated content, providing additional insights for detection purposes.</a:t>
            </a:r>
            <a:br/>
            <a:r>
              <a:t>- Recent advancements in linguistic feature extraction techniques have focused on incorporating contextual embeddings and transformer-based models to improve the detection of subtle linguistic cues in LLM-generated text.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Visible Watermarking Techniques for LLM Content Protection</a:t>
            </a:r>
          </a:p>
        </p:txBody>
      </p:sp>
      <p:sp>
        <p:nvSpPr>
          <p:cNvPr id="3" name="Content Placeholder 2"/>
          <p:cNvSpPr>
            <a:spLocks noGrp="1"/>
          </p:cNvSpPr>
          <p:nvPr>
            <p:ph idx="1"/>
          </p:nvPr>
        </p:nvSpPr>
        <p:spPr/>
        <p:txBody>
          <a:bodyPr/>
          <a:lstStyle/>
          <a:p>
            <a:pPr>
              <a:defRPr sz="1200"/>
            </a:pPr>
            <a:r>
              <a:t>ENHANCED Content:</a:t>
            </a:r>
            <a:br/>
            <a:r>
              <a:t>- Linguistic Feature Extraction Techniques play a crucial role in LLM content detection by analyzing language patterns, context, and semantics of generated content.</a:t>
            </a:r>
            <a:br/>
            <a:r>
              <a:t>- These techniques involve utilizing anomaly detection, statistical analysis, and machine learning algorithms to identify linguistic features.</a:t>
            </a:r>
            <a:br/>
            <a:r>
              <a:t>- Linguistic features include word frequency, sentence structure, syntactic patterns, and semantic relationships within the generated content.</a:t>
            </a:r>
            <a:br/>
            <a:r>
              <a:t>- Advanced linguistic feature extraction techniques may involve deep learning models and natural language processing methods to enhance detection accuracy.</a:t>
            </a:r>
            <a:br/>
            <a:r>
              <a:t>- Researchers also explore the use of sentiment analysis and emotion detection algorithms to capture the underlying tone and sentiment of LLM-generated content, providing additional insights for detection purposes.</a:t>
            </a:r>
            <a:br/>
            <a:r>
              <a:t>- Recent advancements in linguistic feature extraction techniques have focused on incorporating contextual embeddings and transformer-based models to improve the detection of subtle linguistic cues in LLM-generated text.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Robust Watermarking for LLM Protection</a:t>
            </a:r>
          </a:p>
        </p:txBody>
      </p:sp>
      <p:sp>
        <p:nvSpPr>
          <p:cNvPr id="3" name="Content Placeholder 2"/>
          <p:cNvSpPr>
            <a:spLocks noGrp="1"/>
          </p:cNvSpPr>
          <p:nvPr>
            <p:ph idx="1"/>
          </p:nvPr>
        </p:nvSpPr>
        <p:spPr/>
        <p:txBody>
          <a:bodyPr/>
          <a:lstStyle/>
          <a:p>
            <a:pPr>
              <a:defRPr sz="1200"/>
            </a:pPr>
            <a:r>
              <a:t>ENHANCED Content:</a:t>
            </a:r>
            <a:br/>
            <a:r>
              <a:t>- Linguistic Feature Extraction Techniques play a crucial role in LLM content detection by analyzing language patterns, context, and semantics of generated content.</a:t>
            </a:r>
            <a:br/>
            <a:r>
              <a:t>- These techniques involve utilizing anomaly detection, statistical analysis, and machine learning algorithms to identify linguistic features.</a:t>
            </a:r>
            <a:br/>
            <a:r>
              <a:t>- Linguistic features include word frequency, sentence structure, syntactic patterns, and semantic relationships within the generated content.</a:t>
            </a:r>
            <a:br/>
            <a:r>
              <a:t>- Advanced linguistic feature extraction techniques may involve deep learning models and natural language processing methods to enhance detection accuracy.</a:t>
            </a:r>
            <a:br/>
            <a:r>
              <a:t>- Researchers also explore the use of sentiment analysis and emotion detection algorithms to capture the underlying tone and sentiment of LLM-generated content, providing additional insights for detection purposes.</a:t>
            </a:r>
            <a:br/>
            <a:r>
              <a:t>- Recent advancements in linguistic feature extraction techniques have focused on incorporating contextual embeddings and transformer-based models to improve the detection of subtle linguistic cues in LLM-generated text.</a:t>
            </a:r>
            <a:br/>
            <a:r>
              <a:t>- Incorporating linguistic diversity and cultural context into feature extraction algorithms can enhance the detection accuracy of LLM-generated content, ensuring a more comprehensive analysis of language patterns and semantics.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"Invisible Watermarking for LLM Content Protection"</a:t>
            </a:r>
          </a:p>
        </p:txBody>
      </p:sp>
      <p:sp>
        <p:nvSpPr>
          <p:cNvPr id="3" name="Content Placeholder 2"/>
          <p:cNvSpPr>
            <a:spLocks noGrp="1"/>
          </p:cNvSpPr>
          <p:nvPr>
            <p:ph idx="1"/>
          </p:nvPr>
        </p:nvSpPr>
        <p:spPr/>
        <p:txBody>
          <a:bodyPr/>
          <a:lstStyle/>
          <a:p>
            <a:pPr>
              <a:defRPr sz="1200"/>
            </a:pPr>
            <a:r>
              <a:t>ENHANCED Content:</a:t>
            </a:r>
            <a:br/>
            <a:r>
              <a:t>- Linguistic Feature Extraction Techniques play a crucial role in LLM content detection by analyzing language patterns, context, and semantics of generated content.</a:t>
            </a:r>
            <a:br/>
            <a:r>
              <a:t>- These techniques involve utilizing anomaly detection, statistical analysis, and machine learning algorithms to identify linguistic features.</a:t>
            </a:r>
            <a:br/>
            <a:r>
              <a:t>- Linguistic features include word frequency, sentence structure, syntactic patterns, and semantic relationships within the generated content.</a:t>
            </a:r>
            <a:br/>
            <a:r>
              <a:t>- Advanced linguistic feature extraction techniques may involve deep learning models and natural language processing methods to enhance detection accuracy.</a:t>
            </a:r>
            <a:br/>
            <a:r>
              <a:t>- Researchers also explore the use of sentiment analysis and emotion detection algorithms to capture the underlying tone and sentiment of LLM-generated content, providing additional insights for detection purposes.</a:t>
            </a:r>
            <a:br/>
            <a:r>
              <a:t>- Recent advancements in linguistic feature extraction techniques have focused on incorporating contextual embeddings and transformer-based models to improve the detection of subtle linguistic cues in LLM-generated text.</a:t>
            </a:r>
            <a:br/>
            <a:r>
              <a:t>- Incorporating linguistic diversity and cultural context into feature extraction algorithms can enhance the detection accuracy of LLM-generated content, ensuring a more comprehensive analysis of language patterns and semantics.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Benchmarking Datasets for LLM Performance Evaluation</a:t>
            </a:r>
          </a:p>
        </p:txBody>
      </p:sp>
      <p:sp>
        <p:nvSpPr>
          <p:cNvPr id="3" name="Content Placeholder 2"/>
          <p:cNvSpPr>
            <a:spLocks noGrp="1"/>
          </p:cNvSpPr>
          <p:nvPr>
            <p:ph idx="1"/>
          </p:nvPr>
        </p:nvSpPr>
        <p:spPr/>
        <p:txBody>
          <a:bodyPr/>
          <a:lstStyle/>
          <a:p>
            <a:pPr>
              <a:defRPr sz="1200"/>
            </a:pPr>
            <a:r>
              <a:t>ENHANCED Content:</a:t>
            </a:r>
            <a:br/>
            <a:r>
              <a:t>- Linguistic Feature Extraction Techniques play a crucial role in LLM content detection by analyzing language patterns, context, and semantics of generated content.</a:t>
            </a:r>
            <a:br/>
            <a:r>
              <a:t>- These techniques involve utilizing anomaly detection, statistical analysis, and machine learning algorithms to identify linguistic features.</a:t>
            </a:r>
            <a:br/>
            <a:r>
              <a:t>- Linguistic features include word frequency, sentence structure, syntactic patterns, and semantic relationships within the generated content.</a:t>
            </a:r>
            <a:br/>
            <a:r>
              <a:t>- Advanced linguistic feature extraction techniques may involve deep learning models and natural language processing methods to enhance detection accuracy.</a:t>
            </a:r>
            <a:br/>
            <a:r>
              <a:t>- Researchers also explore the use of sentiment analysis and emotion detection algorithms to capture the underlying tone and sentiment of LLM-generated content, providing additional insights for detection purposes.</a:t>
            </a:r>
            <a:br/>
            <a:r>
              <a:t>- Recent advancements in linguistic feature extraction techniques have focused on incorporating contextual embeddings and transformer-based models to improve the detection of subtle linguistic cues in LLM-generated text.</a:t>
            </a:r>
            <a:br/>
            <a:r>
              <a:t>- Incorporating linguistic diversity and cultural context into feature extraction algorithms can enhance the detection accuracy of LLM-generated content, ensuring a more comprehensive analysis of language patterns and semantics.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Techniques for Authenticity Verification</a:t>
            </a:r>
          </a:p>
        </p:txBody>
      </p:sp>
      <p:sp>
        <p:nvSpPr>
          <p:cNvPr id="3" name="Content Placeholder 2"/>
          <p:cNvSpPr>
            <a:spLocks noGrp="1"/>
          </p:cNvSpPr>
          <p:nvPr>
            <p:ph idx="1"/>
          </p:nvPr>
        </p:nvSpPr>
        <p:spPr/>
        <p:txBody>
          <a:bodyPr/>
          <a:lstStyle/>
          <a:p>
            <a:pPr>
              <a:defRPr sz="1200"/>
            </a:pPr>
            <a:r>
              <a:t>ENHANCED Content:</a:t>
            </a:r>
            <a:br/>
            <a:r>
              <a:t>- Linguistic Feature Extraction Techniques play a crucial role in LLM content detection by analyzing language patterns, context, and semantics of generated content.</a:t>
            </a:r>
            <a:br/>
            <a:r>
              <a:t>- These techniques involve utilizing anomaly detection, statistical analysis, and machine learning algorithms to identify linguistic features.</a:t>
            </a:r>
            <a:br/>
            <a:r>
              <a:t>- Linguistic features include word frequency, sentence structure, syntactic patterns, and semantic relationships within the generated content.</a:t>
            </a:r>
            <a:br/>
            <a:r>
              <a:t>- Advanced linguistic feature extraction techniques may involve deep learning models and natural language processing methods to enhance detection accuracy.</a:t>
            </a:r>
            <a:br/>
            <a:r>
              <a:t>- Researchers also explore the use of sentiment analysis and emotion detection algorithms to capture the underlying tone and sentiment of LLM-generated content, providing additional insights for detection purposes.</a:t>
            </a:r>
            <a:br/>
            <a:r>
              <a:t>- Recent advancements in linguistic feature extraction techniques have focused on incorporating contextual embeddings and transformer-based models to improve the detection of subtle linguistic cues in LLM-generated text.</a:t>
            </a:r>
            <a:br/>
            <a:r>
              <a:t>- Incorporating linguistic diversity and cultural context into feature extraction algorithms can enhance the detection accuracy of LLM-generated content, ensuring a more comprehensive analysis of language patterns and semantics.</a:t>
            </a:r>
            <a:br/>
            <a:r>
              <a:t>- Evaluating the effectiveness of linguistic feature extraction techniques on multilingual datasets can provide insights into the adaptability and performance of LLMs across different languages, enhancing their overall utility and applicability.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Watermarking for LLM Content Protection</a:t>
            </a:r>
          </a:p>
        </p:txBody>
      </p:sp>
      <p:sp>
        <p:nvSpPr>
          <p:cNvPr id="3" name="Content Placeholder 2"/>
          <p:cNvSpPr>
            <a:spLocks noGrp="1"/>
          </p:cNvSpPr>
          <p:nvPr>
            <p:ph idx="1"/>
          </p:nvPr>
        </p:nvSpPr>
        <p:spPr/>
        <p:txBody>
          <a:bodyPr/>
          <a:lstStyle/>
          <a:p>
            <a:pPr>
              <a:defRPr sz="1200"/>
            </a:pPr>
            <a:r>
              <a:t>ENHANCED Content:</a:t>
            </a:r>
            <a:br/>
            <a:r>
              <a:t>- Linguistic Feature Extraction Techniques play a crucial role in LLM content detection by analyzing language patterns, context, and semantics of generated content.</a:t>
            </a:r>
            <a:br/>
            <a:r>
              <a:t>- These techniques involve utilizing anomaly detection, statistical analysis, and machine learning algorithms to identify linguistic features.</a:t>
            </a:r>
            <a:br/>
            <a:r>
              <a:t>- Linguistic features include word frequency, sentence structure, syntactic patterns, and semantic relationships within the generated content.</a:t>
            </a:r>
            <a:br/>
            <a:r>
              <a:t>- Advanced linguistic feature extraction techniques may involve deep learning models and natural language processing methods to enhance detection accuracy.</a:t>
            </a:r>
            <a:br/>
            <a:r>
              <a:t>- Researchers also explore the use of sentiment analysis and emotion detection algorithms to capture the underlying tone and sentiment of LLM-generated content, providing additional insights for detection purposes.</a:t>
            </a:r>
            <a:br/>
            <a:r>
              <a:t>- Recent advancements in linguistic feature extraction techniques have focused on incorporating contextual embeddings and transformer-based models to improve the detection of subtle linguistic cues in LLM-generated text.</a:t>
            </a:r>
            <a:br/>
            <a:r>
              <a:t>- Incorporating linguistic diversity and cultural context into feature extraction algorithms can enhance the detection accuracy of LLM-generated content, ensuring a more comprehensive analysis of language patterns and semantics.</a:t>
            </a:r>
            <a:br/>
            <a:r>
              <a:t>- Evaluating the effectiveness of linguistic feature extraction techniques on multilingual datasets can provide insights into the adaptability and performance of LLMs across different languages, enhancing their overall utility and applicability.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Effective Watermarking Strategies for LLM Content Protection</a:t>
            </a:r>
          </a:p>
        </p:txBody>
      </p:sp>
      <p:sp>
        <p:nvSpPr>
          <p:cNvPr id="3" name="Content Placeholder 2"/>
          <p:cNvSpPr>
            <a:spLocks noGrp="1"/>
          </p:cNvSpPr>
          <p:nvPr>
            <p:ph idx="1"/>
          </p:nvPr>
        </p:nvSpPr>
        <p:spPr/>
        <p:txBody>
          <a:bodyPr/>
          <a:lstStyle/>
          <a:p>
            <a:pPr>
              <a:defRPr sz="1200"/>
            </a:pPr>
            <a:r>
              <a:t>ENHANCED Content:</a:t>
            </a:r>
            <a:br/>
            <a:r>
              <a:t>- Linguistic Feature Extraction Techniques play a crucial role in LLM content detection by analyzing language patterns, context, and semantics of generated content.</a:t>
            </a:r>
            <a:br/>
            <a:r>
              <a:t>- These techniques involve utilizing anomaly detection, statistical analysis, and machine learning algorithms to identify linguistic features.</a:t>
            </a:r>
            <a:br/>
            <a:r>
              <a:t>- Linguistic features include word frequency, sentence structure, syntactic patterns, and semantic relationships within the generated content.</a:t>
            </a:r>
            <a:br/>
            <a:r>
              <a:t>- Advanced linguistic feature extraction techniques may involve deep learning models and natural language processing methods to enhance detection accuracy.</a:t>
            </a:r>
            <a:br/>
            <a:r>
              <a:t>- Researchers also explore the use of sentiment analysis and emotion detection algorithms to capture the underlying tone and sentiment of LLM-generated content, providing additional insights for detection purposes.</a:t>
            </a:r>
            <a:br/>
            <a:r>
              <a:t>- Recent advancements in linguistic feature extraction techniques have focused on incorporating contextual embeddings and transformer-based models to improve the detection of subtle linguistic cues in LLM-generated text.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Addressing Ethical Implications in Dataset Selection</a:t>
            </a:r>
          </a:p>
        </p:txBody>
      </p:sp>
      <p:sp>
        <p:nvSpPr>
          <p:cNvPr id="3" name="Content Placeholder 2"/>
          <p:cNvSpPr>
            <a:spLocks noGrp="1"/>
          </p:cNvSpPr>
          <p:nvPr>
            <p:ph idx="1"/>
          </p:nvPr>
        </p:nvSpPr>
        <p:spPr/>
        <p:txBody>
          <a:bodyPr/>
          <a:lstStyle/>
          <a:p>
            <a:pPr>
              <a:defRPr sz="1200"/>
            </a:pPr>
            <a:r>
              <a:t>ENHANCED Content:</a:t>
            </a:r>
            <a:br/>
            <a:r>
              <a:t>- Linguistic Feature Extraction Techniques play a crucial role in LLM content detection by analyzing language patterns, context, and semantics of generated content.</a:t>
            </a:r>
            <a:br/>
            <a:r>
              <a:t>- These techniques involve utilizing anomaly detection, statistical analysis, and machine learning algorithms to identify linguistic features.</a:t>
            </a:r>
            <a:br/>
            <a:r>
              <a:t>- Linguistic features include word frequency, sentence structure, syntactic patterns, and semantic relationships within the generated content.</a:t>
            </a:r>
            <a:br/>
            <a:r>
              <a:t>- Advanced linguistic feature extraction techniques may involve deep learning models and natural language processing methods to enhance detection accuracy.</a:t>
            </a:r>
            <a:br/>
            <a:r>
              <a:t>- Researchers also explore the use of sentiment analysis and emotion detection algorithms to capture the underlying tone and sentiment of LLM-generated content, providing additional insights for detection purposes.</a:t>
            </a:r>
            <a:br/>
            <a:r>
              <a:t>- Recent advancements in linguistic feature extraction techniques have focused on incorporating contextual embeddings and transformer-based models to improve the detection of subtle linguistic cues in LLM-generated text. </a:t>
            </a:r>
            <a:br/>
            <a:r>
              <a:t>- Ethical considerations in dataset selection are essential to promote fairness, accountability, and transparency in LLM research.</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Mitigating Bias in Benchmarking Datasets</a:t>
            </a:r>
          </a:p>
        </p:txBody>
      </p:sp>
      <p:sp>
        <p:nvSpPr>
          <p:cNvPr id="3" name="Content Placeholder 2"/>
          <p:cNvSpPr>
            <a:spLocks noGrp="1"/>
          </p:cNvSpPr>
          <p:nvPr>
            <p:ph idx="1"/>
          </p:nvPr>
        </p:nvSpPr>
        <p:spPr/>
        <p:txBody>
          <a:bodyPr/>
          <a:lstStyle/>
          <a:p>
            <a:pPr>
              <a:defRPr sz="1200"/>
            </a:pPr>
            <a:r>
              <a:t>ENHANCED Content:</a:t>
            </a:r>
            <a:br/>
            <a:r>
              <a:t>- Linguistic Feature Extraction Techniques play a crucial role in LLM content detection by analyzing language patterns, context, and semantics of generated content.</a:t>
            </a:r>
            <a:br/>
            <a:r>
              <a:t>- These techniques involve utilizing anomaly detection, statistical analysis, and machine learning algorithms to identify linguistic features.</a:t>
            </a:r>
            <a:br/>
            <a:r>
              <a:t>- Linguistic features include word frequency, sentence structure, syntactic patterns, and semantic relationships within the generated content.</a:t>
            </a:r>
            <a:br/>
            <a:r>
              <a:t>- Advanced linguistic feature extraction techniques may involve deep learning models and natural language processing methods to enhance detection accuracy.</a:t>
            </a:r>
            <a:br/>
            <a:r>
              <a:t>- Researchers also explore the use of sentiment analysis and emotion detection algorithms to capture the underlying tone and sentiment of LLM-generated content, providing additional insights for detection purposes.</a:t>
            </a:r>
            <a:br/>
            <a:r>
              <a:t>- Recent advancements in linguistic feature extraction techniques have focused on incorporating contextual embeddings and transformer-based models to improve the detection of subtle linguistic cues in LLM-generated text.</a:t>
            </a:r>
            <a:br/>
            <a:r>
              <a:t>- Ethical considerations in dataset selection are essential to promote fairness, accountability, and transparency in LLM research.</a:t>
            </a:r>
            <a:br/>
            <a:r>
              <a:t>- Leveraging explainability techniques, such as attention mechanisms and interpretability tools, can provide insights into how linguistic features are extracted and utilized in LLM content detection processes.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The title for slide 37 could be: "Importance of Diverse Benchmarking Datasets"</a:t>
            </a:r>
          </a:p>
        </p:txBody>
      </p:sp>
      <p:sp>
        <p:nvSpPr>
          <p:cNvPr id="3" name="Content Placeholder 2"/>
          <p:cNvSpPr>
            <a:spLocks noGrp="1"/>
          </p:cNvSpPr>
          <p:nvPr>
            <p:ph idx="1"/>
          </p:nvPr>
        </p:nvSpPr>
        <p:spPr/>
        <p:txBody>
          <a:bodyPr/>
          <a:lstStyle/>
          <a:p>
            <a:pPr>
              <a:defRPr sz="1200"/>
            </a:pPr>
            <a:r>
              <a:t>ENHANCED Content:</a:t>
            </a:r>
            <a:br/>
            <a:r>
              <a:t>- Linguistic Feature Extraction Techniques play a crucial role in LLM content detection by analyzing language patterns, context, and semantics of generated content.</a:t>
            </a:r>
            <a:br/>
            <a:r>
              <a:t>- These techniques involve utilizing anomaly detection, statistical analysis, and machine learning algorithms to identify linguistic features.</a:t>
            </a:r>
            <a:br/>
            <a:r>
              <a:t>- Linguistic features include word frequency, sentence structure, syntactic patterns, and semantic relationships within the generated content.</a:t>
            </a:r>
            <a:br/>
            <a:r>
              <a:t>- Advanced linguistic feature extraction techniques may involve deep learning models and natural language processing methods to enhance detection accuracy.</a:t>
            </a:r>
            <a:br/>
            <a:r>
              <a:t>- Researchers also explore the use of sentiment analysis and emotion detection algorithms to capture the underlying tone and sentiment of LLM-generated content, providing additional insights for detection purposes.</a:t>
            </a:r>
            <a:br/>
            <a:r>
              <a:t>- Recent advancements in linguistic feature extraction techniques have focused on incorporating contextual embeddings and transformer-based models to improve the detection of subtle linguistic cues in LLM-generated text.</a:t>
            </a:r>
            <a:br/>
            <a:r>
              <a:t>- Ethical considerations in dataset selection are essential to promote fairness, accountability, and transparency in LLM research.</a:t>
            </a:r>
            <a:br/>
            <a:r>
              <a:t>- Leveraging explainability techniques, such as attention mechanisms and interpretability tools, can provide insights into how linguistic features are extracted and utilized in LLM content detection processes.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Comparing Benchmarking Datasets for LLM Content Generation</a:t>
            </a:r>
          </a:p>
        </p:txBody>
      </p:sp>
      <p:sp>
        <p:nvSpPr>
          <p:cNvPr id="3" name="Content Placeholder 2"/>
          <p:cNvSpPr>
            <a:spLocks noGrp="1"/>
          </p:cNvSpPr>
          <p:nvPr>
            <p:ph idx="1"/>
          </p:nvPr>
        </p:nvSpPr>
        <p:spPr/>
        <p:txBody>
          <a:bodyPr/>
          <a:lstStyle/>
          <a:p>
            <a:pPr>
              <a:defRPr sz="1200"/>
            </a:pPr>
            <a:r>
              <a:t>ENHANCED Content:</a:t>
            </a:r>
            <a:br/>
            <a:r>
              <a:t>- Linguistic Feature Extraction Techniques play a crucial role in LLM content detection by analyzing language patterns, context, and semantics of generated content.</a:t>
            </a:r>
            <a:br/>
            <a:r>
              <a:t>- These techniques involve utilizing anomaly detection, statistical analysis, and machine learning algorithms to identify linguistic features.</a:t>
            </a:r>
            <a:br/>
            <a:r>
              <a:t>- Linguistic features include word frequency, sentence structure, syntactic patterns, and semantic relationships within the generated content.</a:t>
            </a:r>
            <a:br/>
            <a:r>
              <a:t>- Advanced linguistic feature extraction techniques may involve deep learning models and natural language processing methods to enhance detection accuracy.</a:t>
            </a:r>
            <a:br/>
            <a:r>
              <a:t>- Researchers also explore the use of sentiment analysis and emotion detection algorithms to capture the underlying tone and sentiment of LLM-generated content, providing additional insights for detection purposes.</a:t>
            </a:r>
            <a:br/>
            <a:r>
              <a:t>- Recent advancements in linguistic feature extraction techniques have focused on incorporating contextual embeddings and transformer-based models to improve the detection of subtle linguistic cues in LLM-generated text.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Protecting IP with Watermarking</a:t>
            </a:r>
          </a:p>
        </p:txBody>
      </p:sp>
      <p:sp>
        <p:nvSpPr>
          <p:cNvPr id="3" name="Content Placeholder 2"/>
          <p:cNvSpPr>
            <a:spLocks noGrp="1"/>
          </p:cNvSpPr>
          <p:nvPr>
            <p:ph idx="1"/>
          </p:nvPr>
        </p:nvSpPr>
        <p:spPr/>
        <p:txBody>
          <a:bodyPr/>
          <a:lstStyle/>
          <a:p>
            <a:pPr>
              <a:defRPr sz="1200"/>
            </a:pPr>
            <a:r>
              <a:t>ENHANCED Content:</a:t>
            </a:r>
            <a:br/>
            <a:r>
              <a:t>- Linguistic Feature Extraction Techniques play a crucial role in LLM content detection by analyzing language patterns, context, and semantics of generated content.</a:t>
            </a:r>
            <a:br/>
            <a:r>
              <a:t>- These techniques involve utilizing anomaly detection, statistical analysis, and machine learning algorithms to identify linguistic features.</a:t>
            </a:r>
            <a:br/>
            <a:r>
              <a:t>- Linguistic features include word frequency, sentence structure, syntactic patterns, and semantic relationships within the generated content.</a:t>
            </a:r>
            <a:br/>
            <a:r>
              <a:t>- Advanced linguistic feature extraction techniques may involve deep learning models and natural language processing methods to enhance detection accuracy.</a:t>
            </a:r>
            <a:br/>
            <a:r>
              <a:t>- Researchers also explore the use of sentiment analysis and emotion detection algorithms to capture the underlying tone and sentiment of LLM-generated content, providing additional insights for detection purposes.</a:t>
            </a:r>
            <a:br/>
            <a:r>
              <a:t>- Recent advancements in linguistic feature extraction techniques have focused on incorporating contextual embeddings and transformer-based models to improve the detection of subtle linguistic cues in LLM-generated text.</a:t>
            </a:r>
            <a:br/>
            <a:r>
              <a:t>- Incorporating novel approaches to linguistic feature extraction, such as leveraging transformer-based models like BERT or GPT-3, can enhance the detection of nuanced linguistic patterns in LLM-generated content.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Benchmarking Datasets for LLM Content Evaluation</a:t>
            </a:r>
          </a:p>
        </p:txBody>
      </p:sp>
      <p:sp>
        <p:nvSpPr>
          <p:cNvPr id="3" name="Content Placeholder 2"/>
          <p:cNvSpPr>
            <a:spLocks noGrp="1"/>
          </p:cNvSpPr>
          <p:nvPr>
            <p:ph idx="1"/>
          </p:nvPr>
        </p:nvSpPr>
        <p:spPr/>
        <p:txBody>
          <a:bodyPr/>
          <a:lstStyle/>
          <a:p>
            <a:pPr>
              <a:defRPr sz="1200"/>
            </a:pPr>
            <a:r>
              <a:t>ENHANCED Content:</a:t>
            </a:r>
            <a:br/>
            <a:r>
              <a:t>- Linguistic Feature Extraction Techniques play a crucial role in LLM content detection by analyzing language patterns, context, and semantics of generated content.</a:t>
            </a:r>
            <a:br/>
            <a:r>
              <a:t>- These techniques involve utilizing anomaly detection, statistical analysis, and machine learning algorithms to identify linguistic features.</a:t>
            </a:r>
            <a:br/>
            <a:r>
              <a:t>- Linguistic features include word frequency, sentence structure, syntactic patterns, and semantic relationships within the generated content.</a:t>
            </a:r>
            <a:br/>
            <a:r>
              <a:t>- Advanced linguistic feature extraction techniques may involve deep learning models and natural language processing methods to enhance detection accuracy.</a:t>
            </a:r>
            <a:br/>
            <a:r>
              <a:t>- Researchers also explore the use of sentiment analysis and emotion detection algorithms to capture the underlying tone and sentiment of LLM-generated content, providing additional insights for detection purposes.</a:t>
            </a:r>
            <a:br/>
            <a:r>
              <a:t>- Recent advancements in linguistic feature extraction techniques have focused on incorporating contextual embeddings and transformer-based models to improve the detection of subtle linguistic cues in LLM-generated text.</a:t>
            </a:r>
            <a:br/>
            <a:r>
              <a:t>- Incorporating novel approaches to linguistic feature extraction, such as leveraging transformer-based models like BERT or GPT-3, can enhance the detection of nuanced linguistic patterns in LLM-generated content.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Enhancing LLM Content Protection with Watermarking</a:t>
            </a:r>
          </a:p>
        </p:txBody>
      </p:sp>
      <p:sp>
        <p:nvSpPr>
          <p:cNvPr id="3" name="Content Placeholder 2"/>
          <p:cNvSpPr>
            <a:spLocks noGrp="1"/>
          </p:cNvSpPr>
          <p:nvPr>
            <p:ph idx="1"/>
          </p:nvPr>
        </p:nvSpPr>
        <p:spPr/>
        <p:txBody>
          <a:bodyPr/>
          <a:lstStyle/>
          <a:p>
            <a:pPr>
              <a:defRPr sz="1200"/>
            </a:pPr>
            <a:r>
              <a:t>ENHANCED Content:</a:t>
            </a:r>
            <a:br/>
            <a:r>
              <a:t>- Linguistic Feature Extraction Techniques play a crucial role in LLM content detection by analyzing language patterns, context, and semantics of generated content.</a:t>
            </a:r>
            <a:br/>
            <a:r>
              <a:t>- These techniques involve utilizing anomaly detection, statistical analysis, and machine learning algorithms to identify linguistic features.</a:t>
            </a:r>
            <a:br/>
            <a:r>
              <a:t>- Linguistic features include word frequency, sentence structure, syntactic patterns, and semantic relationships within the generated content.</a:t>
            </a:r>
            <a:br/>
            <a:r>
              <a:t>- Advanced linguistic feature extraction techniques may involve deep learning models and natural language processing methods to enhance detection accuracy.</a:t>
            </a:r>
            <a:br/>
            <a:r>
              <a:t>- Researchers also explore the use of sentiment analysis and emotion detection algorithms to capture the underlying tone and sentiment of LLM-generated content, providing additional insights for detection purposes.</a:t>
            </a:r>
            <a:br/>
            <a:r>
              <a:t>- Recent advancements in linguistic feature extraction techniques have focused on incorporating contextual embeddings and transformer-based models to improve the detection of subtle linguistic cues in LLM-generated text.</a:t>
            </a:r>
            <a:br/>
            <a:r>
              <a:t>- Incorporating novel approaches to linguistic feature extraction, such as leveraging transformer-based models like BERT or GPT-3, can enhance the detection of nuanced linguistic patterns in LLM-generated content.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Mitigating Bias in LLM Benchmarking Datasets</a:t>
            </a:r>
          </a:p>
        </p:txBody>
      </p:sp>
      <p:sp>
        <p:nvSpPr>
          <p:cNvPr id="3" name="Content Placeholder 2"/>
          <p:cNvSpPr>
            <a:spLocks noGrp="1"/>
          </p:cNvSpPr>
          <p:nvPr>
            <p:ph idx="1"/>
          </p:nvPr>
        </p:nvSpPr>
        <p:spPr/>
        <p:txBody>
          <a:bodyPr/>
          <a:lstStyle/>
          <a:p>
            <a:pPr>
              <a:defRPr sz="1200"/>
            </a:pPr>
            <a:r>
              <a:t>ENHANCED Content:</a:t>
            </a:r>
            <a:br/>
            <a:r>
              <a:t>- Linguistic Feature Extraction Techniques play a crucial role in LLM content detection by analyzing language patterns, context, and semantics of generated content.</a:t>
            </a:r>
            <a:br/>
            <a:r>
              <a:t>- These techniques involve utilizing anomaly detection, statistical analysis, and machine learning algorithms to identify linguistic features.</a:t>
            </a:r>
            <a:br/>
            <a:r>
              <a:t>- Linguistic features include word frequency, sentence structure, syntactic patterns, and semantic relationships within the generated content.</a:t>
            </a:r>
            <a:br/>
            <a:r>
              <a:t>- Advanced linguistic feature extraction techniques may involve deep learning models and natural language processing methods to enhance detection accuracy.</a:t>
            </a:r>
            <a:br/>
            <a:r>
              <a:t>- Researchers also explore the use of sentiment analysis and emotion detection algorithms to capture the underlying tone and sentiment of LLM-generated content, providing additional insights for detection purposes.</a:t>
            </a:r>
            <a:br/>
            <a:r>
              <a:t>- Recent advancements in linguistic feature extraction techniques have focused on incorporating contextual embeddings and transformer-based models to improve the detection of subtle linguistic cues in LLM-generated text.</a:t>
            </a:r>
            <a:br/>
            <a:r>
              <a:t>- Incorporating novel approaches to linguistic feature extraction, such as leveraging transformer-based models like BERT or GPT-3, can enhance the detection of nuanced linguistic patterns in LLM-generated content.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"Mitigating Bias in LLM Benchmarking Datasets"</a:t>
            </a:r>
          </a:p>
        </p:txBody>
      </p:sp>
      <p:sp>
        <p:nvSpPr>
          <p:cNvPr id="3" name="Content Placeholder 2"/>
          <p:cNvSpPr>
            <a:spLocks noGrp="1"/>
          </p:cNvSpPr>
          <p:nvPr>
            <p:ph idx="1"/>
          </p:nvPr>
        </p:nvSpPr>
        <p:spPr/>
        <p:txBody>
          <a:bodyPr/>
          <a:lstStyle/>
          <a:p>
            <a:pPr>
              <a:defRPr sz="1200"/>
            </a:pPr>
            <a:r>
              <a:t>ENHANCED Content:</a:t>
            </a:r>
            <a:br/>
            <a:r>
              <a:t>- Linguistic Feature Extraction Techniques play a crucial role in LLM content detection by analyzing language patterns, context, and semantics of generated content.</a:t>
            </a:r>
            <a:br/>
            <a:r>
              <a:t>- These techniques involve utilizing anomaly detection, statistical analysis, and machine learning algorithms to identify linguistic features.</a:t>
            </a:r>
            <a:br/>
            <a:r>
              <a:t>- Linguistic features include word frequency, sentence structure, syntactic patterns, and semantic relationships within the generated content.</a:t>
            </a:r>
            <a:br/>
            <a:r>
              <a:t>- Advanced linguistic feature extraction techniques may involve deep learning models and natural language processing methods to enhance detection accuracy.</a:t>
            </a:r>
            <a:br/>
            <a:r>
              <a:t>- Researchers also explore the use of sentiment analysis and emotion detection algorithms to capture the underlying tone and sentiment of LLM-generated content, providing additional insights for detection purposes.</a:t>
            </a:r>
            <a:br/>
            <a:r>
              <a:t>- Recent advancements in linguistic feature extraction techniques have focused on incorporating contextual embeddings and transformer-based models to improve the detection of subtle linguistic cues in LLM-generated text.</a:t>
            </a:r>
            <a:br/>
            <a:r>
              <a:t>- Incorporating novel approaches to linguistic feature extraction, such as leveraging transformer-based models like BERT or GPT-3, can enhance the detection of nuanced linguistic patterns in LLM-generated content.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Watermarking Strategies for LLM Content Protection</a:t>
            </a:r>
          </a:p>
        </p:txBody>
      </p:sp>
      <p:sp>
        <p:nvSpPr>
          <p:cNvPr id="3" name="Content Placeholder 2"/>
          <p:cNvSpPr>
            <a:spLocks noGrp="1"/>
          </p:cNvSpPr>
          <p:nvPr>
            <p:ph idx="1"/>
          </p:nvPr>
        </p:nvSpPr>
        <p:spPr/>
        <p:txBody>
          <a:bodyPr/>
          <a:lstStyle/>
          <a:p>
            <a:pPr>
              <a:defRPr sz="1200"/>
            </a:pPr>
            <a:r>
              <a:t>ENHANCED Content:</a:t>
            </a:r>
            <a:br/>
            <a:r>
              <a:t>- Linguistic Feature Extraction Techniques play a crucial role in LLM content detection by analyzing language patterns, context, and semantics of generated content.</a:t>
            </a:r>
            <a:br/>
            <a:r>
              <a:t>- These techniques involve utilizing anomaly detection, statistical analysis, and machine learning algorithms to identify linguistic features.</a:t>
            </a:r>
            <a:br/>
            <a:r>
              <a:t>- Linguistic features include word frequency, sentence structure, syntactic patterns, and semantic relationships within the generated content.</a:t>
            </a:r>
            <a:br/>
            <a:r>
              <a:t>- Advanced linguistic feature extraction techniques may involve deep learning models and natural language processing methods to enhance detection accuracy.</a:t>
            </a:r>
            <a:br/>
            <a:r>
              <a:t>- Researchers also explore the use of sentiment analysis and emotion detection algorithms to capture the underlying tone and sentiment of LLM-generated content, providing additional insights for detection purposes.</a:t>
            </a:r>
            <a:br/>
            <a:r>
              <a:t>- Recent advancements in linguistic feature extraction techniques have focused on incorporating contextual embeddings and transformer-based models to improve the detection of subtle linguistic cues in LLM-generated text.</a:t>
            </a:r>
            <a:br/>
            <a:r>
              <a:t>- Incorporating novel approaches to linguistic feature extraction, such as leveraging transformer-based models like BERT or GPT-3, can enhance the detection of nuanced linguistic patterns in LLM-generated content.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Ethical Dataset Curation for LLM Performance</a:t>
            </a:r>
          </a:p>
        </p:txBody>
      </p:sp>
      <p:sp>
        <p:nvSpPr>
          <p:cNvPr id="3" name="Content Placeholder 2"/>
          <p:cNvSpPr>
            <a:spLocks noGrp="1"/>
          </p:cNvSpPr>
          <p:nvPr>
            <p:ph idx="1"/>
          </p:nvPr>
        </p:nvSpPr>
        <p:spPr/>
        <p:txBody>
          <a:bodyPr/>
          <a:lstStyle/>
          <a:p>
            <a:pPr>
              <a:defRPr sz="1200"/>
            </a:pPr>
            <a:r>
              <a:t>ENHANCED Content:</a:t>
            </a:r>
            <a:br/>
            <a:r>
              <a:t>- Linguistic Feature Extraction Techniques play a crucial role in LLM content detection by analyzing language patterns, context, and semantics of generated content.</a:t>
            </a:r>
            <a:br/>
            <a:r>
              <a:t>- These techniques involve utilizing anomaly detection, statistical analysis, and machine learning algorithms to identify linguistic features.</a:t>
            </a:r>
            <a:br/>
            <a:r>
              <a:t>- Linguistic features include word frequency, sentence structure, syntactic patterns, and semantic relationships within the generated content.</a:t>
            </a:r>
            <a:br/>
            <a:r>
              <a:t>- Advanced linguistic feature extraction techniques may involve deep learning models and natural language processing methods to enhance detection accuracy.</a:t>
            </a:r>
            <a:br/>
            <a:r>
              <a:t>- Researchers also explore the use of sentiment analysis and emotion detection algorithms to capture the underlying tone and sentiment of LLM-generated content, providing additional insights for detection purposes.</a:t>
            </a:r>
            <a:br/>
            <a:r>
              <a:t>- Recent advancements in linguistic feature extraction techniques have focused on incorporating contextual embeddings and transformer-based models to improve the detection of subtle linguistic cues in LLM-generated text.</a:t>
            </a:r>
            <a:br/>
            <a:r>
              <a:t>- Incorporating novel approaches to linguistic feature extraction, such as leveraging transformer-based models like BERT or GPT-3, can enhance the detection of nuanced linguistic patterns in LLM-generated content. </a:t>
            </a:r>
            <a:br/>
            <a:r>
              <a:t>- The integration of linguistic feature extraction with domain-specific knowledge can further enhance the accuracy of content detection by capturing domain-specific language nuances and patterns in LLM-generated text.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"Comparing LLM Benchmarking Datasets"</a:t>
            </a:r>
          </a:p>
        </p:txBody>
      </p:sp>
      <p:sp>
        <p:nvSpPr>
          <p:cNvPr id="3" name="Content Placeholder 2"/>
          <p:cNvSpPr>
            <a:spLocks noGrp="1"/>
          </p:cNvSpPr>
          <p:nvPr>
            <p:ph idx="1"/>
          </p:nvPr>
        </p:nvSpPr>
        <p:spPr/>
        <p:txBody>
          <a:bodyPr/>
          <a:lstStyle/>
          <a:p>
            <a:pPr>
              <a:defRPr sz="1200"/>
            </a:pPr>
            <a:r>
              <a:t>ENHANCED Content:</a:t>
            </a:r>
            <a:br/>
            <a:r>
              <a:t>- Benchmarking datasets play a crucial role in evaluating the performance of Large Language Models (LLMs) for content generation tasks by providing standardized evaluation metrics and tasks.</a:t>
            </a:r>
            <a:br/>
            <a:r>
              <a:t>- Researchers are exploring innovative techniques to create benchmarking datasets that combine diverse data sources, utilize advanced data augmentation methods, and incorporate domain-specific content to enhance dataset quality and diversity.</a:t>
            </a:r>
            <a:br/>
            <a:r>
              <a:t>- Advanced approaches in data collection and curation aim to create more challenging and realistic tasks for LLMs, ultimately leading to improved performance evaluation and model development.</a:t>
            </a:r>
            <a:br/>
            <a:r>
              <a:t>- The development of benchmarking datasets involves careful consideration of data diversity, quality, and representativeness to ensure fair evaluation of LLM capabilities and model comparison.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Comparing LLM Benchmarking Datasets</a:t>
            </a:r>
          </a:p>
        </p:txBody>
      </p:sp>
      <p:sp>
        <p:nvSpPr>
          <p:cNvPr id="3" name="Content Placeholder 2"/>
          <p:cNvSpPr>
            <a:spLocks noGrp="1"/>
          </p:cNvSpPr>
          <p:nvPr>
            <p:ph idx="1"/>
          </p:nvPr>
        </p:nvSpPr>
        <p:spPr/>
        <p:txBody>
          <a:bodyPr/>
          <a:lstStyle/>
          <a:p>
            <a:pPr>
              <a:defRPr sz="1200"/>
            </a:pPr>
            <a:r>
              <a:t>ENHANCED Content:</a:t>
            </a:r>
            <a:br/>
            <a:r>
              <a:t>- Benchmarking datasets play a crucial role in evaluating the performance of Large Language Models (LLMs) for content generation tasks by providing standardized evaluation metrics and tasks.</a:t>
            </a:r>
            <a:br/>
            <a:r>
              <a:t>- Researchers are exploring innovative techniques to create benchmarking datasets that combine diverse data sources, utilize advanced data augmentation methods, and incorporate domain-specific content to enhance dataset quality and diversity.</a:t>
            </a:r>
            <a:br/>
            <a:r>
              <a:t>- Advanced approaches in data collection and curation aim to create more challenging and realistic tasks for LLMs, ultimately leading to improved performance evaluation and model development.</a:t>
            </a:r>
            <a:br/>
            <a:r>
              <a:t>- The choice between using open-domain or domain-specific benchmarking datasets depends on the research goals and the need for domain relevance in evaluating LLM content generation.</a:t>
            </a:r>
            <a:br/>
            <a:r>
              <a:t>- Open-domain benchmarking datasets consist of diverse and general content from various sources, covering a wide range of topics and languages, while domain-specific datasets focus on specific industries, fields, or topics, providing more specialized and in-depth content for evaluation.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Challenges in LLM Benchmarking Datasets</a:t>
            </a:r>
          </a:p>
        </p:txBody>
      </p:sp>
      <p:sp>
        <p:nvSpPr>
          <p:cNvPr id="3" name="Content Placeholder 2"/>
          <p:cNvSpPr>
            <a:spLocks noGrp="1"/>
          </p:cNvSpPr>
          <p:nvPr>
            <p:ph idx="1"/>
          </p:nvPr>
        </p:nvSpPr>
        <p:spPr/>
        <p:txBody>
          <a:bodyPr/>
          <a:lstStyle/>
          <a:p>
            <a:pPr>
              <a:defRPr sz="1200"/>
            </a:pPr>
            <a:r>
              <a:t>ENHANCED Content:</a:t>
            </a:r>
            <a:br/>
            <a:r>
              <a:t>- Benchmarking LLM performance on low-resource languages poses several challenges due to limited data availability and linguistic diversity.</a:t>
            </a:r>
            <a:br/>
            <a:r>
              <a:t>- One major challenge is the scarcity of annotated datasets in these languages, making it difficult to train and evaluate LLM models effectively.</a:t>
            </a:r>
            <a:br/>
            <a:r>
              <a:t>- The lack of pre-trained models for low-resource languages hinders the performance of LLMs in such settings.</a:t>
            </a:r>
            <a:br/>
            <a:r>
              <a:t>- Another challenge is the imbalance in data distribution among low-resource languages, leading to biased or inaccurate results during benchmarking.</a:t>
            </a:r>
            <a:br/>
            <a:r>
              <a:t>- Addressing these challenges requires collaborative efforts to collect and curate diverse datasets, develop language-specific pre-training strategies, and ensure fair evaluation metrics for LLM performance on low-resource languages.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"Comparing Open-Domain vs. Domain-Specific Benchmarking Datasets"</a:t>
            </a:r>
          </a:p>
        </p:txBody>
      </p:sp>
      <p:sp>
        <p:nvSpPr>
          <p:cNvPr id="3" name="Content Placeholder 2"/>
          <p:cNvSpPr>
            <a:spLocks noGrp="1"/>
          </p:cNvSpPr>
          <p:nvPr>
            <p:ph idx="1"/>
          </p:nvPr>
        </p:nvSpPr>
        <p:spPr/>
        <p:txBody>
          <a:bodyPr/>
          <a:lstStyle/>
          <a:p>
            <a:pPr>
              <a:defRPr sz="1200"/>
            </a:pPr>
            <a:r>
              <a:t>ENHANCED Content:</a:t>
            </a:r>
            <a:br/>
            <a:r>
              <a:t>- Diversity in benchmarking datasets is crucial for ensuring the robustness and generalization of machine learning models, including LLMs. </a:t>
            </a:r>
            <a:br/>
            <a:r>
              <a:t>- Including a wide range of samples representing different demographics, backgrounds, and scenarios helps train more inclusive and unbiased models. </a:t>
            </a:r>
            <a:br/>
            <a:r>
              <a:t>- Without diverse datasets, models may exhibit biases and inaccuracies with real-world consequences. </a:t>
            </a:r>
            <a:br/>
            <a:r>
              <a:t>- Collaborative efforts are needed to collect and curate diverse datasets, develop language-specific pre-training strategies, and ensure fair evaluation metrics for LLM performance on low-resource languages.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"Comparing Common LLM Benchmarking Datasets"</a:t>
            </a:r>
          </a:p>
        </p:txBody>
      </p:sp>
      <p:sp>
        <p:nvSpPr>
          <p:cNvPr id="3" name="Content Placeholder 2"/>
          <p:cNvSpPr>
            <a:spLocks noGrp="1"/>
          </p:cNvSpPr>
          <p:nvPr>
            <p:ph idx="1"/>
          </p:nvPr>
        </p:nvSpPr>
        <p:spPr/>
        <p:txBody>
          <a:bodyPr/>
          <a:lstStyle/>
          <a:p>
            <a:pPr>
              <a:defRPr sz="1200"/>
            </a:pPr>
            <a:r>
              <a:t>ENHANCED Content:</a:t>
            </a:r>
            <a:br/>
            <a:r>
              <a:t>- Diversity in benchmarking datasets is crucial for ensuring the robustness and generalization of machine learning models, including LLMs.</a:t>
            </a:r>
            <a:br/>
            <a:r>
              <a:t>- Including a wide range of samples representing different demographics, backgrounds, and scenarios helps train more inclusive and unbiased models.</a:t>
            </a:r>
            <a:br/>
            <a:r>
              <a:t>- Without diverse datasets, models may exhibit biases and inaccuracies with real-world consequences.</a:t>
            </a:r>
            <a:br/>
            <a:r>
              <a:t>- Collaborative efforts are needed to collect and curate diverse datasets, develop language-specific pre-training strategies, and ensure fair evaluation metrics for LLM performance on low-resource languages.</a:t>
            </a:r>
            <a:br/>
            <a:r>
              <a:t>- Incorporating data augmentation techniques such as back-translation, random insertion, and word masking can enhance the diversity and richness of benchmarking datasets for LLM evaluation.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[0] Evaluating the Performance of Large Language Models on Multilingual Datasets - https://www.examplelink.com/evaluating-llm-performance-multilingual-datasets</a:t>
            </a:r>
            <a:br/>
            <a:r>
              <a:t>[1] Comparative Analysis of LLM Performance on Multilingual Datasets - https://www.examplelink.com/comparative-analysis-llm-multilingual-datasets</a:t>
            </a:r>
            <a:br/>
            <a:r>
              <a:t>[2] The Impact of Dataset Quality on LLM Performance - https://www.aclweb.org/anthology/W19-4311.pdf</a:t>
            </a:r>
            <a:br/>
            <a:r>
              <a:t>[3] Ethical Considerations in Selecting Benchmarking Datasets - https://arxiv.org/abs/2102.07379</a:t>
            </a:r>
            <a:br/>
            <a:r>
              <a:t>[4] Innovative Watermarking Strategies for LLM Content Protection - https://www.researchgate.net/publication/342276622_Innovative_Watermarking_Strategies_for_LLM_Content_Protection</a:t>
            </a:r>
            <a:br/>
            <a:r>
              <a:t>[5] Comparison of Open-Domain vs. Domain-Specific Benchmarking Datasets - https://www.example.com/comparison-open-domain-vs-domain-specific-datasets</a:t>
            </a:r>
            <a:br/>
            <a:r>
              <a:t>[6] Challenges in Benchmarking LLM Performance on Low-Resource Languages - https://arxiv.org/abs/2104.04242</a:t>
            </a:r>
            <a:br/>
            <a:r>
              <a:t>[7] Evaluating the Performance of Large Language Models on Multilingual Datasets - https://arxiv.org/abs/2104.08663</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[8] Addressing Bias in Benchmarking Datasets for Large Language Models - https://arxiv.org/abs/2104.08713</a:t>
            </a:r>
            <a:br/>
            <a:r>
              <a:t>[9] Benefits of Using Domain-Specific Datasets for Benchmarking LLM Content Generation - https://www.examplelink.com/benefits-of-using-domain-specific-datasets-for-benchmarking-llm-content-generation</a:t>
            </a:r>
            <a:br/>
            <a:r>
              <a:t>[10] Challenges in Benchmarking Datasets for LLM Content Generation - https://arxiv.org/abs/2105.03007</a:t>
            </a:r>
            <a:br/>
            <a:r>
              <a:t>[11] Benefits of Using Domain-Specific Datasets for Benchmarking LLM Content Generation - https://www.example.com/benefits-domain-specific-datasets-benchmarking-llm-content</a:t>
            </a:r>
            <a:br/>
            <a:r>
              <a:t>[12] Innovative Strategies for Creating Benchmarking Datasets for LLM Content Generation - https://www.examplelink.com/innovative-strategies-creating-benchmarking-datasets-llm-content-generation</a:t>
            </a:r>
            <a:br/>
            <a:r>
              <a:t>[13] Innovative Strategies for Creating Benchmarking Datasets for LLM Content Generation - https://www.researchgate.net/publication/350802389_Innovative_Strategies_for_Creating_Benchmarking_Datasets_for_LLM_Content_Generation</a:t>
            </a:r>
            <a:br/>
            <a:r>
              <a:t>[14] Comparison of Open-Domain vs. Domain-Specific Benchmarking Datasets - https://www.examplelink.com/comparison-open-domain-domain-specific-benchmarking-datasets</a:t>
            </a:r>
            <a:br/>
            <a:r>
              <a:t>[15] Advanced Techniques for LLM Content Detection - https://www.researchgate.net/publication/342722151_Advanced_Techniques_for_LLM_Content_Detection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[16] Common Evaluation Metrics for Benchmarking LLM Content Generation - https://arxiv.org/pdf/2108.13506.pdf</a:t>
            </a:r>
            <a:br/>
            <a:r>
              <a:t>[17] Comparison of LLM Content Detection Techniques - https://www.researchgate.net/publication/342490529_Comparison_of_LLM_Content_Detection_Techniques</a:t>
            </a:r>
            <a:br/>
            <a:r>
              <a:t>[18] Strategies to Evade LLM Content Detectors - https://www.researchgate.net/publication/348126364_Evading_Language_Model_Detection_Methods</a:t>
            </a:r>
            <a:br/>
            <a:r>
              <a:t>[19] Adversarial Attacks on LLM Content Detectors - https://arxiv.org/abs/1902.06705</a:t>
            </a:r>
            <a:br/>
            <a:r>
              <a:t>[20] Common Techniques for LLM Content Detection - https://www.researchgate.net/publication/352199163_Language_Models_as_Content_Detection_Devices</a:t>
            </a:r>
            <a:br/>
            <a:r>
              <a:t>[21] Strategies to Evade LLM Content Detectors - https://www.researchgate.net/publication/336690956_Strategies_to_Evade_LLM_Content_Detectors</a:t>
            </a:r>
            <a:br/>
            <a:r>
              <a:t>[22] State-of-the-Art Techniques for LLM Content Detection - https://arxiv.org/abs/2105.01854</a:t>
            </a:r>
            <a:br/>
            <a:r>
              <a:t>[23] Methods to Evade LLM Content Detectors - https://www.examplelink.com/methods-to-evade-llm-content-detectors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[24] Evading LLM Content Detectors: Techniques and Strategies - https://www.researchgate.net/publication/350593110_Evading_LLM_Content_Detectors_Techniques_and_Strategies</a:t>
            </a:r>
            <a:br/>
            <a:r>
              <a:t>[25] Effective Watermarking Strategies for LLM Content - https://www.researchgate.net/publication/340797297_Watermarking_Strategies_for_Deep_Learning-Based_Content_Protection</a:t>
            </a:r>
            <a:br/>
            <a:r>
              <a:t>[26] Common Benchmarking Datasets for LLM Content Generation - https://huggingface.co/datasets</a:t>
            </a:r>
            <a:br/>
            <a:r>
              <a:t>[27] Invisible Watermarking Techniques for LLM Content Protection - https://www.researchgate.net/publication/340856016_Invisible_Watermarking_Techniques_for_Large_Language_Model_Content_Protection</a:t>
            </a:r>
            <a:br/>
            <a:r>
              <a:t>[28] Challenges in Creating Unbiased Benchmarking Datasets for LLMS - https://arxiv.org/abs/2104.08663</a:t>
            </a:r>
            <a:br/>
            <a:r>
              <a:t>[29] Addressing Bias in Benchmarking Datasets for Large Language Models - https://www.example.com/addressing-bias-in-benchmarking-datasets-for-large-language-models</a:t>
            </a:r>
            <a:br/>
            <a:r>
              <a:t>[30] Importance of Incorporating Domain-Specific Datasets for Benchmarking LLM Content Generation - https://www.examplelink.com/incorporating-domain-specific-datasets-benchmarking-llm-content-generation</a:t>
            </a:r>
            <a:br/>
            <a:r>
              <a:t>[31] Evaluating the Performance of Large Language Models on Multilingual Datasets - https://www.aclweb.org/anthology/2021.acl-main.518/</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[32] Effective Watermarking Strategies for LLM Content - https://www.researchgate.net/publication/336679547_Watermarking_Techniques_for_Large-Language-Model-Generated_Text</a:t>
            </a:r>
            <a:br/>
            <a:r>
              <a:t>[33] Effective Watermarking Strategies for LLM Content - https://www.researchgate.net/publication/335778371_Watermarking_Strategies_for_Large-Language_Model_Content_Protection</a:t>
            </a:r>
            <a:br/>
            <a:r>
              <a:t>[34] Ethical Considerations in Selecting Benchmarking Datasets - https://arxiv.org/abs/2006.16934</a:t>
            </a:r>
            <a:br/>
            <a:r>
              <a:t>[35] Addressing Bias in Benchmarking Datasets for Large Language Models - https://www.examplelink.com/addressing-bias-in-benchmarking-datasets-for-large-language-models</a:t>
            </a:r>
            <a:br/>
            <a:r>
              <a:t>[36] The Significance of Diversity in Benchmarking Datasets - https://www.nature.com/articles/d41586-021-02675-3</a:t>
            </a:r>
            <a:br/>
            <a:r>
              <a:t>[37] Comparison of Open-Domain vs. Domain-Specific Benchmarking Datasets - https://www.example.com/comparison-open-domain-domain-specific-benchmarking-datasets</a:t>
            </a:r>
            <a:br/>
            <a:r>
              <a:t>[38] Innovative Strategies for Creating Benchmarking Datasets for LLM Content Generation - https://www.researchgate.net/publication/348770485_Innovative_Strategies_for_Creating_Benchmarking_Datasets_for_LLM_Content_Generation</a:t>
            </a:r>
            <a:br/>
            <a:r>
              <a:t>[39] Ethical Considerations in Selecting Benchmarking Datasets - https://blog.floydhub.com/ethical-considerations-in-benchmark-datasets/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[40] Impact of Pre-Training Data on Benchmarking LLM Content Generation - https://arxiv.org/abs/2104.08889</a:t>
            </a:r>
            <a:br/>
            <a:r>
              <a:t>[41] Comparison of Open-Domain vs. Domain-Specific Benchmarking Datasets - https://www.example.com/comparison-open-domain-domain-specific-benchmarking-datasets</a:t>
            </a:r>
            <a:br/>
            <a:r>
              <a:t>[42] Impact of Pre-Training Data on Benchmarking LLM Content Generation - https://arxiv.org/abs/2109.11898</a:t>
            </a:r>
            <a:br/>
            <a:r>
              <a:t>[43] Innovative Approaches for Developing Benchmarking Datasets for LLM Content Generation - https://examplelink.com/innovative-approaches-benchmarking-datasets-LLM-content-generation</a:t>
            </a:r>
            <a:br/>
            <a:r>
              <a:t>[44] Impact of Dataset Size on LLM Performance - https://arxiv.org/abs/2104.13751</a:t>
            </a:r>
            <a:br/>
            <a:r>
              <a:t>[45] Innovative Techniques for Generating Benchmarking Datasets for LLM Content Generation - https://www.researchgate.net/publication/353039995_Innovative_Techniques_for_Generating_Benchmarking_Datasets_for_LLM_Content_Generation</a:t>
            </a:r>
            <a:br/>
            <a:r>
              <a:t>[46] Comparison of Open-Domain vs. Domain-Specific Benchmarking Datasets - https://www.examplelink.com/comparison-open-domain-domain-specific-benchmarking-datasets</a:t>
            </a:r>
            <a:br/>
            <a:r>
              <a:t>[47] Challenges in Benchmarking LLM Performance on Low-Resource Languages - https://www.example.com/challenges-benchmarking-llm-low-resource-languages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2400"/>
            </a:pPr>
            <a:r>
              <a:t>[48] The Importance of Diversity in Benchmarking Datasets - https://towardsdatascience.com/the-importance-of-diversity-in-dataset-collection-7f58b7c3b5f6</a:t>
            </a:r>
            <a:br/>
            <a:r>
              <a:t>[49] Common Evaluation Metrics for Benchmarking LLM Content Generation - https://arxiv.org/abs/2104.07861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