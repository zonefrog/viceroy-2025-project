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The Dynamics of Group Influence and Social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Factors Influencing Conformity in Group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Social identity is derived from an individual's perceived membership in a relevant social group, such as race, ethnicity, gender, or religion.</a:t>
            </a:r>
            <a:br/>
            <a:r>
              <a:t>- People categorize themselves into in-groups (groups they identify with) and out-groups (groups they do not identify with) to maintain a positive social identity.</a:t>
            </a:r>
            <a:br/>
            <a:r>
              <a:t>- Social identity theory suggests that individuals strive to favor their in-group and discriminate against out-groups to uphold a positive social identity.</a:t>
            </a:r>
            <a:br/>
            <a:br/>
            <a:r>
              <a:t>Sources: [32]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"Techniques of Compliance in Social Psychology"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Social identity theory emphasizes the importance of ingroups and outgroups in shaping individual identity and behavior.</a:t>
            </a:r>
            <a:br/>
            <a:r>
              <a:t>- Self-categorization into social groups influences intergroup behavior, leading to ingroup favoritism and outgroup discrimination.</a:t>
            </a:r>
            <a:br/>
            <a:r>
              <a:t>- The process of comparing ingroups with outgroups contributes to the maintenance of a positive social identity.</a:t>
            </a:r>
            <a:br/>
            <a:r>
              <a:t>- Individuals strive to favor their ingroup to enhance their social identity and may exhibit discriminatory behaviors towards outgroups.</a:t>
            </a:r>
            <a:br/>
            <a:br/>
            <a:r>
              <a:t>Sources: [33]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Implications of Blind Obedience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Group polarization is a psychological phenomenon where individuals in a group tend to make more extreme decisions or adopt more extreme views than they would if they were acting alone.</a:t>
            </a:r>
            <a:br/>
            <a:r>
              <a:t>- This can lead to groups taking more radical actions or making riskier decisions than any individual in the group would make on their own.</a:t>
            </a:r>
            <a:br/>
            <a:r>
              <a:t>- The process of group polarization is often driven by social comparison and informational influence within the group.</a:t>
            </a:r>
            <a:br/>
            <a:r>
              <a:t>- Social comparison and informational influence play a significant role in the escalation of extreme decisions within a group.</a:t>
            </a:r>
            <a:br/>
            <a:br/>
            <a:r>
              <a:t>Sources: [34]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Roles in Group Dynamics: Social Identity and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Reciprocity involves giving something to receive something in return, creating a sense of obligation in the recipient.</a:t>
            </a:r>
            <a:br/>
            <a:r>
              <a:t>- Scarcity relies on the perception of limited availability to increase the perceived value of a product or service.</a:t>
            </a:r>
            <a:br/>
            <a:r>
              <a:t>- Authority leverages the expertise and credibility of individuals to influence behavior and decision-making.</a:t>
            </a:r>
            <a:br/>
            <a:r>
              <a:t>- Consistency taps into the desire for individuals to align their actions with their beliefs or commitments, fostering a sense of integrity and reliability.</a:t>
            </a:r>
            <a:br/>
            <a:br/>
            <a:r>
              <a:t>Sources: [35]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"Understanding Group Norms"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Social loafing is a phenomenon where individuals in a group exert less effort when working on a task together compared to when they are working alone.</a:t>
            </a:r>
            <a:br/>
            <a:r>
              <a:t>- This can occur due to diffusion of responsibility, where individuals feel less accountable for the outcome of the task.</a:t>
            </a:r>
            <a:br/>
            <a:r>
              <a:t>- Social comparison plays a role in social loafing, as individuals may perceive their contributions as less important or necessary in a group setting.</a:t>
            </a:r>
            <a:br/>
            <a:r>
              <a:t>- Understanding social loafing can help in improving group productivity and accountability.</a:t>
            </a:r>
            <a:br/>
            <a:br/>
            <a:r>
              <a:t>Sources: [36]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 of Power in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Group polarization is a phenomenon where individuals within a group tend to make more extreme decisions or take more extreme actions compared to when they are alone.</a:t>
            </a:r>
            <a:br/>
            <a:r>
              <a:t>- Information sharing within a group plays a crucial role in group polarization, as individuals are influenced by shared opinions and perspectives, leading to a reinforcement of existing beliefs and attitudes.</a:t>
            </a:r>
            <a:br/>
            <a:r>
              <a:t>- The echo chamber effect, where individuals are exposed to information that reinforces their existing beliefs, can further contribute to group polarization by limiting exposure to diverse perspectives.</a:t>
            </a:r>
            <a:br/>
            <a:r>
              <a:t>- Understanding these dynamics is essential in recognizing how group dynamics can impact decision-making and the formation of group attitudes.</a:t>
            </a:r>
            <a:br/>
            <a:br/>
            <a:r>
              <a:t>Sources: [37]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"The Significance of Social Identity"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Group dynamics is the study of how people interact in groups and how their behaviors are influenced by being part of a group, focusing on roles, norms, communication patterns, and power dynamics.</a:t>
            </a:r>
            <a:br/>
            <a:r>
              <a:t>- Understanding group dynamics is crucial for improving teamwork, communication, and decision-making in various settings, as it can impact the overall functioning and effectiveness of a group.</a:t>
            </a:r>
            <a:br/>
            <a:r>
              <a:t>- Research suggests that group dynamics can affect individual behavior and decision-making processes, highlighting the importance of recognizing and managing these dynamics in group settings.</a:t>
            </a:r>
            <a:br/>
            <a:r>
              <a:t>- By exploring group dynamics, individuals can gain insights into how group interactions shape attitudes, behaviors, and outcomes, leading to a deeper understanding of social influence within groups.</a:t>
            </a:r>
            <a:br/>
            <a:br/>
            <a:r>
              <a:t>Sources: [38]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"The Power of Scarcity in Persuasion"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Scarcity principle in persuasion relies on the perception of limited availability and creates urgency, leading to increased persuasion and action.</a:t>
            </a:r>
            <a:br/>
            <a:r>
              <a:t>- People tend to value things more when they are seen as scarce or exclusive, influencing decision-making processes.</a:t>
            </a:r>
            <a:br/>
            <a:r>
              <a:t>- Scarcity is commonly used in marketing and sales to encourage prompt decision-making and drive consumer behavior.</a:t>
            </a:r>
            <a:br/>
            <a:r>
              <a:t>- Research suggests that scarcity can trigger a fear of missing out (FOMO) effect, motivating individuals to act quickly to secure scarce resources or opportunities.</a:t>
            </a:r>
            <a:br/>
            <a:br/>
            <a:r>
              <a:t>Sources: [39]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[32] The Concept of Social Identity in Psychology - https://www.verywellmind.com/what-is-social-identity-2795870</a:t>
            </a:r>
            <a:br/>
            <a:r>
              <a:t>[33] Social Identity Theory in Psychology - https://www.verywellmind.com/what-is-social-identity-theory-2795871</a:t>
            </a:r>
            <a:br/>
            <a:r>
              <a:t>[34] Understanding Group Polarization in Social Psychology - https://www.verywellmind.com/what-is-group-polarization-2795886</a:t>
            </a:r>
            <a:br/>
            <a:r>
              <a:t>[35] Persuasion Techniques in Social Psychology - https://www.verywellmind.com/what-is-persuasion-2795892</a:t>
            </a:r>
            <a:br/>
            <a:r>
              <a:t>[36] What is Social Loafing in Psychology? - https://www.verywellmind.com/what-is-social-loafing-2795885</a:t>
            </a:r>
            <a:br/>
            <a:r>
              <a:t>[37] The Role of Information Sharing in Group Polarization - https://www.psychologytoday.com/us/blog/science-choice/201504/what-is-group-polarization</a:t>
            </a:r>
            <a:br/>
            <a:r>
              <a:t>[38] Understanding Group Dynamics in Social Psychology - https://www.verywellmind.com/what-is-group-dynamics-2795204</a:t>
            </a:r>
            <a:br/>
            <a:r>
              <a:t>[39] Types of Social Influence in Psychology - https://www.verywellmind.com/what-is-social-influence-2795908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