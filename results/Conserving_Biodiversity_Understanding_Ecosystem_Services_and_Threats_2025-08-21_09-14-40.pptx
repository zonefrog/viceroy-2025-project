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Conserving Biodiversity: Understanding Ecosystem Services and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Ecosystem Services: Climate Regulation &amp; Clean 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destruction leads to the alteration or destruction of natural habitats, resulting in the loss of biodiversity.</a:t>
            </a:r>
            <a:br/>
            <a:r>
              <a:t>- Deforestation, urbanization, and land conversion for agriculture are major drivers of habitat destruction.</a:t>
            </a:r>
            <a:br/>
            <a:r>
              <a:t>- Loss of habitats directly impacts biodiversity by reducing the availability of suitable environments for various species.</a:t>
            </a:r>
            <a:br/>
            <a:r>
              <a:t>- Habitat destruction disrupts ecosystem functioning and can lead to the decline of plant and animal populations.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Ecosystem Services: Pollination and Pest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Pollination is a critical ecosystem service provided by biodiversity, with diverse pollinators like bees ensuring the reproduction of crops.</a:t>
            </a:r>
            <a:br/>
            <a:r>
              <a:t>- Pest control is another essential service facilitated by biodiversity, as diverse ecosystems host predators that naturally regulate pest populations.</a:t>
            </a:r>
            <a:br/>
            <a:r>
              <a:t>- Biodiversity supports the pollination of fruit orchards by providing habitats for bees, enhancing crop yield and quality.</a:t>
            </a:r>
            <a:br/>
            <a:r>
              <a:t>- Ladybugs play a significant role in controlling aphids in agricultural fields, reducing the need for chemical pesticides and promoting ecosystem balance.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Threats to Biodiversity: Habitat Destruction &amp;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Habitat destruction can lead to the displacement or extinction of plant and animal species, disrupting entire ecosystems.</a:t>
            </a:r>
            <a:br/>
            <a:r>
              <a:t>- Fragmentation of habitats can result in isolated populations, reducing genetic diversity and making species more vulnerable to environmental changes.</a:t>
            </a:r>
            <a:br/>
            <a:r>
              <a:t>- The destruction of habitats through activities like deforestation and urbanization is a major driver of biodiversity loss.</a:t>
            </a:r>
            <a:br/>
            <a:r>
              <a:t>- Climate change exacerbates habitat destruction by altering ecosystems and making it challenging for species to adapt and survive.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Threats: Pollution &amp; Overexploitation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Loss of critical habitats due to habitat destruction can lead to the displacement or extinction of plant and animal species, disrupting entire ecosystems.</a:t>
            </a:r>
            <a:br/>
            <a:r>
              <a:t>- Fragmentation of habitats as a result of habitat destruction can lead to isolated populations, reducing genetic diversity and increasing the vulnerability of species to environmental changes.</a:t>
            </a:r>
            <a:br/>
            <a:r>
              <a:t>- Deforestation and urbanization are significant drivers of habitat destruction, contributing to the loss of biodiversity globally.</a:t>
            </a:r>
            <a:br/>
            <a:r>
              <a:t>- Climate change further exacerbates habitat destruction by altering ecosystems and creating challenges for species adaptation and survival.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Causes &amp; Consequences of Deforestation &amp; Land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Forest degradation and conversion for agricultural purposes contribute significantly to habitat destruction, leading to the loss of critical ecosystems that support diverse plant and animal species.</a:t>
            </a:r>
            <a:br/>
            <a:r>
              <a:t>- The conversion of natural habitats into urban areas results in the fragmentation of landscapes, isolating populations and reducing genetic diversity among species, ultimately increasing their susceptibility to environmental changes.</a:t>
            </a:r>
            <a:br/>
            <a:r>
              <a:t>- Deforestation and land conversion activities are major drivers of habitat destruction, displacing numerous species and disrupting ecological balance on a global scale.</a:t>
            </a:r>
            <a:br/>
            <a:r>
              <a:t>- Habitat destruction caused by deforestation and land conversion not only threatens biodiversity but also impacts ecosystem functions, such as nutrient cycling, water purification, and climate regulation, affecting human well-being.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Urbanization and Agriculture on Habitat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Urbanization and agricultural activities are major causes of habitat destruction</a:t>
            </a:r>
            <a:br/>
            <a:r>
              <a:t>- Urbanization leads to the conversion of natural habitats into cities and infrastructure</a:t>
            </a:r>
            <a:br/>
            <a:r>
              <a:t>- Agricultural impact includes deforestation for farmland and the use of pesticides and fertilizers</a:t>
            </a:r>
            <a:br/>
            <a:r>
              <a:t>- Habitat destruction from urbanization and agriculture directly displaces and threatens plant and animal species</a:t>
            </a:r>
            <a:br/>
            <a:r>
              <a:t>- Fragmentation of habitats due to urbanization and agriculture</a:t>
            </a:r>
            <a:br/>
            <a:r>
              <a:t>- Urbanization and agriculture alter ecosystems, leading to loss of biodiversity and disruption of ecosystem services.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Resilience: Genetic Diversity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diversity preservation enhances species resilience to environmental changes by ensuring adaptability and evolutionary potential.</a:t>
            </a:r>
            <a:br/>
            <a:r>
              <a:t>- Maintaining diverse gene pools is crucial for species to combat diseases and other threats effectively.</a:t>
            </a:r>
            <a:br/>
            <a:r>
              <a:t>- Strategies for genetic diversity preservation, such as captive breeding programs and seed banks, play a vital role in conservation efforts.</a:t>
            </a:r>
            <a:br/>
            <a:r>
              <a:t>- Translocation of individuals between populations helps in maintaining genetic diversity and population viability.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Preserving Genetic Diversity: Ex situ and In situ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Genetic management of small populations, selective breeding, and assisted reproduction techniques are essential for maintaining genetic diversity within species.</a:t>
            </a:r>
            <a:br/>
            <a:r>
              <a:t>- Translocation of individuals between populations is a crucial strategy to help preserve genetic diversity and ensure population viability.</a:t>
            </a:r>
            <a:br/>
            <a:r>
              <a:t>- Conservation efforts may also include cryopreservation of genetic material for future use in restoring populations or reintroducing species.</a:t>
            </a:r>
            <a:br/>
            <a:r>
              <a:t>- Collaborative partnerships between organizations and institutions are key to implementing effective genetic diversity preservation strategies.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Habitat Destruction - https://www.worldwildlife.org/threats/habitat-loss</a:t>
            </a:r>
            <a:br/>
            <a:r>
              <a:t>[1] The Role of Biodiversity Conservation in Food Security Support - https://www.cbd.int/food-security/</a:t>
            </a:r>
            <a:br/>
            <a:r>
              <a:t>[2] Effects of Habitat Destruction on Biodiversity - https://www.worldwildlife.org/threats/habitat-loss</a:t>
            </a:r>
            <a:br/>
            <a:r>
              <a:t>[3] Impact of Habitat Destruction on Biodiversity - https://www.worldwildlife.org/threats/habitat-loss</a:t>
            </a:r>
            <a:br/>
            <a:r>
              <a:t>[4] Climate Change Effects on Biodiversity Conservation - https://www.worldwildlife.org/threats/effects-of-climate-change</a:t>
            </a:r>
            <a:br/>
            <a:r>
              <a:t>[5] The Impact of Biodiversity Conservation on Human Health - https://www.ncbi.nlm.nih.gov/pmc/articles/PMC3109941/</a:t>
            </a:r>
            <a:br/>
            <a:r>
              <a:t>[6] Genetic Diversity Preservation in Biodiversity Conservation - https://www.iucn.org/resources/issues-briefs/genetic-diversity-conservation</a:t>
            </a:r>
            <a:br/>
            <a:r>
              <a:t>[7] Methods for Genetic Diversity Preservation in Biodiversity Conservation - https://www.iucn.org/resources/issues-briefs/genetic-diversity-conservation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