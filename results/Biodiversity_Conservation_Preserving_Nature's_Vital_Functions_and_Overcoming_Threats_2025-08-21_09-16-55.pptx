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Biodiversity Conservation: Preserving Nature's Vital Functions and Overcoming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Ecosystem Services: Biodiversity's Vital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Biodiversity supports nutrient cycling and soil fertility maintenance, essential for sustaining plant growth and ecosystem productivity.</a:t>
            </a:r>
            <a:br/>
            <a:r>
              <a:t>- Ecosystem services provided by biodiversity also include support for recreational activities and tourism, contributing to local economies and cultural well-being.</a:t>
            </a:r>
            <a:br/>
            <a:br/>
            <a:r>
              <a:t>Sources: [8]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Threats to Biodiversity: Habitat Loss &amp;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Habitat loss is primarily driven by activities such as deforestation for agriculture, logging, and infrastructure development, leading to the fragmentation and destruction of natural habitats.</a:t>
            </a:r>
            <a:br/>
            <a:r>
              <a:t>- Climate change exacerbates biodiversity loss by causing shifts in temperature and precipitation patterns, altering habitats and disrupting species distributions and interactions.</a:t>
            </a:r>
            <a:br/>
            <a:r>
              <a:t>- The introduction of invasive species poses a significant threat to biodiversity by outcompeting native species, preying on local fauna and flora, and disrupting ecosystem dynamics.</a:t>
            </a:r>
            <a:br/>
            <a:r>
              <a:t>- Overexploitation of natural resources, such as overfishing in marine ecosystems or poaching of endangered species, can lead to population declines and ecosystem imbalances.</a:t>
            </a:r>
            <a:br/>
            <a:br/>
            <a:r>
              <a:t>Sources: [9]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Genetic Diversity and Species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Genetic diversity is essential for species resilience as it enables populations to adapt to changing environments, resist diseases, and thrive in diverse habitats.</a:t>
            </a:r>
            <a:br/>
            <a:r>
              <a:t>- Conservation of genetic diversity is critical for the long-term survival of species and ecosystems by maintaining a varied gene pool.</a:t>
            </a:r>
            <a:br/>
            <a:r>
              <a:t>- Examples of genetic diversity aiding species include adaptation to shifting climates and increased resistance to new diseases, showcasing the importance of preserving genetic variability.</a:t>
            </a:r>
            <a:br/>
            <a:r>
              <a:t>- Genetic diversity enhances species' ability to evolve and respond to environmental challenges, highlighting the significance of incorporating genetic conservation strategies in biodiversity conservation efforts.</a:t>
            </a:r>
            <a:br/>
            <a:br/>
            <a:r>
              <a:t>Sources: [10]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"Protected Areas: Biodiversity Preservation"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Protected areas serve as crucial refuges for a wide variety of plant and animal species, providing safe habitats for their survival and reproduction.</a:t>
            </a:r>
            <a:br/>
            <a:r>
              <a:t>- These areas contribute significantly to preserving natural ecosystems, preventing habitat destruction, and safeguarding endangered species from human-induced threats like deforestation, pollution, and poaching.</a:t>
            </a:r>
            <a:br/>
            <a:r>
              <a:t>- Governments and conservation organizations establish and manage protected areas to ensure the long-term viability of diverse ecosystems and the species dependent on them.</a:t>
            </a:r>
            <a:br/>
            <a:r>
              <a:t>- Protected areas help maintain the balance of biodiversity by conserving unique habitats, promoting species diversity, and supporting ecosystem resilience against environmental changes.</a:t>
            </a:r>
            <a:br/>
            <a:br/>
            <a:r>
              <a:t>Sources: [11]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Invasive Species Impact on Native Biodiversity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Invasive species can alter the structure and function of ecosystems by outcompeting native species for resources and disrupting ecological processes.</a:t>
            </a:r>
            <a:br/>
            <a:r>
              <a:t>- The introduction of invasive species can lead to the decline or extinction of native species, reducing overall biodiversity in an ecosystem.</a:t>
            </a:r>
            <a:br/>
            <a:r>
              <a:t>- Invasive species may also introduce novel diseases or predators, further impacting the stability and resilience of native species populations.</a:t>
            </a:r>
            <a:br/>
            <a:r>
              <a:t>- The long-term effects of invasive species on native biodiversity can have cascading impacts on ecosystem health, food webs, and ecological interactions.</a:t>
            </a:r>
            <a:br/>
            <a:br/>
            <a:r>
              <a:t>Sources: [12]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"Sustainable Resource Management Strategies"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Sustainable resource management involves using resources in a way that meets current needs without compromising the ability of future generations to meet their own needs.</a:t>
            </a:r>
            <a:br/>
            <a:r>
              <a:t>- Some key strategies for sustainable resource management include reducing waste, promoting recycling and reuse, implementing renewable energy sources, practicing sustainable agriculture, and protecting natural habitats.</a:t>
            </a:r>
            <a:br/>
            <a:r>
              <a:t>- Responsible use of natural resources is essential for sustainability and biodiversity conservation.</a:t>
            </a:r>
            <a:br/>
            <a:r>
              <a:t>- Effective resource management involves promoting renewable energy, efficient resource use, and minimizing environmental impacts.</a:t>
            </a:r>
            <a:br/>
            <a:br/>
            <a:r>
              <a:t>Sources: [13]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Link Between Biodiversity and Human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Invasive species can disrupt ecosystems by outcompeting native species, predating on them, or introducing diseases, leading to a decrease in biodiversity.</a:t>
            </a:r>
            <a:br/>
            <a:r>
              <a:t>- The loss of native species diversity due to invasive species can have cascading effects on ecosystem functioning and resilience.</a:t>
            </a:r>
            <a:br/>
            <a:r>
              <a:t>- Managing invasive species is crucial for biodiversity conservation and ecosystem stability.</a:t>
            </a:r>
            <a:br/>
            <a:r>
              <a:t>- Introducing biosecurity measures and early detection systems can help prevent the spread of invasive species and protect native biodiversity.</a:t>
            </a:r>
            <a:br/>
            <a:br/>
            <a:r>
              <a:t>Sources: [14]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"Successes &amp; Challenges in Biodiversity Conservation"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Conservation efforts should also consider the importance of preserving ecosystem services provided by biodiversity, such as soil fertility, nutrient cycling, and climate regulation.</a:t>
            </a:r>
            <a:br/>
            <a:r>
              <a:t>- Collaborative partnerships between local communities, governments, and conservation organizations are essential for addressing complex conservation challenges and implementing effective solutions.</a:t>
            </a:r>
            <a:br/>
            <a:r>
              <a:t>- Integrating traditional ecological knowledge and modern scientific research can enhance biodiversity conservation strategies and promote sustainable resource management practices.</a:t>
            </a:r>
            <a:br/>
            <a:r>
              <a:t>- Monitoring and evaluation of conservation programs are critical for assessing their effectiveness, adapting to changing circumstances, and informing future conservation initiatives.</a:t>
            </a:r>
            <a:br/>
            <a:br/>
            <a:r>
              <a:t>Sources: [15]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[8] Ecosystem Services Provided by Biodiversity - https://www.worldwildlife.org/threats/deforestation-and-forest-degradation</a:t>
            </a:r>
            <a:br/>
            <a:r>
              <a:t>[9] Major Threats to Biodiversity - https://www.worldwildlife.org/threats</a:t>
            </a:r>
            <a:br/>
            <a:r>
              <a:t>[10] The Significance of Genetic Diversity in Conservation Efforts - https://www.iucn.org/resources/issues-briefs/genetic-diversity-and-conservation</a:t>
            </a:r>
            <a:br/>
            <a:r>
              <a:t>[11] The Importance of Biodiversity Conservation - https://www.worldwildlife.org/threats/importance-of-biodiversity</a:t>
            </a:r>
            <a:br/>
            <a:r>
              <a:t>[12] Impact of Invasive Species on Biodiversity - https://www.nationalgeographic.org/encyclopedia/invasive-species/</a:t>
            </a:r>
            <a:br/>
            <a:r>
              <a:t>[13] Strategies for Sustainable Resource Management - https://www.nature.org/en-us/what-we-do/our-insights/perspectives/strategies-for-sustainable-resource-management/</a:t>
            </a:r>
            <a:br/>
            <a:r>
              <a:t>[14] Effects of Invasive Species on Biodiversity - https://www.nationalgeographic.org/encyclopedia/invasive-species/</a:t>
            </a:r>
            <a:br/>
            <a:r>
              <a:t>[15] Strategies for Sustainable Resource Management - https://www.nature.org/en-us/what-we-do/our-insights/perspectives/strategies-for-sustainable-resource-management/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