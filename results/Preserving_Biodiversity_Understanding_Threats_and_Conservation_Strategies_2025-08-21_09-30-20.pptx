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Preserving Biodiversity: Understanding Threats and Conservation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Importance of Biodiversity in Ecosystem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Biodiversity plays a crucial role in maintaining the health and stability of ecosystems.</a:t>
            </a:r>
            <a:br/>
            <a:r>
              <a:t>- Some of the major threats to biodiversity include deforestation, climate change, habitat loss, pollution, and overexploitation of natural resources.</a:t>
            </a:r>
            <a:br/>
            <a:r>
              <a:t>- Deforestation has a significant impact on biodiversity as it leads to the loss of habitats for countless species.</a:t>
            </a:r>
            <a:br/>
            <a:r>
              <a:t>- Ecosystem services provided by biodiversity are essential for human well-being and the functioning of ecosystems.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Threats to Biodiversity: Deforestation, Climate Change,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Water pollution can harm aquatic ecosystems, leading to declines in fish populations and other aquatic species.</a:t>
            </a:r>
            <a:br/>
            <a:r>
              <a:t>- Air pollution can have detrimental effects on plant life, affecting the food chain and overall ecosystem health.</a:t>
            </a:r>
            <a:br/>
            <a:r>
              <a:t>- Soil pollution can disrupt soil microorganisms and plant growth, further impacting biodiversity.</a:t>
            </a:r>
            <a:br/>
            <a:r>
              <a:t>- Pollution can also result in the loss of biodiversity by contributing to the decline of certain species and disrupting ecosystem balance.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Deforestation on Biodiversity: Loss and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loss disrupts the balance of species within ecosystems, leading to population declines and potential extinctions.</a:t>
            </a:r>
            <a:br/>
            <a:r>
              <a:t>- Destruction or fragmentation of habitats can result in species being unable to find food, shelter, or mates, further contributing to biodiversity loss.</a:t>
            </a:r>
            <a:br/>
            <a:r>
              <a:t>- Loss of habitat can impact the overall health and resilience of ecosystems, making them more vulnerable to other threats like climate change and pollution.</a:t>
            </a:r>
            <a:br/>
            <a:r>
              <a:t>- Habitat loss can have cascading effects on ecosystem functions and services, affecting the stability and sustainability of natural systems.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Climate Change Effects: Species Balance &amp; Habitat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 change can result in shifts in species distributions as habitats become unsuitable for certain species.</a:t>
            </a:r>
            <a:br/>
            <a:r>
              <a:t>- Habitat loss due to climate change can lead to increased competition for resources among species.</a:t>
            </a:r>
            <a:br/>
            <a:r>
              <a:t>- Changing precipitation patterns can further exacerbate habitat loss and fragmentation, impacting species that rely on specific water sources.</a:t>
            </a:r>
            <a:br/>
            <a:r>
              <a:t>- Extreme weather events, such as hurricanes and droughts, can directly destroy habitats and disrupt ecosystem functions.</a:t>
            </a:r>
            <a:br/>
            <a:r>
              <a:t>- The loss of habitats like coral reefs and mangroves due to climate change can have widespread impacts on marine biodiversity.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Conservation Strategies: Protected Areas &amp; Habitat Restoration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Protected areas provide a refuge for species to adapt to changing conditions and reduce the risk of extinction.</a:t>
            </a:r>
            <a:br/>
            <a:r>
              <a:t>- Habitat restoration involves restoring degraded habitats to their natural state to support biodiversity.</a:t>
            </a:r>
            <a:br/>
            <a:r>
              <a:t>- Sustainable land management practices, such as reforestation and sustainable agriculture, can help sequester carbon and reduce greenhouse gas emissions.</a:t>
            </a:r>
            <a:br/>
            <a:r>
              <a:t>- Establishing wildlife corridors can help connect fragmented habitats and facilitate species movement in response to climate change.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Vital Role of Genetic Diversity"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diversity is crucial for the long-term survival of species in changing environments</a:t>
            </a:r>
            <a:br/>
            <a:r>
              <a:t>- High genetic diversity within a species increases its ability to adapt to new conditions</a:t>
            </a:r>
            <a:br/>
            <a:r>
              <a:t>- Genetic variation allows for resistance to diseases and pests, enhancing overall population health</a:t>
            </a:r>
            <a:br/>
            <a:r>
              <a:t>- Example: The genetic diversity in wild rice species has led to the development of disease-resistant cultivated rice varieties</a:t>
            </a:r>
            <a:br/>
            <a:r>
              <a:t>- Genetic diversity also promotes evolutionary potential, enabling species to respond to environmental challenges and thrive in diverse ecosystems.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Habitat Loss on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Loss of habitat due to deforestation can lead to population declines and extinctions in numerous species</a:t>
            </a:r>
            <a:br/>
            <a:r>
              <a:t>- Habitat destruction disrupts the ability of species to find food, shelter, and mates, further exacerbating population declines</a:t>
            </a:r>
            <a:br/>
            <a:r>
              <a:t>- Fragmentation of habitats hinders species' movement and genetic exchange, impacting their long-term survival</a:t>
            </a:r>
            <a:br/>
            <a:r>
              <a:t>- The loss of biodiversity resulting from habitat loss can have cascading effects on ecosystem health and stability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Impacts of Pollution on Biodiversity: Environmental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Air pollution can harm plants and animals through the deposition of pollutants on their habitats, affecting their health and survival</a:t>
            </a:r>
            <a:br/>
            <a:r>
              <a:t>- Water pollution can lead to the contamination of aquatic ecosystems, impacting the organisms living in these habitats</a:t>
            </a:r>
            <a:br/>
            <a:r>
              <a:t>- Soil contamination from pollutants like heavy metals can have long-lasting negative effects on soil microorganisms and plant growth</a:t>
            </a:r>
            <a:br/>
            <a:r>
              <a:t>- Pollution disrupts the delicate balance of ecosystems, leading to declines in biodiversity and overall ecosystem health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Importance of Ecosystem Services Provided by Biodiversity - https://www.nature.com/scitable/knowledge/library/ecosystem-services-13235090/</a:t>
            </a:r>
            <a:br/>
            <a:r>
              <a:t>[41] Impact of Pollution on Biodiversity - https://www.nwf.org/Our-Work/Watersheds-and-Freshwater/Polluted-Runoff/What-is-Water-Pollution</a:t>
            </a:r>
            <a:br/>
            <a:r>
              <a:t>[42] How Habitat Loss Affects Ecosystems - https://www.nationalgeographic.org/encyclopedia/habitat-loss/</a:t>
            </a:r>
            <a:br/>
            <a:r>
              <a:t>[43] Major Threats to Biodiversity - https://www.worldwildlife.org/threats</a:t>
            </a:r>
            <a:br/>
            <a:r>
              <a:t>[44] Strategies for Mitigating Climate Change Effects on Biodiversity - https://www.iucn.org/resources/issues-briefs/biodiversity-and-climate-change-mitigation</a:t>
            </a:r>
            <a:br/>
            <a:r>
              <a:t>[45] Importance of Biodiversity in Ecosystems - https://www.nature.org/en-us/what-we-do/our-insights/perspectives/importance-of-biodiversity/</a:t>
            </a:r>
            <a:br/>
            <a:r>
              <a:t>[46] Effects of Deforestation on Biodiversity - https://www.worldwildlife.org/threats/deforestation</a:t>
            </a:r>
            <a:br/>
            <a:r>
              <a:t>[47] Types of Pollution that Impact Biodiversity - https://www.nature.com/scitable/knowledge/library/pollution-and-biodiversity-25844299/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