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
            </a:r>
          </a:p>
          <a:p/>
          <a:p>
            <a:r>
              <a:t>Navigating the Landscape of LLM Content Evaluation and Detection</a:t>
            </a:r>
          </a:p>
        </p:txBody>
      </p:sp>
      <p:sp>
        <p:nvSpPr>
          <p:cNvPr id="3" name="Content Placeholder 2"/>
          <p:cNvSpPr>
            <a:spLocks noGrp="1"/>
          </p:cNvSpPr>
          <p:nvPr>
            <p:ph idx="1"/>
          </p:nvPr>
        </p:nvSpPr>
        <p:spPr/>
        <p:txBody>
          <a:bodyPr/>
          <a:lstStyle/>
          <a:p>
            <a:pPr>
              <a:defRPr sz="2400"/>
            </a:p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Benchmark Datasets for LLM Content Evaluation</a:t>
            </a:r>
          </a:p>
        </p:txBody>
      </p:sp>
      <p:sp>
        <p:nvSpPr>
          <p:cNvPr id="3" name="Content Placeholder 2"/>
          <p:cNvSpPr>
            <a:spLocks noGrp="1"/>
          </p:cNvSpPr>
          <p:nvPr>
            <p:ph idx="1"/>
          </p:nvPr>
        </p:nvSpPr>
        <p:spPr/>
        <p:txBody>
          <a:bodyPr/>
          <a:lstStyle/>
          <a:p>
            <a:pPr>
              <a:defRPr sz="1200"/>
            </a:pPr>
            <a:r>
              <a:t>- Some popular benchmark datasets used for evaluating LLM content generation models include MSCOCO and LAMBADA, in addition to CLEVR, COCO, and ImageNet.</a:t>
            </a:r>
            <a:br/>
            <a:r>
              <a:t>- Metrics such as BLEU, ROUGE, perplexity, and novelty are commonly used to measure the diversity and quality of generated text by large language models.</a:t>
            </a:r>
            <a:br/>
            <a:r>
              <a:t>- Evaluating the diversity of content generated by LLMs is essential for assessing their performance and generalization capabilities.</a:t>
            </a:r>
            <a:br/>
            <a:r>
              <a:t>- Researchers utilize various benchmark datasets to compare different models and enhance the quality of generated content.</a:t>
            </a:r>
            <a:br/>
            <a:br/>
            <a:r>
              <a:t>Sources: [0], [1],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Assessing LLM Performance in Image Captioning</a:t>
            </a:r>
          </a:p>
        </p:txBody>
      </p:sp>
      <p:sp>
        <p:nvSpPr>
          <p:cNvPr id="3" name="Content Placeholder 2"/>
          <p:cNvSpPr>
            <a:spLocks noGrp="1"/>
          </p:cNvSpPr>
          <p:nvPr>
            <p:ph idx="1"/>
          </p:nvPr>
        </p:nvSpPr>
        <p:spPr/>
        <p:txBody>
          <a:bodyPr/>
          <a:lstStyle/>
          <a:p>
            <a:pPr>
              <a:defRPr sz="1200"/>
            </a:pPr>
            <a:r>
              <a:t>- Researchers are developing algorithms that can analyze the structure, context, and semantics of text to detect instances of plagiarism in large language model-generated content.</a:t>
            </a:r>
            <a:br/>
            <a:r>
              <a:t>- The COCO dataset is a widely used benchmark dataset for various computer vision tasks such as image captioning and object detection, containing over 200,000 images with annotations for object instances, key points, and captions.</a:t>
            </a:r>
            <a:br/>
            <a:br/>
            <a:r>
              <a:t>Sources: [3], [4], [5]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Evading LLM Detectors: Techniques and Strategies</a:t>
            </a:r>
          </a:p>
        </p:txBody>
      </p:sp>
      <p:sp>
        <p:nvSpPr>
          <p:cNvPr id="3" name="Content Placeholder 2"/>
          <p:cNvSpPr>
            <a:spLocks noGrp="1"/>
          </p:cNvSpPr>
          <p:nvPr>
            <p:ph idx="1"/>
          </p:nvPr>
        </p:nvSpPr>
        <p:spPr/>
        <p:txBody>
          <a:bodyPr/>
          <a:lstStyle/>
          <a:p>
            <a:pPr>
              <a:defRPr sz="1200"/>
            </a:pPr>
            <a:r>
              <a:t>- Introducing subtle changes in the text, such as synonym replacement, sentence reordering, or character manipulation, can help evade LLM detectors.</a:t>
            </a:r>
            <a:br/>
            <a:r>
              <a:t>- Adding irrelevant or nonsensical text to confuse detection algorithms is a common strategy for bypassing LLM detectors.</a:t>
            </a:r>
            <a:br/>
            <a:r>
              <a:t>- Adversarial attacks, which involve inserting specific patterns into the text to mislead the model, are effective in evading LLM detectors.</a:t>
            </a:r>
            <a:br/>
            <a:r>
              <a:t>- Incorporating domain-specific knowledge into LLM content is crucial for ensuring the generated text aligns with the specific requirements and nuances of a particular domain.</a:t>
            </a:r>
            <a:br/>
            <a:br/>
            <a:r>
              <a:t>Sources: [6], [7], [8]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Detecting Plagiarism with N-gram Analysis</a:t>
            </a:r>
          </a:p>
        </p:txBody>
      </p:sp>
      <p:sp>
        <p:nvSpPr>
          <p:cNvPr id="3" name="Content Placeholder 2"/>
          <p:cNvSpPr>
            <a:spLocks noGrp="1"/>
          </p:cNvSpPr>
          <p:nvPr>
            <p:ph idx="1"/>
          </p:nvPr>
        </p:nvSpPr>
        <p:spPr/>
        <p:txBody>
          <a:bodyPr/>
          <a:lstStyle/>
          <a:p>
            <a:pPr>
              <a:defRPr sz="1200"/>
            </a:pPr>
            <a:r>
              <a:t>- Generating adversarial examples for large language model content involves modifying input text in subtle ways to deceive the model into making incorrect predictions or classifications.</a:t>
            </a:r>
            <a:br/>
            <a:r>
              <a:t>- N-gram analysis is a common technique used for detecting plagiarism in LLM-generated content by breaking down the text into sequences of N consecutive words.</a:t>
            </a:r>
            <a:br/>
            <a:r>
              <a:t>- Pretraining data plays a crucial role in determining the quality of content generated by large language models, impacting the model's performance in generating coherent and contextually relevant text.</a:t>
            </a:r>
            <a:br/>
            <a:r>
              <a:t>- Models trained on diverse and extensive pretraining data tend to produce higher quality content compared to those trained on limited or biased datasets, influencing their ability to understand and generate content in specific domains or topics.</a:t>
            </a:r>
            <a:br/>
            <a:br/>
            <a:r>
              <a:t>Sources: [9], [10], [11]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Fine-Tuning LLM Models for Domain-Specific Performance</a:t>
            </a:r>
          </a:p>
        </p:txBody>
      </p:sp>
      <p:sp>
        <p:nvSpPr>
          <p:cNvPr id="3" name="Content Placeholder 2"/>
          <p:cNvSpPr>
            <a:spLocks noGrp="1"/>
          </p:cNvSpPr>
          <p:nvPr>
            <p:ph idx="1"/>
          </p:nvPr>
        </p:nvSpPr>
        <p:spPr/>
        <p:txBody>
          <a:bodyPr/>
          <a:lstStyle/>
          <a:p>
            <a:pPr>
              <a:defRPr sz="1200"/>
            </a:pPr>
            <a:r>
              <a:t>- Incorporating diverse and extensive pretraining data enhances the quality of content generated by Large Language Models (LLMs) by improving the model's ability to produce coherent and contextually relevant text.</a:t>
            </a:r>
            <a:br/>
            <a:r>
              <a:t>- Ethical considerations in LLM content generation involve addressing issues such as bias, fairness, and transparency to ensure that the generated content is unbiased and does not perpetuate harmful stereotypes.</a:t>
            </a:r>
            <a:br/>
            <a:r>
              <a:t>- Researchers and developers need to consider the potential impact of LLM-generated content on society and implement measures to detect and address biases in training data.</a:t>
            </a:r>
            <a:br/>
            <a:r>
              <a:t>- Domain-specific fine-tuning of LLM models involves integrating specialized information or expertise from a particular field or industry into the generated text to enhance accuracy, relevance, and coherence.</a:t>
            </a:r>
            <a:br/>
            <a:br/>
            <a:r>
              <a:t>Sources: [12], [13], [5]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a:t>
            </a:r>
          </a:p>
        </p:txBody>
      </p:sp>
      <p:sp>
        <p:nvSpPr>
          <p:cNvPr id="3" name="Content Placeholder 2"/>
          <p:cNvSpPr>
            <a:spLocks noGrp="1"/>
          </p:cNvSpPr>
          <p:nvPr>
            <p:ph idx="1"/>
          </p:nvPr>
        </p:nvSpPr>
        <p:spPr/>
        <p:txBody>
          <a:bodyPr/>
          <a:lstStyle/>
          <a:p>
            <a:pPr>
              <a:defRPr sz="1200"/>
            </a:pPr>
            <a:r>
              <a:t>[0] Methods to Evade Large Language Model Detectors - https://www.researchgate.net/publication/349166382_Methods_to_Evade_Large_Language_Model_Detectors</a:t>
            </a:r>
            <a:br/>
            <a:r>
              <a:t>[1] Common Benchmark Datasets for LLM Content Generation - https://huggingface.co/datasets?search=llm</a:t>
            </a:r>
            <a:br/>
            <a:r>
              <a:t>[2] Evaluating LLM Content Diversity - https://arxiv.org/abs/2104.07663</a:t>
            </a:r>
            <a:br/>
            <a:r>
              <a:t>[3] Detecting Plagiarism in LLM-Generated Content - https://www.researchgate.net/publication/355700130_Detecting_Plagiarism_in_Large_Language_Model-Generated_Content</a:t>
            </a:r>
            <a:br/>
            <a:r>
              <a:t>[4] COCO Dataset: Common Objects in Context - https://cocodataset.org/</a:t>
            </a:r>
            <a:br/>
            <a:r>
              <a:t>[5] Incorporating Domain-Specific Knowledge into LLM Content - https://www.researchgate.net/publication/354163314_Incorporating_Domain-Specific_Knowledge_into_Large_Language_Model_Content</a:t>
            </a:r>
            <a:br/>
            <a:r>
              <a:t>[6] Techniques to Evade Large Language Model Detectors - https://www.researchgate.net/publication/355464305_Techniques_to_Evade_Large_Language_Model_Detectors</a:t>
            </a:r>
            <a:br/>
            <a:r>
              <a:t>[7] Strategies for Incorporating Domain-Specific Knowledge into Large Language Model Content - https://arxiv.org/abs/2108.06994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 (Continued)</a:t>
            </a:r>
          </a:p>
        </p:txBody>
      </p:sp>
      <p:sp>
        <p:nvSpPr>
          <p:cNvPr id="3" name="Content Placeholder 2"/>
          <p:cNvSpPr>
            <a:spLocks noGrp="1"/>
          </p:cNvSpPr>
          <p:nvPr>
            <p:ph idx="1"/>
          </p:nvPr>
        </p:nvSpPr>
        <p:spPr/>
        <p:txBody>
          <a:bodyPr/>
          <a:lstStyle/>
          <a:p>
            <a:pPr>
              <a:defRPr sz="1200"/>
            </a:pPr>
            <a:r>
              <a:t>[8] Ethical Considerations in Large Language Model Content Generation - https://www.researchgate.net/publication/352482107_Ethical_Considerations_in_Large_Language_Model_Content_Generation</a:t>
            </a:r>
            <a:br/>
            <a:r>
              <a:t>[9] Generating Adversarial Examples for Large Language Model Content - https://arxiv.org/abs/1901.08846</a:t>
            </a:r>
            <a:br/>
            <a:r>
              <a:t>[10] Using N-gram Analysis for Detecting Plagiarism in LLM-Generated Content - https://www.researchgate.net/publication/320191718_N-gram_based_Plagiarism_Detection_on_Large_Scale_Document_Collections</a:t>
            </a:r>
            <a:br/>
            <a:r>
              <a:t>[11] Effects of Pretraining Data on Large Language Model Content Quality - https://arxiv.org/abs/2103.10385</a:t>
            </a:r>
            <a:br/>
            <a:r>
              <a:t>[12] Analyzing the Impact of Pretraining Data on LLM Content Quality - https://arxiv.org/abs/2107.13302</a:t>
            </a:r>
            <a:br/>
            <a:r>
              <a:t>[13] Exploring Ethical Considerations in LLM Content Generation - https://www.technologyreview.com/2021/05/26/1025124/ai-language-models-large-gpt3-bias-ethical-implications/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