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/>
            </a:r>
          </a:p>
          <a:p/>
          <a:p>
            <a:r>
              <a:t>Biodiversity Conservation: Protecting Life for a Sustainable Future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"Biodiversity: Key to Ecosystem Stability"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- Biodiversity conservation also promotes cultural heritage preservation and sustainable tourism practices.</a:t>
            </a:r>
            <a:br/>
            <a:r>
              <a:t>- Conserving genetic diversity is essential for the adaptability and resilience of species in changing environments.</a:t>
            </a:r>
            <a:br/>
            <a:br/>
            <a:r>
              <a:t>Sources: [16]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Essential Ecosystem Services of Biodiversity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00"/>
            </a:pPr>
            <a:r>
              <a:t>- Biodiversity plays a crucial role in nutrient cycling and soil formation, which are essential for maintaining ecosystem health and productivity.</a:t>
            </a:r>
            <a:br/>
            <a:r>
              <a:t>- Recreational and cultural activities, such as birdwatching and traditional practices, are supported by biodiversity, enhancing the well-being of communities.</a:t>
            </a:r>
            <a:br/>
            <a:r>
              <a:t>- The provision of food, medicine, and raw materials by biodiversity highlights its direct contributions to human health and economic development.</a:t>
            </a:r>
            <a:br/>
            <a:r>
              <a:t>- Biodiversity conservation efforts also contribute to sustainable tourism practices and the preservation of cultural heritage sites.</a:t>
            </a:r>
            <a:br/>
            <a:br/>
            <a:r>
              <a:t>Sources: [17]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Human Health Benefits of Biodiversity Conservation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00"/>
            </a:pPr>
            <a:r>
              <a:t>- Traditional medicine, derived from indigenous knowledge, relies on the use of medicinal plants found in biodiverse ecosystems, showcasing the importance of biodiversity in supporting healthcare practices.</a:t>
            </a:r>
            <a:br/>
            <a:r>
              <a:t>- Indigenous communities possess deep knowledge of the medicinal properties of various plant species, highlighting the critical role of biodiversity in preserving traditional medicine passed down through generations.</a:t>
            </a:r>
            <a:br/>
            <a:br/>
            <a:r>
              <a:t>Sources: [18]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"Habitat Destruction: Threat to Biodiversity"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- Invasive species can outcompete native species for resources, prey on native species, and alter habitats, leading to a decrease in overall ecosystem diversity and disrupting species interactions.</a:t>
            </a:r>
            <a:br/>
            <a:r>
              <a:t>- Invasive species are recognized as a significant threat to biodiversity globally, contributing to ecosystem imbalances and species extinctions.</a:t>
            </a:r>
            <a:br/>
            <a:br/>
            <a:r>
              <a:t>Sources: [19]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Impact of Climate Change on Biodiversity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- Rising temperatures, changing weather patterns, and extreme events such as hurricanes and wildfires disrupt ecosystems, leading to habitat loss and species extinction.</a:t>
            </a:r>
            <a:br/>
            <a:r>
              <a:t>- Global warming affects the distribution and abundance of many plant and animal species, impacting biodiversity at a global scale.</a:t>
            </a:r>
            <a:br/>
            <a:br/>
            <a:r>
              <a:t>Sources: [20]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"Pollution &amp; Overexploitation: Biodiversity Impact"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00"/>
            </a:pPr>
            <a:r>
              <a:t>- Habitat destruction is one of the primary threats to biodiversity, leading to the loss of ecosystems and the species that depend on them.</a:t>
            </a:r>
            <a:br/>
            <a:r>
              <a:t>- Climate change is also a significant threat, impacting biodiversity through changes in temperature, precipitation, and sea levels.</a:t>
            </a:r>
            <a:br/>
            <a:r>
              <a:t>- Pollution from various sources can harm species and ecosystems.</a:t>
            </a:r>
            <a:br/>
            <a:r>
              <a:t>- Overexploitation of resources can lead to the decline or extinction of species.</a:t>
            </a:r>
            <a:br/>
            <a:r>
              <a:t>- Invasive species can outcompete native species, disrupt ecosystems, and contribute to biodiversity loss.</a:t>
            </a:r>
            <a:br/>
            <a:br/>
            <a:r>
              <a:t>Sources: [21]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"Ecosystem Services: Air &amp; Water Purification"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00"/>
            </a:pPr>
            <a:r>
              <a:t>- Biodiversity supports air and water purification through nutrient cycling and filtration processes.</a:t>
            </a:r>
            <a:br/>
            <a:r>
              <a:t>- The presence of diverse plant species in wetlands aids in filtering pollutants from water, enhancing water quality and supporting aquatic life.</a:t>
            </a:r>
            <a:br/>
            <a:r>
              <a:t>- Genetic diversity within species is essential for their long-term survival and adaptability to changing environments.</a:t>
            </a:r>
            <a:br/>
            <a:r>
              <a:t>- Ecotourism promotes biodiversity conservation by providing economic incentives and involving local communities in sustainable tourism practices.</a:t>
            </a:r>
            <a:br/>
            <a:br/>
            <a:r>
              <a:t>Sources: [22]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Title: Pollination and Crop Production Support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00"/>
            </a:pPr>
            <a:r>
              <a:t>- Biodiversity supports air and water purification through nutrient cycling and filtration processes.</a:t>
            </a:r>
            <a:br/>
            <a:r>
              <a:t>- The presence of diverse plant species in wetlands aids in filtering pollutants from water, enhancing water quality and supporting aquatic life.</a:t>
            </a:r>
            <a:br/>
            <a:r>
              <a:t>- Genetic diversity within species is essential for their long-term survival and adaptability to changing environments.</a:t>
            </a:r>
            <a:br/>
            <a:r>
              <a:t>- Ecotourism promotes biodiversity conservation by providing economic incentives and involving local communities in sustainable tourism practices.</a:t>
            </a:r>
            <a:br/>
            <a:r>
              <a:t>- Biodiversity plays a crucial role in providing various ecosystem services that are essential for human well-being, including regulating climate, controlling pests and diseases, and supporting nutrient cycling.</a:t>
            </a:r>
            <a:br/>
            <a:br/>
            <a:r>
              <a:t>Sources: [23]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Sources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00"/>
            </a:pPr>
            <a:r>
              <a:t>[16] Benefits of Biodiversity Conservation - https://www.worldwildlife.org/threats/benefits-of-biodiversity</a:t>
            </a:r>
            <a:br/>
            <a:r>
              <a:t>[17] Ecosystem Services Provided by Biodiversity - https://www.nature.org/en-us/what-we-do/our-insights/perspectives/ecosystem-services-and-biodiversity/</a:t>
            </a:r>
            <a:br/>
            <a:r>
              <a:t>[18] Traditional Medicine and Biodiversity Conservation - https://www.iucn.org/resources/issues-briefs/traditional-medicine-and-biodiversity-conservation</a:t>
            </a:r>
            <a:br/>
            <a:r>
              <a:t>[19] Invasive Species Impact on Biodiversity - https://www.nationalgeographic.org/encyclopedia/invasive-species/</a:t>
            </a:r>
            <a:br/>
            <a:r>
              <a:t>[20] Climate Change as a Threat to Biodiversity - https://www.worldwildlife.org/threats/climate-change</a:t>
            </a:r>
            <a:br/>
            <a:r>
              <a:t>[21] Major Threats to Biodiversity - https://www.worldwildlife.org/threats</a:t>
            </a:r>
            <a:br/>
            <a:r>
              <a:t>[22] Medicinal Resources from Biodiversity - https://www.ncbi.nlm.nih.gov/pmc/articles/PMC3249929/</a:t>
            </a:r>
            <a:br/>
            <a:r>
              <a:t>[23] Importance of Biodiversity in Providing Ecosystem Services - https://www.nature.org/en-us/what-we-do/our-insights/perspectives/importance-of-biodiversity/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