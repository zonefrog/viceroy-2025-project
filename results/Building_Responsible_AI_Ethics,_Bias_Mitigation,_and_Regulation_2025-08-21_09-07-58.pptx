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Building Responsible AI: Ethics, Bias Mitigation, and Regulation</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Ethics in AI Development: Creating Responsible Systems</a:t>
            </a:r>
          </a:p>
        </p:txBody>
      </p:sp>
      <p:sp>
        <p:nvSpPr>
          <p:cNvPr id="3" name="Content Placeholder 2"/>
          <p:cNvSpPr>
            <a:spLocks noGrp="1"/>
          </p:cNvSpPr>
          <p:nvPr>
            <p:ph idx="1"/>
          </p:nvPr>
        </p:nvSpPr>
        <p:spPr/>
        <p:txBody>
          <a:bodyPr/>
          <a:lstStyle/>
          <a:p>
            <a:pPr>
              <a:defRPr sz="1200"/>
            </a:pPr>
            <a:r>
              <a:t>- Social impact assessment of AI involves evaluating the effects of artificial intelligence technologies on society, including issues such as job displacement, privacy concerns, and bias in decision-making.</a:t>
            </a:r>
            <a:br/>
            <a:r>
              <a:t>- It aims to identify potential risks and benefits of AI implementation to inform ethical decision-making and policy development.</a:t>
            </a:r>
            <a:br/>
            <a:r>
              <a:t>- Evaluating the societal implications of AI technologies is crucial for understanding the broader impact of these systems on individuals, communities, and society as a whole.</a:t>
            </a:r>
            <a:br/>
            <a:r>
              <a:t>- By considering the social impact of AI, developers and policymakers can proactively address ethical concerns and ensure that AI technologies align with societal values and norms.</a:t>
            </a:r>
            <a:br/>
            <a:br/>
            <a:r>
              <a:t>Sources: [32]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Mitigating Bias in AI Systems: Key Strategies</a:t>
            </a:r>
          </a:p>
        </p:txBody>
      </p:sp>
      <p:sp>
        <p:nvSpPr>
          <p:cNvPr id="3" name="Content Placeholder 2"/>
          <p:cNvSpPr>
            <a:spLocks noGrp="1"/>
          </p:cNvSpPr>
          <p:nvPr>
            <p:ph idx="1"/>
          </p:nvPr>
        </p:nvSpPr>
        <p:spPr/>
        <p:txBody>
          <a:bodyPr/>
          <a:lstStyle/>
          <a:p>
            <a:pPr>
              <a:defRPr sz="1200"/>
            </a:pPr>
            <a:r>
              <a:t>- Implementing bias mitigation strategies in AI systems is essential to ensure fair and equitable outcomes, reducing the risk of reinforcing existing inequalities.</a:t>
            </a:r>
            <a:br/>
            <a:r>
              <a:t>- Algorithmic audits play a crucial role in assessing the fairness and transparency of AI algorithms, helping developers identify and address biases in decision-making processes.</a:t>
            </a:r>
            <a:br/>
            <a:r>
              <a:t>- In addition to bias detection tools, promoting diverse team composition within AI development teams can offer varied perspectives and insights to mitigate biases effectively.</a:t>
            </a:r>
            <a:br/>
            <a:r>
              <a:t>- By incorporating dataset diversification practices, developers can minimize the impact of biased training data, enhancing the overall integrity and fairness of AI systems.</a:t>
            </a:r>
            <a:br/>
            <a:br/>
            <a:r>
              <a:t>Sources: [33]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Principles of Responsible AI Development</a:t>
            </a:r>
          </a:p>
        </p:txBody>
      </p:sp>
      <p:sp>
        <p:nvSpPr>
          <p:cNvPr id="3" name="Content Placeholder 2"/>
          <p:cNvSpPr>
            <a:spLocks noGrp="1"/>
          </p:cNvSpPr>
          <p:nvPr>
            <p:ph idx="1"/>
          </p:nvPr>
        </p:nvSpPr>
        <p:spPr/>
        <p:txBody>
          <a:bodyPr/>
          <a:lstStyle/>
          <a:p>
            <a:pPr>
              <a:defRPr sz="1200"/>
            </a:pPr>
            <a:r>
              <a:t>- Stakeholders in responsible AI development include developers, policymakers, ethicists, and end-users, each playing a crucial role in promoting ethical practices and ensuring transparency in AI technology.</a:t>
            </a:r>
            <a:br/>
            <a:r>
              <a:t>- Developers are responsible for prioritizing ethical considerations in the design and implementation of AI systems, emphasizing the importance of fairness, accountability, and unbiased decision-making.</a:t>
            </a:r>
            <a:br/>
            <a:r>
              <a:t>- Policymakers play a key role in creating regulations and guidelines to govern the use of AI, protecting user rights, and promoting responsible AI development practices.</a:t>
            </a:r>
            <a:br/>
            <a:r>
              <a:t>- Ethicists provide guidance on moral implications and help shape best practices in AI technology, contributing to the development of ethical frameworks and standards for responsible AI implementation.</a:t>
            </a:r>
            <a:br/>
            <a:br/>
            <a:r>
              <a:t>Sources: [34]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Developers' Role in Ethical AI Design</a:t>
            </a:r>
          </a:p>
        </p:txBody>
      </p:sp>
      <p:sp>
        <p:nvSpPr>
          <p:cNvPr id="3" name="Content Placeholder 2"/>
          <p:cNvSpPr>
            <a:spLocks noGrp="1"/>
          </p:cNvSpPr>
          <p:nvPr>
            <p:ph idx="1"/>
          </p:nvPr>
        </p:nvSpPr>
        <p:spPr/>
        <p:txBody>
          <a:bodyPr/>
          <a:lstStyle/>
          <a:p>
            <a:pPr>
              <a:defRPr sz="1200"/>
            </a:pPr>
            <a:r>
              <a:t>- Developers should prioritize the incorporation of fairness, transparency, and accountability in AI system design to ensure ethical decision-making processes.</a:t>
            </a:r>
            <a:br/>
            <a:r>
              <a:t>- Policymakers are essential in establishing regulations and guidelines to safeguard user rights and promote responsible AI development practices.</a:t>
            </a:r>
            <a:br/>
            <a:r>
              <a:t>- Ethicists contribute by providing guidance on moral implications and shaping best practices in AI technology through the development of ethical frameworks and standards.</a:t>
            </a:r>
            <a:br/>
            <a:r>
              <a:t>- Collaborative efforts among developers, policymakers, ethicists, and end-users are crucial for promoting ethical practices and ensuring transparency in AI technology.</a:t>
            </a:r>
            <a:br/>
            <a:br/>
            <a:r>
              <a:t>Sources: [35]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Regulating AI Development: Policymakers' Key Role</a:t>
            </a:r>
          </a:p>
        </p:txBody>
      </p:sp>
      <p:sp>
        <p:nvSpPr>
          <p:cNvPr id="3" name="Content Placeholder 2"/>
          <p:cNvSpPr>
            <a:spLocks noGrp="1"/>
          </p:cNvSpPr>
          <p:nvPr>
            <p:ph idx="1"/>
          </p:nvPr>
        </p:nvSpPr>
        <p:spPr/>
        <p:txBody>
          <a:bodyPr/>
          <a:lstStyle/>
          <a:p>
            <a:pPr>
              <a:defRPr sz="1200"/>
            </a:pPr>
            <a:r>
              <a:t>- Data governance in AI involves establishing policies, procedures, and controls to ensure data quality, security, and compliance with regulations, aiming to prevent bias, ensure transparency, and maintain trust in the technology.</a:t>
            </a:r>
            <a:br/>
            <a:r>
              <a:t>- Regulations and guidelines set by policymakers play a crucial role in safeguarding user rights and promoting responsible AI development practices, contributing to the ethical and transparent use of AI systems.</a:t>
            </a:r>
            <a:br/>
            <a:r>
              <a:t>- Policymakers work to balance innovation with societal values and norms in AI development, emphasizing the importance of ethical considerations and fairness in the deployment of AI technology.</a:t>
            </a:r>
            <a:br/>
            <a:r>
              <a:t>- Examples of regulations may include guidelines on data privacy, algorithm transparency, bias mitigation, and other aspects that help ensure the ethical, transparent, and fair development of AI systems.</a:t>
            </a:r>
            <a:br/>
            <a:br/>
            <a:r>
              <a:t>Sources: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Engaging Ethicists and End-Users in AI Responsibility</a:t>
            </a:r>
          </a:p>
        </p:txBody>
      </p:sp>
      <p:sp>
        <p:nvSpPr>
          <p:cNvPr id="3" name="Content Placeholder 2"/>
          <p:cNvSpPr>
            <a:spLocks noGrp="1"/>
          </p:cNvSpPr>
          <p:nvPr>
            <p:ph idx="1"/>
          </p:nvPr>
        </p:nvSpPr>
        <p:spPr/>
        <p:txBody>
          <a:bodyPr/>
          <a:lstStyle/>
          <a:p>
            <a:pPr>
              <a:defRPr sz="1200"/>
            </a:pPr>
            <a:r>
              <a:t>- Ethicists provide guidance on moral implications and help shape best practices in AI development</a:t>
            </a:r>
            <a:br/>
            <a:r>
              <a:t>- End-users should be informed about AI systems and have a say in how they are used</a:t>
            </a:r>
            <a:br/>
            <a:r>
              <a:t>- Responsible AI implementation involves considering the perspectives of ethicists and end-users</a:t>
            </a:r>
            <a:br/>
            <a:r>
              <a:t>- Examples include involving ethicists in AI system design and obtaining feedback from end-users during development</a:t>
            </a:r>
            <a:br/>
            <a:r>
              <a:t>- Ethicists and end-users play crucial roles in ensuring the ethical development and responsible implementation of AI technologies</a:t>
            </a:r>
            <a:br/>
            <a:r>
              <a:t>- Engaging ethicists can help anticipate and address potential ethical dilemmas, while involving end-users promotes transparency and accountability in AI systems.</a:t>
            </a:r>
            <a:br/>
            <a:br/>
            <a:r>
              <a:t>Sources: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Ethical Data Management Frameworks &amp; Processes</a:t>
            </a:r>
          </a:p>
        </p:txBody>
      </p:sp>
      <p:sp>
        <p:nvSpPr>
          <p:cNvPr id="3" name="Content Placeholder 2"/>
          <p:cNvSpPr>
            <a:spLocks noGrp="1"/>
          </p:cNvSpPr>
          <p:nvPr>
            <p:ph idx="1"/>
          </p:nvPr>
        </p:nvSpPr>
        <p:spPr/>
        <p:txBody>
          <a:bodyPr/>
          <a:lstStyle/>
          <a:p>
            <a:pPr>
              <a:defRPr sz="1200"/>
            </a:pPr>
            <a:r>
              <a:t>- Algorithmic transparency is essential for accountability and ethical decision-making in AI systems</a:t>
            </a:r>
            <a:br/>
            <a:r>
              <a:t>- It enables the identification of biases, errors, and unintended consequences in AI applications</a:t>
            </a:r>
            <a:br/>
            <a:r>
              <a:t>- Understanding the algorithms used in AI systems promotes fairness and transparency</a:t>
            </a:r>
            <a:br/>
            <a:r>
              <a:t>- Transparent algorithms help build trust with users and stakeholders</a:t>
            </a:r>
            <a:br/>
            <a:br/>
            <a:r>
              <a:t>Sources: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Strategies to Mitigate Bias in AI</a:t>
            </a:r>
          </a:p>
        </p:txBody>
      </p:sp>
      <p:sp>
        <p:nvSpPr>
          <p:cNvPr id="3" name="Content Placeholder 2"/>
          <p:cNvSpPr>
            <a:spLocks noGrp="1"/>
          </p:cNvSpPr>
          <p:nvPr>
            <p:ph idx="1"/>
          </p:nvPr>
        </p:nvSpPr>
        <p:spPr/>
        <p:txBody>
          <a:bodyPr/>
          <a:lstStyle/>
          <a:p>
            <a:pPr>
              <a:defRPr sz="1200"/>
            </a:pPr>
            <a:r>
              <a:t>- Algorithmic transparency enables organizations to address concerns related to bias, discrimination, and unintended consequences in AI applications</a:t>
            </a:r>
            <a:br/>
            <a:r>
              <a:t>- Providing visibility into how algorithms work and the data they use helps build trust with users and stakeholders</a:t>
            </a:r>
            <a:br/>
            <a:r>
              <a:t>- Transparent algorithms facilitate accountability and promote fairness in AI systems</a:t>
            </a:r>
            <a:br/>
            <a:r>
              <a:t>- Understanding the algorithms used in AI systems is crucial for ensuring ethical decision-making and responsible AI development</a:t>
            </a:r>
            <a:br/>
            <a:br/>
            <a:r>
              <a:t>Sources: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[32] The Social Impact Assessment of AI: A Comprehensive Guide - https://www.springer.com/gp/book/9789811555990</a:t>
            </a:r>
            <a:br/>
            <a:r>
              <a:t>[33] Strategies for Mitigating Bias in AI Systems - https://blog.fiddler.ai/2020/02/25/mitigating-bias-in-ai-systems/</a:t>
            </a:r>
            <a:br/>
            <a:r>
              <a:t>[34] The Role of Stakeholders in Responsible AI Development - https://www.forbes.com/sites/cognitiveworld/2019/08/13/the-role-of-stakeholders-in-responsible-ai-development/?sh=3f6a1b2f5f2a</a:t>
            </a:r>
            <a:br/>
            <a:r>
              <a:t>[35] Responsible AI Development: Ensuring Ethical and Fair Practices - https://www.ibm.com/watson/advantage-reports/responsible-ai-development/</a:t>
            </a:r>
            <a:br/>
            <a:r>
              <a:t>[36] Understanding Data Governance in AI - https://www.ibm.com/cloud/learn/data-governance-in-ai</a:t>
            </a:r>
            <a:br/>
            <a:r>
              <a:t>[37] The Social Impact of Artificial Intelligence - https://www.pwc.com/gx/en/issues/data-and-analytics/artificial-intelligence/what-is-the-impact-of-artificial-intelligence-on-society.html</a:t>
            </a:r>
            <a:br/>
            <a:r>
              <a:t>[38] The Importance of Algorithmic Transparency in AI - https://www.forbes.com/sites/forbestechcouncil/2020/02/20/the-importance-of-algorithmic-transparency-in-ai/?sh=713ae2fa2c5c</a:t>
            </a:r>
            <a:br/>
            <a:r>
              <a:t>[39] The Need for Algorithmic Transparency in AI Systems - https://www.weforum.org/agenda/2019/12/algorithmic-transparency-ai-accountability-fairness-ethics/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