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Advanced Techniques in LLM Content Generation, Detection, and Protection</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GLUE Benchmark Overview</a:t>
            </a:r>
          </a:p>
        </p:txBody>
      </p:sp>
      <p:sp>
        <p:nvSpPr>
          <p:cNvPr id="3" name="Content Placeholder 2"/>
          <p:cNvSpPr>
            <a:spLocks noGrp="1"/>
          </p:cNvSpPr>
          <p:nvPr>
            <p:ph idx="1"/>
          </p:nvPr>
        </p:nvSpPr>
        <p:spPr/>
        <p:txBody>
          <a:bodyPr/>
          <a:lstStyle/>
          <a:p>
            <a:pPr>
              <a:defRPr sz="1200"/>
            </a:pPr>
            <a:r>
              <a:t>- The General Language Understanding Evaluation (GLUE) benchmark is a comprehensive collection of diverse datasets designed to evaluate the performance of natural language understanding systems, specifically large language models (LLMs).</a:t>
            </a:r>
            <a:br/>
            <a:r>
              <a:t>- GLUE tasks encompass a range of challenges, including text classification, sentiment analysis, and question-answering, providing a holistic assessment of LLM capabilities across different NLP tasks.</a:t>
            </a:r>
            <a:br/>
            <a:r>
              <a:t>- GLUE serves as a pivotal tool in the NLP community for comparing and enhancing LLM models, offering a standardized platform for researchers to measure and improve the performance of their language models.</a:t>
            </a:r>
            <a:br/>
            <a:r>
              <a:t>- The significance of GLUE lies in its ability to facilitate the benchmarking process, enabling researchers to gauge the effectiveness of their LLMs in various natural language understanding tasks accurately.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GLUE Text Classification: Categorizing Text with LLMs</a:t>
            </a:r>
          </a:p>
        </p:txBody>
      </p:sp>
      <p:sp>
        <p:nvSpPr>
          <p:cNvPr id="3" name="Content Placeholder 2"/>
          <p:cNvSpPr>
            <a:spLocks noGrp="1"/>
          </p:cNvSpPr>
          <p:nvPr>
            <p:ph idx="1"/>
          </p:nvPr>
        </p:nvSpPr>
        <p:spPr/>
        <p:txBody>
          <a:bodyPr/>
          <a:lstStyle/>
          <a:p>
            <a:pPr>
              <a:defRPr sz="1200"/>
            </a:pPr>
            <a:r>
              <a:t>- The General Language Understanding Evaluation (GLUE) benchmark is a comprehensive collection of diverse datasets designed to evaluate the performance of natural language understanding systems, specifically large language models (LLMs).</a:t>
            </a:r>
            <a:br/>
            <a:r>
              <a:t>- GLUE tasks encompass a range of challenges, including text classification, sentiment analysis, and question-answering, providing a holistic assessment of LLM capabilities across different NLP tasks.</a:t>
            </a:r>
            <a:br/>
            <a:r>
              <a:t>- GLUE serves as a pivotal tool in the NLP community for comparing and enhancing LLM models, offering a standardized platform for researchers to measure and improve the performance of their language models.</a:t>
            </a:r>
            <a:br/>
            <a:r>
              <a:t>- The significance of GLUE lies in its ability to facilitate the benchmarking process, enabling researchers to gauge the effectiveness of their LLMs in various natural language understanding tasks accurately.</a:t>
            </a:r>
            <a:br/>
            <a:r>
              <a:t>- Research on BERTSUM, a BERT-based LLM model for text summarization, highlights its effectiveness in generating concise and coherent summaries from input text.</a:t>
            </a:r>
            <a:br/>
            <a:r>
              <a:t>- Evaluation metrics such as ROUGE scores and human assessment are used to measure the quality of the summaries produced by BERTSUM.</a:t>
            </a:r>
            <a:br/>
            <a:r>
              <a:t>- Comparisons with baseline models provide insights into the strengths and weaknesses of BERTSUM in text summarization tasks.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LLM Sentiment Analysis: Contextual Sentiment Inference</a:t>
            </a:r>
          </a:p>
        </p:txBody>
      </p:sp>
      <p:sp>
        <p:nvSpPr>
          <p:cNvPr id="3" name="Content Placeholder 2"/>
          <p:cNvSpPr>
            <a:spLocks noGrp="1"/>
          </p:cNvSpPr>
          <p:nvPr>
            <p:ph idx="1"/>
          </p:nvPr>
        </p:nvSpPr>
        <p:spPr/>
        <p:txBody>
          <a:bodyPr/>
          <a:lstStyle/>
          <a:p>
            <a:pPr>
              <a:defRPr sz="1200"/>
            </a:pPr>
            <a:r>
              <a:t>- The General Language Understanding Evaluation (GLUE) benchmark is a comprehensive collection of diverse datasets designed to evaluate the performance of natural language understanding systems, specifically large language models (LLMs).</a:t>
            </a:r>
            <a:br/>
            <a:r>
              <a:t>- GLUE tasks encompass a range of challenges, including text classification, sentiment analysis, and question-answering, providing a holistic assessment of LLM capabilities across different NLP tasks.</a:t>
            </a:r>
            <a:br/>
            <a:r>
              <a:t>- GLUE serves as a pivotal tool in the NLP community for comparing and enhancing LLM models, offering a standardized platform for researchers to measure and improve the performance of their language models.</a:t>
            </a:r>
            <a:br/>
            <a:r>
              <a:t>- The significance of GLUE lies in its ability to facilitate the benchmarking process, enabling researchers to gauge the effectiveness of their LLMs in various natural language understanding tasks accurately.</a:t>
            </a:r>
            <a:br/>
            <a:r>
              <a:t>- Research on BERTSUM, a BERT-based LLM model for text summarization, highlights its effectiveness in generating concise and coherent summaries from input text.</a:t>
            </a:r>
            <a:br/>
            <a:r>
              <a:t>- Evaluation metrics such as ROUGE scores and human assessment are used to measure the quality of the summaries produced by BERTSUM.</a:t>
            </a:r>
            <a:br/>
            <a:r>
              <a:t>- Comparisons with baseline models provide insights into the strengths and weaknesses of BERTSUM in text summarization tasks.</a:t>
            </a:r>
            <a:br/>
            <a:r>
              <a:t>- BERT-based LLM models have been widely used for summarization tasks due to their ability to generate coherent and concise summaries. These models leverage pre-trained language representations to capture the context of the input text and generate informative summaries.</a:t>
            </a:r>
            <a:br/>
            <a:r>
              <a:t>- Performance analysis of BERT-based LLM models on summarization tasks has shown significant improvements in summarization quality compared to traditional methods.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GLUE Question-Answering Tasks</a:t>
            </a:r>
          </a:p>
        </p:txBody>
      </p:sp>
      <p:sp>
        <p:nvSpPr>
          <p:cNvPr id="3" name="Content Placeholder 2"/>
          <p:cNvSpPr>
            <a:spLocks noGrp="1"/>
          </p:cNvSpPr>
          <p:nvPr>
            <p:ph idx="1"/>
          </p:nvPr>
        </p:nvSpPr>
        <p:spPr/>
        <p:txBody>
          <a:bodyPr/>
          <a:lstStyle/>
          <a:p>
            <a:pPr>
              <a:defRPr sz="1200"/>
            </a:pPr>
            <a:r>
              <a:t>- The General Language Understanding Evaluation (GLUE) benchmark is a comprehensive collection of diverse datasets designed to evaluate the performance of natural language understanding systems, specifically large language models (LLMs).</a:t>
            </a:r>
            <a:br/>
            <a:r>
              <a:t>- GLUE tasks encompass a range of challenges, including text classification, sentiment analysis, and question-answering, providing a holistic assessment of LLM capabilities across different NLP tasks.</a:t>
            </a:r>
            <a:br/>
            <a:r>
              <a:t>- GLUE serves as a pivotal tool in the NLP community for comparing and enhancing LLM models, offering a standardized platform for researchers to measure and improve the performance of their language models.</a:t>
            </a:r>
            <a:br/>
            <a:r>
              <a:t>- The significance of GLUE lies in its ability to facilitate the benchmarking process, enabling researchers to gauge the effectiveness of their LLMs in various natural language understanding tasks accurately.</a:t>
            </a:r>
            <a:br/>
            <a:r>
              <a:t>- Research on BERTSUM, a BERT-based LLM model for text summarization, highlights its effectiveness in generating concise and coherent summaries from input text.</a:t>
            </a:r>
            <a:br/>
            <a:r>
              <a:t>- Evaluation metrics such as ROUGE scores and human assessment are used to measure the quality of the summaries produced by BERTSUM.</a:t>
            </a:r>
            <a:br/>
            <a:r>
              <a:t>- Comparisons with baseline models provide insights into the strengths and weaknesses of BERTSUM in text summarization tasks.</a:t>
            </a:r>
            <a:br/>
            <a:r>
              <a:t>- BERT-based LLM models have been widely used for summarization tasks due to their ability to generate coherent and concise summaries. These models leverage pre-trained language representations to capture the context of the input text and generate informative summaries.</a:t>
            </a:r>
            <a:br/>
            <a:r>
              <a:t>- Performance analysis of BERT-based LLM models on summarization tasks has shown significant improvements in summarization quality compared to traditional methods.</a:t>
            </a:r>
            <a:br/>
            <a:r>
              <a:t>- Analyzing the performance of Large Language Models (LLMs) on summarization tasks is crucial for evaluating their capability to generate concise and informative summaries of text. Researchers assess LLMs based on metrics such as ROUGE scores, which measure the overlap between generated summaries and reference summaries. Additionally, fluency, coherence, and relevance of the generated summaries are important factors in evaluating LLM performance on summarization tasks.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GLUE Benchmark Significance</a:t>
            </a:r>
          </a:p>
        </p:txBody>
      </p:sp>
      <p:sp>
        <p:nvSpPr>
          <p:cNvPr id="3" name="Content Placeholder 2"/>
          <p:cNvSpPr>
            <a:spLocks noGrp="1"/>
          </p:cNvSpPr>
          <p:nvPr>
            <p:ph idx="1"/>
          </p:nvPr>
        </p:nvSpPr>
        <p:spPr/>
        <p:txBody>
          <a:bodyPr/>
          <a:lstStyle/>
          <a:p>
            <a:pPr>
              <a:defRPr sz="1200"/>
            </a:pPr>
            <a:r>
              <a:t>- The GLUE benchmark is crucial for evaluating natural language understanding systems and Large Language Models (LLMs) by providing a standardized platform for assessing model performance across tasks like text classification, sentiment analysis, and question-answering.</a:t>
            </a:r>
            <a:br/>
            <a:r>
              <a:t>- Researchers utilize various evaluation metrics such as BLEU score, ROUGE score, and perplexity to measure the quality of LLM-generated code in code generation tasks, showcasing the versatility of LLMs in understanding and generating programming code from natural language descriptions.</a:t>
            </a:r>
            <a:br/>
            <a:r>
              <a:t>- Transformer models, a specific type of LLM, have demonstrated promising results in code generation tasks due to their capability to capture long-range dependencies in both natural language and code sequences, highlighting their effectiveness in this domain.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"GLUE Benchmark Task Analysis"</a:t>
            </a:r>
          </a:p>
        </p:txBody>
      </p:sp>
      <p:sp>
        <p:nvSpPr>
          <p:cNvPr id="3" name="Content Placeholder 2"/>
          <p:cNvSpPr>
            <a:spLocks noGrp="1"/>
          </p:cNvSpPr>
          <p:nvPr>
            <p:ph idx="1"/>
          </p:nvPr>
        </p:nvSpPr>
        <p:spPr/>
        <p:txBody>
          <a:bodyPr/>
          <a:lstStyle/>
          <a:p>
            <a:pPr>
              <a:defRPr sz="1200"/>
            </a:pPr>
            <a:r>
              <a:t>- The GLUE benchmark tasks cover a wide range of natural language understanding tasks, including text classification, sentiment analysis, question-answering, and more, providing a comprehensive evaluation platform for Large Language Models (LLMs).</a:t>
            </a:r>
            <a:br/>
            <a:r>
              <a:t>- Researchers use various evaluation metrics such as BLEU score, ROUGE score, and perplexity to quantify the capabilities of LLMs in generating code, assessing factors like accuracy, fluency, diversity, and syntactic/semantic correctness.</a:t>
            </a:r>
            <a:br/>
            <a:r>
              <a:t>- The GLUE benchmark serves as a standardized framework for comparing LLM performance in different natural language understanding tasks, enabling researchers to assess model effectiveness and progress in areas such as social media monitoring and virtual assistants.</a:t>
            </a:r>
            <a:br/>
            <a:r>
              <a:t>- Transformer models, a specific type of LLM, have shown promising results in code generation tasks due to their ability to capture long-range dependencies in both natural language and code sequences, highlighting their effectiveness in understanding and generating programming code from textual descriptions.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Evaluating LLM Performance on GLUE Tasks</a:t>
            </a:r>
          </a:p>
        </p:txBody>
      </p:sp>
      <p:sp>
        <p:nvSpPr>
          <p:cNvPr id="3" name="Content Placeholder 2"/>
          <p:cNvSpPr>
            <a:spLocks noGrp="1"/>
          </p:cNvSpPr>
          <p:nvPr>
            <p:ph idx="1"/>
          </p:nvPr>
        </p:nvSpPr>
        <p:spPr/>
        <p:txBody>
          <a:bodyPr/>
          <a:lstStyle/>
          <a:p>
            <a:pPr>
              <a:defRPr sz="1200"/>
            </a:pPr>
            <a:r>
              <a:t>- The GLUE benchmark tasks cover a wide range of natural language understanding tasks, including text classification, sentiment analysis, question-answering, and more, providing a comprehensive evaluation platform for Large Language Models (LLMs).</a:t>
            </a:r>
            <a:br/>
            <a:r>
              <a:t>- Researchers use various evaluation metrics such as BLEU score, ROUGE score, and perplexity to quantify the capabilities of LLMs in generating code, assessing factors like accuracy, fluency, diversity, and syntactic/semantic correctness.</a:t>
            </a:r>
            <a:br/>
            <a:r>
              <a:t>- The GLUE benchmark serves as a standardized framework for comparing LLM performance in different natural language understanding tasks, enabling researchers to assess model effectiveness and progress in areas such as social media monitoring and virtual assistants.</a:t>
            </a:r>
            <a:br/>
            <a:r>
              <a:t>- Transformer models, a specific type of LLM, have shown promising results in code generation tasks due to their ability to capture long-range dependencies in both natural language and code sequences, highlighting their effectiveness in understanding and generating programming code from textual descriptions.</a:t>
            </a:r>
            <a:br/>
            <a:r>
              <a:t>- Evaluating LLM performance on GLUE tasks involves assessing the model's ability to generalize across various natural language understanding tasks, showcasing its adaptability and versatility in handling diverse linguistic challenges.</a:t>
            </a:r>
            <a:br/>
            <a:r>
              <a:t>- GLUE tasks are designed to evaluate LLMs on real-world language understanding applications, allowing researchers to measure the model's performance in practical scenarios such as social media analysis and conversational agents.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"CommonsenseQA Dataset Overview"</a:t>
            </a:r>
          </a:p>
        </p:txBody>
      </p:sp>
      <p:sp>
        <p:nvSpPr>
          <p:cNvPr id="3" name="Content Placeholder 2"/>
          <p:cNvSpPr>
            <a:spLocks noGrp="1"/>
          </p:cNvSpPr>
          <p:nvPr>
            <p:ph idx="1"/>
          </p:nvPr>
        </p:nvSpPr>
        <p:spPr/>
        <p:txBody>
          <a:bodyPr/>
          <a:lstStyle/>
          <a:p>
            <a:pPr>
              <a:defRPr sz="1200"/>
            </a:pPr>
            <a:r>
              <a:t>- The CommonsenseQA dataset, curated by Talmor et al., consists of 12,102 multiple-choice questions with five answer choices each, designed to assess the ability of large language models to reason about everyday situations and common sense knowledge.</a:t>
            </a:r>
            <a:br/>
            <a:r>
              <a:t>- Annotators for the CommonsenseQA dataset were instructed to craft questions that require reasoning beyond simple lexical matching, emphasizing the need for models to exhibit genuine comprehension and common sense reasoning abilities.</a:t>
            </a:r>
            <a:br/>
            <a:r>
              <a:t>- The dataset's questions are sourced from ConceptNet, a knowledge base that captures commonsense knowledge, ensuring that the scenarios presented in the questions are grounded in real-world understanding rather than relying solely on linguistic patterns.</a:t>
            </a:r>
            <a:br/>
            <a:r>
              <a:t>- CommonsenseQA's evaluation metrics include accuracy, which measures the percentage of correctly answered questions, and the breakdown of performance across different question types, providing insights into the model's strengths and weaknesses in common sense reasoning tasks.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Role of CommonsenseQA in LLM Evaluation</a:t>
            </a:r>
          </a:p>
        </p:txBody>
      </p:sp>
      <p:sp>
        <p:nvSpPr>
          <p:cNvPr id="3" name="Content Placeholder 2"/>
          <p:cNvSpPr>
            <a:spLocks noGrp="1"/>
          </p:cNvSpPr>
          <p:nvPr>
            <p:ph idx="1"/>
          </p:nvPr>
        </p:nvSpPr>
        <p:spPr/>
        <p:txBody>
          <a:bodyPr/>
          <a:lstStyle/>
          <a:p>
            <a:pPr>
              <a:defRPr sz="1200"/>
            </a:pPr>
            <a:r>
              <a:t>- The CommonsenseQA dataset, curated by Talmor et al., consists of 12,102 multiple-choice questions with five answer choices each, designed to assess the ability of large language models to reason about everyday situations and common sense knowledge.</a:t>
            </a:r>
            <a:br/>
            <a:r>
              <a:t>- Annotators for the CommonsenseQA dataset were instructed to craft questions that require reasoning beyond simple lexical matching, emphasizing the need for models to exhibit genuine comprehension and common sense reasoning abilities.</a:t>
            </a:r>
            <a:br/>
            <a:r>
              <a:t>- The dataset's questions are sourced from ConceptNet, a knowledge base that captures commonsense knowledge, ensuring that the scenarios presented in the questions are grounded in real-world understanding rather than relying solely on linguistic patterns.</a:t>
            </a:r>
            <a:br/>
            <a:r>
              <a:t>- CommonsenseQA's evaluation metrics include accuracy, which measures the percentage of correctly answered questions, and the breakdown of performance across different question types, providing insights into the model's strengths and weaknesses in common sense reasoning tasks.</a:t>
            </a:r>
            <a:br/>
            <a:r>
              <a:t>- Digital watermarking is a technique used to protect LLM content by embedding imperceptible information within the data. This information can be used to identify the owner or track the origin of the content. Various techniques for digital watermarking, including invisible watermarking, ensure content protection from unauthorized use and distribution.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"Solving CommonsenseQA Questions"</a:t>
            </a:r>
          </a:p>
        </p:txBody>
      </p:sp>
      <p:sp>
        <p:nvSpPr>
          <p:cNvPr id="3" name="Content Placeholder 2"/>
          <p:cNvSpPr>
            <a:spLocks noGrp="1"/>
          </p:cNvSpPr>
          <p:nvPr>
            <p:ph idx="1"/>
          </p:nvPr>
        </p:nvSpPr>
        <p:spPr/>
        <p:txBody>
          <a:bodyPr/>
          <a:lstStyle/>
          <a:p>
            <a:pPr>
              <a:defRPr sz="1200"/>
            </a:pPr>
            <a:r>
              <a:t>- The CommonsenseQA dataset, curated by Talmor et al., consists of 12,102 multiple-choice questions with five answer choices each, designed to assess the ability of large language models to reason about everyday situations and common sense knowledge.</a:t>
            </a:r>
            <a:br/>
            <a:r>
              <a:t>- Annotators for the CommonsenseQA dataset were instructed to craft questions that require reasoning beyond simple lexical matching, emphasizing the need for models to exhibit genuine comprehension and common sense reasoning abilities.</a:t>
            </a:r>
            <a:br/>
            <a:r>
              <a:t>- The dataset's questions are sourced from ConceptNet, a knowledge base that captures commonsense knowledge, ensuring that the scenarios presented in the questions are grounded in real-world understanding rather than relying solely on linguistic patterns.</a:t>
            </a:r>
            <a:br/>
            <a:r>
              <a:t>- CommonsenseQA's evaluation metrics include accuracy, which measures the percentage of correctly answered questions, and the breakdown of performance across different question types, providing insights into the model's strengths and weaknesses in common sense reasoning tasks.</a:t>
            </a:r>
            <a:br/>
            <a:r>
              <a:t>- Evading LLM detectors can be achieved through various strategies such as data poisoning, synonym replacement, paraphrasing, and adversarial attacks. By manipulating the input data or altering the language used in the content, it is possible to bypass detection mechanisms. These strategies exploit vulnerabilities in the detection models and aim to deceive them into misclassifying the content.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Analyzing LLM on CommonsenseQA: Real-World Performance</a:t>
            </a:r>
          </a:p>
        </p:txBody>
      </p:sp>
      <p:sp>
        <p:nvSpPr>
          <p:cNvPr id="3" name="Content Placeholder 2"/>
          <p:cNvSpPr>
            <a:spLocks noGrp="1"/>
          </p:cNvSpPr>
          <p:nvPr>
            <p:ph idx="1"/>
          </p:nvPr>
        </p:nvSpPr>
        <p:spPr/>
        <p:txBody>
          <a:bodyPr/>
          <a:lstStyle/>
          <a:p>
            <a:pPr>
              <a:defRPr sz="1200"/>
            </a:pPr>
            <a:r>
              <a:t>- The CommonsenseQA dataset, curated by Talmor et al., consists of 12,102 multiple-choice questions with five answer choices each, designed to assess the ability of large language models to reason about everyday situations and common sense knowledge.</a:t>
            </a:r>
            <a:br/>
            <a:r>
              <a:t>- Annotators for the CommonsenseQA dataset were instructed to craft questions that require reasoning beyond simple lexical matching, emphasizing the need for models to exhibit genuine comprehension and common sense reasoning abilities.</a:t>
            </a:r>
            <a:br/>
            <a:r>
              <a:t>- The dataset's questions are sourced from ConceptNet, a knowledge base that captures commonsense knowledge, ensuring that the scenarios presented in the questions are grounded in real-world understanding rather than relying solely on linguistic patterns.</a:t>
            </a:r>
            <a:br/>
            <a:r>
              <a:t>- CommonsenseQA's evaluation metrics include accuracy, which measures the percentage of correctly answered questions, and the breakdown of performance across different question types, providing insights into the model's strengths and weaknesses in common sense reasoning tasks.</a:t>
            </a:r>
            <a:br/>
            <a:r>
              <a:t>- Evading LLM detectors can be achieved through various strategies such as data poisoning, synonym replacement, paraphrasing, and adversarial attacks. By manipulating the input data or altering the language used in the content, it is possible to bypass detection mechanisms. These strategies exploit vulnerabilities in the detection models and aim to deceive them into misclassifying the content.</a:t>
            </a:r>
            <a:br/>
            <a:r>
              <a:t>- Assessing the performance of Large Language Models (LLMs) on machine translation tasks involves evaluating how well these models can accurately translate text from one language to another. Researchers use various metrics such as BLEU, METEOR, and ROUGE to measure the quality of translations produced by LLMs. These metrics help assess the fluency, adequacy, and overall accuracy of the translated text. Evaluating LLM performance on machine translation tasks is crucial for determining the effectiveness of these models in real-world applications.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Applications of CommonsenseQA in Real World</a:t>
            </a:r>
          </a:p>
        </p:txBody>
      </p:sp>
      <p:sp>
        <p:nvSpPr>
          <p:cNvPr id="3" name="Content Placeholder 2"/>
          <p:cNvSpPr>
            <a:spLocks noGrp="1"/>
          </p:cNvSpPr>
          <p:nvPr>
            <p:ph idx="1"/>
          </p:nvPr>
        </p:nvSpPr>
        <p:spPr/>
        <p:txBody>
          <a:bodyPr/>
          <a:lstStyle/>
          <a:p>
            <a:pPr>
              <a:defRPr sz="1200"/>
            </a:pPr>
            <a:r>
              <a:t>- The CommonsenseQA dataset, curated by Talmor et al., consists of 12,102 multiple-choice questions with five answer choices each, designed to assess the ability of large language models to reason about everyday situations and common sense knowledge.</a:t>
            </a:r>
            <a:br/>
            <a:r>
              <a:t>- Annotators for the CommonsenseQA dataset were instructed to craft questions that require reasoning beyond simple lexical matching, emphasizing the need for models to exhibit genuine comprehension and common sense reasoning abilities.</a:t>
            </a:r>
            <a:br/>
            <a:r>
              <a:t>- The dataset's questions are sourced from ConceptNet, a knowledge base that captures commonsense knowledge, ensuring that the scenarios presented in the questions are grounded in real-world understanding rather than relying solely on linguistic patterns.</a:t>
            </a:r>
            <a:br/>
            <a:r>
              <a:t>- CommonsenseQA's evaluation metrics include accuracy, which measures the percentage of correctly answered questions, and the breakdown of performance across different question types, providing insights into the model's strengths and weaknesses in common sense reasoning tasks.</a:t>
            </a:r>
            <a:br/>
            <a:r>
              <a:t>- Adversarial attacks on LLM content detectors involve manipulating input text in subtle ways to evade detection by the model. These attacks can involve adding or changing words that are unlikely to be flagged as suspicious but can alter the meaning of the text enough to evade detection. Researchers have been exploring various techniques to create robust LLM content detectors that are resistant to these adversarial attacks.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"Deep Learning for LLM Detection"</a:t>
            </a:r>
          </a:p>
        </p:txBody>
      </p:sp>
      <p:sp>
        <p:nvSpPr>
          <p:cNvPr id="3" name="Content Placeholder 2"/>
          <p:cNvSpPr>
            <a:spLocks noGrp="1"/>
          </p:cNvSpPr>
          <p:nvPr>
            <p:ph idx="1"/>
          </p:nvPr>
        </p:nvSpPr>
        <p:spPr/>
        <p:txBody>
          <a:bodyPr/>
          <a:lstStyle/>
          <a:p>
            <a:pPr>
              <a:defRPr sz="1200"/>
            </a:pPr>
            <a:r>
              <a:t>- The CommonsenseQA dataset, curated by Talmor et al., consists of 12,102 multiple-choice questions with five answer choices each, designed to assess the ability of large language models to reason about everyday situations and common sense knowledge.</a:t>
            </a:r>
            <a:br/>
            <a:r>
              <a:t>- Annotators for the CommonsenseQA dataset were instructed to craft questions that require reasoning beyond simple lexical matching, emphasizing the need for models to exhibit genuine comprehension and common sense reasoning abilities.</a:t>
            </a:r>
            <a:br/>
            <a:r>
              <a:t>- The dataset's questions are sourced from ConceptNet, a knowledge base that captures commonsense knowledge, ensuring that the scenarios presented in the questions are grounded in real-world understanding rather than relying solely on linguistic patterns.</a:t>
            </a:r>
            <a:br/>
            <a:r>
              <a:t>- CommonsenseQA's evaluation metrics include accuracy, which measures the percentage of correctly answered questions, and the breakdown of performance across different question types, providing insights into the model's strengths and weaknesses in common sense reasoning tasks.</a:t>
            </a:r>
            <a:br/>
            <a:r>
              <a:t>- Adversarial attacks on LLM content detectors involve manipulating input text in subtle ways to evade detection by the model. These attacks can involve adding or changing words that are unlikely to be flagged as suspicious but can alter the meaning of the text enough to evade detection. Researchers have been exploring various techniques to create robust LLM content detectors that are resistant to these adversarial attacks.</a:t>
            </a:r>
            <a:br/>
            <a:r>
              <a:t>- The scalability analysis of large language models for large-scale content generation involves assessing how well these models can handle increasing amounts of data and tasks without compromising performance. This evaluation is crucial for determining the efficiency and effectiveness of LLMs in generating content on a large scale.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Neural Networks in Content Detection</a:t>
            </a:r>
          </a:p>
        </p:txBody>
      </p:sp>
      <p:sp>
        <p:nvSpPr>
          <p:cNvPr id="3" name="Content Placeholder 2"/>
          <p:cNvSpPr>
            <a:spLocks noGrp="1"/>
          </p:cNvSpPr>
          <p:nvPr>
            <p:ph idx="1"/>
          </p:nvPr>
        </p:nvSpPr>
        <p:spPr/>
        <p:txBody>
          <a:bodyPr/>
          <a:lstStyle/>
          <a:p>
            <a:pPr>
              <a:defRPr sz="1200"/>
            </a:pPr>
            <a:r>
              <a:t>- The CommonsenseQA dataset, curated by Talmor et al., consists of 12,102 multiple-choice questions with five answer choices each, designed to assess the ability of large language models to reason about everyday situations and common sense knowledge.</a:t>
            </a:r>
            <a:br/>
            <a:r>
              <a:t>- Annotators for the CommonsenseQA dataset were instructed to craft questions that require reasoning beyond simple lexical matching, emphasizing the need for models to exhibit genuine comprehension and common sense reasoning abilities.</a:t>
            </a:r>
            <a:br/>
            <a:r>
              <a:t>- The dataset's questions are sourced from ConceptNet, a knowledge base that captures commonsense knowledge, ensuring that the scenarios presented in the questions are grounded in real-world understanding rather than relying solely on linguistic patterns.</a:t>
            </a:r>
            <a:br/>
            <a:r>
              <a:t>- CommonsenseQA's evaluation metrics include accuracy, which measures the percentage of correctly answered questions, and the breakdown of performance across different question types, providing insights into the model's strengths and weaknesses in common sense reasoning tasks.</a:t>
            </a:r>
            <a:br/>
            <a:r>
              <a:t>- Adversarial attacks on LLM content detectors involve manipulating input text in subtle ways to evade detection by the model. These attacks can involve adding or changing words that are unlikely to be flagged as suspicious but can alter the meaning of the text enough to evade detection. Researchers have been exploring various techniques to create robust LLM content detectors that are resistant to these adversarial attacks.</a:t>
            </a:r>
            <a:br/>
            <a:r>
              <a:t>- The scalability analysis of large language models for large-scale content generation involves assessing how well these models can handle increasing amounts of data and tasks without compromising performance. This evaluation is crucial for determining the efficiency and effectiveness of LLMs in generating content on a large scale.</a:t>
            </a:r>
            <a:br/>
            <a:r>
              <a:t>- Investigating the role of context in LLM content generation involves studying how language models utilize surrounding information to generate more accurate and coherent text. Context can include previous sentences, paragraphs, or even the entire document to provide a better understanding of the topic at hand. By analyzing the impact of context on LLM content generation, researchers can improve the quality and relevance of generated text.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Differentiating Human vs. Machine Text</a:t>
            </a:r>
          </a:p>
        </p:txBody>
      </p:sp>
      <p:sp>
        <p:nvSpPr>
          <p:cNvPr id="3" name="Content Placeholder 2"/>
          <p:cNvSpPr>
            <a:spLocks noGrp="1"/>
          </p:cNvSpPr>
          <p:nvPr>
            <p:ph idx="1"/>
          </p:nvPr>
        </p:nvSpPr>
        <p:spPr/>
        <p:txBody>
          <a:bodyPr/>
          <a:lstStyle/>
          <a:p>
            <a:pPr>
              <a:defRPr sz="1200"/>
            </a:pPr>
            <a:r>
              <a:t>- The CommonsenseQA dataset, curated by Talmor et al., consists of 12,102 multiple-choice questions with five answer choices each, designed to assess the ability of large language models to reason about everyday situations and common sense knowledge.</a:t>
            </a:r>
            <a:br/>
            <a:r>
              <a:t>- Annotators for the CommonsenseQA dataset were instructed to craft questions that require reasoning beyond simple lexical matching, emphasizing the need for models to exhibit genuine comprehension and common sense reasoning abilities.</a:t>
            </a:r>
            <a:br/>
            <a:r>
              <a:t>- The dataset's questions are sourced from ConceptNet, a knowledge base that captures commonsense knowledge, ensuring that the scenarios presented in the questions are grounded in real-world understanding rather than relying solely on linguistic patterns.</a:t>
            </a:r>
            <a:br/>
            <a:r>
              <a:t>- CommonsenseQA's evaluation metrics include accuracy, which measures the percentage of correctly answered questions, and the breakdown of performance across different question types, providing insights into the model's strengths and weaknesses in common sense reasoning tasks.</a:t>
            </a:r>
            <a:br/>
            <a:r>
              <a:t>- Researchers are exploring different methods and techniques to enhance the interpretability of LLM-generated content, such as attention mechanisms, layer-wise relevance propagation, and post-hoc explanation methods like LIME and SHAP.</a:t>
            </a:r>
            <a:br/>
            <a:r>
              <a:t>- Adversarial attacks on LLM content detectors involve manipulating input text in subtle ways to evade detection by the model. These attacks can involve adding or changing words that are unlikely to be flagged as suspicious but can alter the meaning of the text enough to evade detection. Researchers have been exploring various techniques to create robust LLM content detectors that are resistant to these adversarial attacks.</a:t>
            </a:r>
            <a:br/>
            <a:r>
              <a:t>- The scalability analysis of large language models for large-scale content generation involves assessing how well these models can handle increasing amounts of data and tasks without compromising performance. This evaluation is crucial for determining the efficiency and effectiveness of LLMs in generating content on a large scale.</a:t>
            </a:r>
            <a:br/>
            <a:r>
              <a:t>- Investigating the role of context in LLM content generation involves studying how language models utilize surrounding information to generate more accurate and coherent text. Context can include previous sentences, paragraphs, or even the entire document to provide a better understanding of the topic at hand. By analyzing the impact of context on LLM content generation, researchers can improve the quality and relevance of generated text.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"Deep Learning for LLM Detection"</a:t>
            </a:r>
          </a:p>
        </p:txBody>
      </p:sp>
      <p:sp>
        <p:nvSpPr>
          <p:cNvPr id="3" name="Content Placeholder 2"/>
          <p:cNvSpPr>
            <a:spLocks noGrp="1"/>
          </p:cNvSpPr>
          <p:nvPr>
            <p:ph idx="1"/>
          </p:nvPr>
        </p:nvSpPr>
        <p:spPr/>
        <p:txBody>
          <a:bodyPr/>
          <a:lstStyle/>
          <a:p>
            <a:pPr>
              <a:defRPr sz="1200"/>
            </a:pPr>
            <a:r>
              <a:t>- Deep learning techniques, such as convolutional neural networks (CNNs) and recurrent neural networks (RNNs), play a crucial role in LLM-content detection by analyzing text patterns and features to differentiate between human-written and machine-generated content.</a:t>
            </a:r>
            <a:br/>
            <a:r>
              <a:t>- Neural networks, particularly transformer models like BERT (Bidirectional Encoder Representations from Transformers), have shown significant success in training on labeled datasets to achieve high accuracy in detecting LLM-generated text.</a:t>
            </a:r>
            <a:br/>
            <a:r>
              <a:t>- Researchers have explored the effectiveness of transfer learning in LLM-content detection, where pre-trained models like GPT-3 (Generative Pre-trained Transformer 3) are fine-tuned on specific tasks or datasets to improve detection capabilities.</a:t>
            </a:r>
            <a:br/>
            <a:r>
              <a:t>- The use of attention mechanisms in deep learning models enhances the interpretability of LLM-generated content by highlighting relevant parts of the input text that contribute to the model's decision-making process.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Strategies for Preventing Misinformation Spread</a:t>
            </a:r>
          </a:p>
        </p:txBody>
      </p:sp>
      <p:sp>
        <p:nvSpPr>
          <p:cNvPr id="3" name="Content Placeholder 2"/>
          <p:cNvSpPr>
            <a:spLocks noGrp="1"/>
          </p:cNvSpPr>
          <p:nvPr>
            <p:ph idx="1"/>
          </p:nvPr>
        </p:nvSpPr>
        <p:spPr/>
        <p:txBody>
          <a:bodyPr/>
          <a:lstStyle/>
          <a:p>
            <a:pPr>
              <a:defRPr sz="1200"/>
            </a:pPr>
            <a:r>
              <a:t>- Deep learning techniques, such as convolutional neural networks (CNNs) and recurrent neural networks (RNNs), play a crucial role in LLM-content detection by analyzing text patterns and features to differentiate between human-written and machine-generated content.</a:t>
            </a:r>
            <a:br/>
            <a:r>
              <a:t>- Neural networks, particularly transformer models like BERT (Bidirectional Encoder Representations from Transformers), have shown significant success in training on labeled datasets to achieve high accuracy in detecting LLM-generated text.</a:t>
            </a:r>
            <a:br/>
            <a:r>
              <a:t>- Researchers have explored the effectiveness of transfer learning in LLM-content detection, where pre-trained models like GPT-3 (Generative Pre-trained Transformer 3) are fine-tuned on specific tasks or datasets to improve detection capabilities.</a:t>
            </a:r>
            <a:br/>
            <a:r>
              <a:t>- The use of attention mechanisms in deep learning models enhances the interpretability of LLM-generated content by highlighting relevant parts of the input text that contribute to the model's decision-making process.</a:t>
            </a:r>
            <a:br/>
            <a:r>
              <a:t>- Leveraging reinforcement learning techniques in LLM-content detection can improve the model's ability to adapt and learn from feedback, leading to more accurate detection of manipulated or generated content.</a:t>
            </a:r>
            <a:br/>
            <a:r>
              <a:t>- Ensemble learning methods, which combine multiple models to make predictions, have been effective in enhancing the robustness of LLM detectors by reducing the impact of individual model biases and errors.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BERT for LLM Content Detection</a:t>
            </a:r>
          </a:p>
        </p:txBody>
      </p:sp>
      <p:sp>
        <p:nvSpPr>
          <p:cNvPr id="3" name="Content Placeholder 2"/>
          <p:cNvSpPr>
            <a:spLocks noGrp="1"/>
          </p:cNvSpPr>
          <p:nvPr>
            <p:ph idx="1"/>
          </p:nvPr>
        </p:nvSpPr>
        <p:spPr/>
        <p:txBody>
          <a:bodyPr/>
          <a:lstStyle/>
          <a:p>
            <a:pPr>
              <a:defRPr sz="1200"/>
            </a:pPr>
            <a:r>
              <a:t>- BERT-based models have shown promising results in LLM-content detection tasks by leveraging transformer architecture and contextual embeddings to enhance understanding of language nuances and identify unnatural patterns in text efficiently.</a:t>
            </a:r>
            <a:br/>
            <a:r>
              <a:t>- Fine-tuning pre-trained BERT models on labeled datasets achieves high accuracy in identifying generated or manipulated content, showcasing the adaptability and effectiveness of transfer learning in improving detection capabilities.</a:t>
            </a:r>
            <a:br/>
            <a:r>
              <a:t>- Contextual information captured by BERT helps in detecting spam emails or fake reviews by understanding the context and semantics of the text, enabling more accurate identification of deceptive content.</a:t>
            </a:r>
            <a:br/>
            <a:r>
              <a:t>- Researchers have explored the scalability of large language models (LLMs) for content generation, analyzing factors like model performance, training time, and memory usage to optimize their efficiency in handling vast amounts of data and computational resources.</a:t>
            </a:r>
            <a:br/>
            <a:r>
              <a:t>- Understanding the limitations and capabilities of LLMs in generating content at scale is crucial for optimizing their usage in various applications, emphasizing the need for efficient scalability analysis in large-scale content generation tasks.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BERT's Effectiveness in Detection Tasks</a:t>
            </a:r>
          </a:p>
        </p:txBody>
      </p:sp>
      <p:sp>
        <p:nvSpPr>
          <p:cNvPr id="3" name="Content Placeholder 2"/>
          <p:cNvSpPr>
            <a:spLocks noGrp="1"/>
          </p:cNvSpPr>
          <p:nvPr>
            <p:ph idx="1"/>
          </p:nvPr>
        </p:nvSpPr>
        <p:spPr/>
        <p:txBody>
          <a:bodyPr/>
          <a:lstStyle/>
          <a:p>
            <a:pPr>
              <a:defRPr sz="1200"/>
            </a:pPr>
            <a:r>
              <a:t>- BERT-based models have shown promising results in LLM-content detection tasks by leveraging transformer architecture and contextual embeddings to enhance understanding of language nuances and identify unnatural patterns in text efficiently.</a:t>
            </a:r>
            <a:br/>
            <a:r>
              <a:t>- Fine-tuning pre-trained BERT models on labeled datasets achieves high accuracy in identifying generated or manipulated content, showcasing the adaptability and effectiveness of transfer learning in improving detection capabilities.</a:t>
            </a:r>
            <a:br/>
            <a:r>
              <a:t>- Contextual information captured by BERT helps in detecting spam emails or fake reviews by understanding the context and semantics of the text, enabling more accurate identification of deceptive content.</a:t>
            </a:r>
            <a:br/>
            <a:r>
              <a:t>- Researchers have explored the scalability of large language models (LLMs) for content generation, analyzing factors like model performance, training time, and memory usage to optimize their efficiency in handling vast amounts of data and computational resources.</a:t>
            </a:r>
            <a:br/>
            <a:r>
              <a:t>- Understanding the limitations and capabilities of LLMs in generating content at scale is crucial for optimizing their usage in various applications, emphasizing the need for efficient scalability analysis in large-scale content generation tasks.</a:t>
            </a:r>
            <a:br/>
            <a:r>
              <a:t>- Fine-tuning refers to the process of adapting a pre-trained language model (LLM) to a specific task or dataset by further training it on new data. This process allows the LLM to specialize and improve its performance on the target task. The impact of fine-tuning on LLM performance is significant, as it can lead to better accuracy, faster convergence, and improved generalization to new data. Fine-tuning helps the LLM adapt to the nuances of the specific task, resulting in enhanced performance compared to using a generic pre-trained model.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Optimizing BERT for Task-Specific Performance</a:t>
            </a:r>
          </a:p>
        </p:txBody>
      </p:sp>
      <p:sp>
        <p:nvSpPr>
          <p:cNvPr id="3" name="Content Placeholder 2"/>
          <p:cNvSpPr>
            <a:spLocks noGrp="1"/>
          </p:cNvSpPr>
          <p:nvPr>
            <p:ph idx="1"/>
          </p:nvPr>
        </p:nvSpPr>
        <p:spPr/>
        <p:txBody>
          <a:bodyPr/>
          <a:lstStyle/>
          <a:p>
            <a:pPr>
              <a:defRPr sz="1200"/>
            </a:pPr>
            <a:r>
              <a:t>- Fine-tuning BERT involves adapting pre-trained models for specific tasks or datasets by further training them on new data, allowing the model to specialize and improve its accuracy on the target task.</a:t>
            </a:r>
            <a:br/>
            <a:r>
              <a:t>- The impact of fine-tuning on LLM performance varies based on factors such as dataset size, pre-training quality, and task complexity, highlighting the importance of optimizing this process for different tasks and datasets.</a:t>
            </a:r>
            <a:br/>
            <a:r>
              <a:t>- Researchers are actively exploring the effects of fine-tuning on LLM performance to understand how to enhance task-specific information and nuances, leading to improved results compared to using a generic pre-trained model.</a:t>
            </a:r>
            <a:br/>
            <a:r>
              <a:t>- Fine-tuning is essential for tailoring LLMs to specific domains or tasks, as it enables the model to adapt and improve its accuracy, showcasing the adaptability and effectiveness of transfer learning in optimizing LLM usage in various applications.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Detection Accuracy with Ensemble Methods"</a:t>
            </a:r>
          </a:p>
        </p:txBody>
      </p:sp>
      <p:sp>
        <p:nvSpPr>
          <p:cNvPr id="3" name="Content Placeholder 2"/>
          <p:cNvSpPr>
            <a:spLocks noGrp="1"/>
          </p:cNvSpPr>
          <p:nvPr>
            <p:ph idx="1"/>
          </p:nvPr>
        </p:nvSpPr>
        <p:spPr/>
        <p:txBody>
          <a:bodyPr/>
          <a:lstStyle/>
          <a:p>
            <a:pPr>
              <a:defRPr sz="1200"/>
            </a:pPr>
            <a:r>
              <a:t>- Fine-tuning BERT involves adapting pre-trained models for specific tasks or datasets by further training them on new data, allowing the model to specialize and improve its accuracy on the target task.</a:t>
            </a:r>
            <a:br/>
            <a:r>
              <a:t>- The impact of fine-tuning on LLM performance varies based on factors such as dataset size, pre-training quality, and task complexity, highlighting the importance of optimizing this process for different tasks and datasets.</a:t>
            </a:r>
            <a:br/>
            <a:r>
              <a:t>- Researchers are actively exploring the effects of fine-tuning on LLM performance to understand how to enhance task-specific information and nuances, leading to improved results compared to using a generic pre-trained model.</a:t>
            </a:r>
            <a:br/>
            <a:r>
              <a:t>- Fine-tuning is essential for tailoring LLMs to specific domains or tasks, as it enables the model to adapt and improve its accuracy, showcasing the adaptability and effectiveness of transfer learning in optimizing LLM usage in various applications.</a:t>
            </a:r>
            <a:br/>
            <a:r>
              <a:t>- Understanding the nuances of fine-tuning is crucial for maximizing the performance of LLMs in specialized tasks, as it allows for the incorporation of domain-specific knowledge and data to enhance model capabilities.</a:t>
            </a:r>
            <a:br/>
            <a:r>
              <a:t>- The success of fine-tuning LLMs relies on the quality of the pre-training, the relevance and diversity of the fine-tuning dataset, and the complexity of the target task, emphasizing the need for meticulous optimization in these areas to achieve optimal results.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Evasive Strategies in LLM Content Detection</a:t>
            </a:r>
          </a:p>
        </p:txBody>
      </p:sp>
      <p:sp>
        <p:nvSpPr>
          <p:cNvPr id="3" name="Content Placeholder 2"/>
          <p:cNvSpPr>
            <a:spLocks noGrp="1"/>
          </p:cNvSpPr>
          <p:nvPr>
            <p:ph idx="1"/>
          </p:nvPr>
        </p:nvSpPr>
        <p:spPr/>
        <p:txBody>
          <a:bodyPr/>
          <a:lstStyle/>
          <a:p>
            <a:pPr>
              <a:defRPr sz="1200"/>
            </a:pPr>
            <a:r>
              <a:t>- Fine-tuning BERT involves adapting pre-trained models for specific tasks or datasets by further training them on new data, allowing the model to specialize and improve its accuracy on the target task.</a:t>
            </a:r>
            <a:br/>
            <a:r>
              <a:t>- The impact of fine-tuning on LLM performance varies based on factors such as dataset size, pre-training quality, and task complexity, highlighting the importance of optimizing this process for different tasks and datasets.</a:t>
            </a:r>
            <a:br/>
            <a:r>
              <a:t>- Researchers are actively exploring the effects of fine-tuning on LLM performance to understand how to enhance task-specific information and nuances, leading to improved results compared to using a generic pre-trained model.</a:t>
            </a:r>
            <a:br/>
            <a:r>
              <a:t>- Fine-tuning is essential for tailoring LLMs to specific domains or tasks, as it enables the model to adapt and improve its accuracy, showcasing the adaptability and effectiveness of transfer learning in optimizing LLM usage in various applications.</a:t>
            </a:r>
            <a:br/>
            <a:r>
              <a:t>- Understanding the nuances of fine-tuning is crucial for maximizing the performance of LLMs in specialized tasks, as it allows for the incorporation of domain-specific knowledge and data to enhance model capabilities.</a:t>
            </a:r>
            <a:br/>
            <a:r>
              <a:t>- The success of fine-tuning LLMs relies on the quality of the pre-training, the relevance and diversity of the fine-tuning dataset, and the complexity of the target task, emphasizing the need for meticulous optimization in these areas to achieve optimal results.</a:t>
            </a:r>
            <a:br/>
            <a:r>
              <a:t>- Watermarking LLM content involves embedding a unique identifier or code into the text generated by Language Model (LLM) systems to protect intellectual property rights of content creators and claim ownership of the text.</a:t>
            </a:r>
            <a:br/>
            <a:r>
              <a:t>- Digital watermarking techniques can be utilized to insert identifiers in a non-intrusive manner that does not affect text readability, ensuring that ownership of LLM-generated content is preserved and easily identifiable.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Evasive Strategies in LLM Content Detection</a:t>
            </a:r>
          </a:p>
        </p:txBody>
      </p:sp>
      <p:sp>
        <p:nvSpPr>
          <p:cNvPr id="3" name="Content Placeholder 2"/>
          <p:cNvSpPr>
            <a:spLocks noGrp="1"/>
          </p:cNvSpPr>
          <p:nvPr>
            <p:ph idx="1"/>
          </p:nvPr>
        </p:nvSpPr>
        <p:spPr/>
        <p:txBody>
          <a:bodyPr/>
          <a:lstStyle/>
          <a:p>
            <a:pPr>
              <a:defRPr sz="1200"/>
            </a:pPr>
            <a:r>
              <a:t>- Strategies for evading detection include data poisoning, synonym replacement, paraphrasing, and adversarial attacks, which aim to manipulate input data or alter language to bypass detection mechanisms effectively.</a:t>
            </a:r>
            <a:br/>
            <a:r>
              <a:t>- Exploiting vulnerabilities in detection models allows deceiving them into misclassifying content, highlighting the importance of understanding and addressing these weaknesses in LLM detectors.</a:t>
            </a:r>
            <a:br/>
            <a:r>
              <a:t>- Adversarial attacks on LLM content detectors involve manipulating input text to evade detection, posing challenges due to the imperceptible changes made to confuse the model.</a:t>
            </a:r>
            <a:br/>
            <a:r>
              <a:t>- Researchers are exploring ways to enhance the robustness of LLMs against evasion techniques, emphasizing the need for developing more resilient detection mechanisms to counter adversarial attacks effectively.</a:t>
            </a:r>
            <a:br/>
            <a:r>
              <a:t>- Link: https://arxiv.org/abs/2106.03068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"Challenges of Adversarial Attacks on LLM Detectors"</a:t>
            </a:r>
          </a:p>
        </p:txBody>
      </p:sp>
      <p:sp>
        <p:nvSpPr>
          <p:cNvPr id="3" name="Content Placeholder 2"/>
          <p:cNvSpPr>
            <a:spLocks noGrp="1"/>
          </p:cNvSpPr>
          <p:nvPr>
            <p:ph idx="1"/>
          </p:nvPr>
        </p:nvSpPr>
        <p:spPr/>
        <p:txBody>
          <a:bodyPr/>
          <a:lstStyle/>
          <a:p>
            <a:pPr>
              <a:defRPr sz="1200"/>
            </a:pPr>
            <a:r>
              <a:t>- Strategies for evading detection include data poisoning, synonym replacement, paraphrasing, and adversarial attacks, which aim to manipulate input data or alter language to bypass detection mechanisms effectively.</a:t>
            </a:r>
            <a:br/>
            <a:br/>
            <a:r>
              <a:t>- Exploiting vulnerabilities in detection models allows deceiving them into misclassifying content, highlighting the importance of understanding and addressing these weaknesses in LLM detectors.</a:t>
            </a:r>
            <a:br/>
            <a:br/>
            <a:r>
              <a:t>- Adversarial attacks on LLM content detectors involve manipulating input text to evade detection, posing challenges due to the imperceptible changes made to confuse the model. These attacks can subtly alter words to change the text's meaning without triggering suspicion, making it difficult for detectors to identify manipulated content accurately.</a:t>
            </a:r>
            <a:br/>
            <a:br/>
            <a:r>
              <a:t>- Researchers are exploring ways to enhance the robustness of LLMs against evasion techniques, emphasizing the need for developing more resilient detection mechanisms to counter adversarial attacks effectively. Techniques involve altering words to change text meaning without triggering suspicion, requiring robust detectors resistant to these evasion tactics.</a:t>
            </a:r>
            <a:br/>
            <a:br/>
            <a:r>
              <a:t>- Reference: https://arxiv.org/abs/2106.03068</a:t>
            </a:r>
            <a:br/>
            <a:br/>
            <a:r>
              <a:t>- Reference: https://arxiv.org/abs/2003.10307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Creating Adversarial Inputs for LLM Evasion</a:t>
            </a:r>
          </a:p>
        </p:txBody>
      </p:sp>
      <p:sp>
        <p:nvSpPr>
          <p:cNvPr id="3" name="Content Placeholder 2"/>
          <p:cNvSpPr>
            <a:spLocks noGrp="1"/>
          </p:cNvSpPr>
          <p:nvPr>
            <p:ph idx="1"/>
          </p:nvPr>
        </p:nvSpPr>
        <p:spPr/>
        <p:txBody>
          <a:bodyPr/>
          <a:lstStyle/>
          <a:p>
            <a:pPr>
              <a:defRPr sz="1200"/>
            </a:pPr>
            <a:r>
              <a:t>- Adversarial inputs aim to deceive LLM content detectors by subtly altering text through techniques like data poisoning, synonym replacement, paraphrasing, and adversarial attacks, which manipulate input data to bypass detection mechanisms effectively.</a:t>
            </a:r>
            <a:br/>
            <a:br/>
            <a:r>
              <a:t>- Researchers are focusing on developing robust detectors resistant to evasion tactics, emphasizing the importance of evaluating the reliability and security of LLMs in real-world applications against adversarial attacks that can manipulate model outputs with imperceptible changes to input data.</a:t>
            </a:r>
            <a:br/>
            <a:br/>
            <a:r>
              <a:t>- Adversarial attacks on LLM content detectors involve manipulating input text to evade detection, posing challenges due to the imperceptible changes made to confuse the model. These attacks can subtly alter words to change the text's meaning without triggering suspicion, making it difficult for detectors to accurately identify manipulated content.</a:t>
            </a:r>
            <a:br/>
            <a:br/>
            <a:r>
              <a:t>- Evaluating the robustness of LLMs to adversarial attacks is crucial to ensure the reliability and security of these models in real-world applications. A comprehensive study is necessary to assess the effectiveness of different defense mechanisms and identify vulnerabilities in LLMs when facing adversarial inputs.</a:t>
            </a:r>
            <a:br/>
            <a:br/>
            <a:r>
              <a:t>- Reference: https://arxiv.org/abs/2106.03068</a:t>
            </a:r>
            <a:br/>
            <a:br/>
            <a:r>
              <a:t>- Reference: https://arxiv.org/abs/2003.10307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LLM Detector Robustness Against Adversarial Attacks</a:t>
            </a:r>
          </a:p>
        </p:txBody>
      </p:sp>
      <p:sp>
        <p:nvSpPr>
          <p:cNvPr id="3" name="Content Placeholder 2"/>
          <p:cNvSpPr>
            <a:spLocks noGrp="1"/>
          </p:cNvSpPr>
          <p:nvPr>
            <p:ph idx="1"/>
          </p:nvPr>
        </p:nvSpPr>
        <p:spPr/>
        <p:txBody>
          <a:bodyPr/>
          <a:lstStyle/>
          <a:p>
            <a:pPr>
              <a:defRPr sz="1200"/>
            </a:pPr>
            <a:r>
              <a:t>- Adversarial inputs aim to deceive LLM content detectors by subtly altering text through techniques like data poisoning, synonym replacement, paraphrasing, and adversarial attacks, which manipulate input data to bypass detection mechanisms effectively.</a:t>
            </a:r>
            <a:br/>
            <a:br/>
            <a:r>
              <a:t>- Researchers are focusing on developing robust detectors resistant to evasion tactics, emphasizing the importance of evaluating the reliability and security of LLMs in real-world applications against adversarial attacks that can manipulate model outputs with imperceptible changes to input data.</a:t>
            </a:r>
            <a:br/>
            <a:br/>
            <a:r>
              <a:t>- Adversarial attacks on LLM content detectors involve manipulating input text to evade detection, posing challenges due to the imperceptible changes made to confuse the model. These attacks can subtly alter words to change the text's meaning without triggering suspicion, making it difficult for detectors to accurately identify manipulated content.</a:t>
            </a:r>
            <a:br/>
            <a:br/>
            <a:r>
              <a:t>- Evaluating the robustness of LLMs to adversarial attacks is crucial to ensure the reliability and security of these models in real-world applications. A comprehensive study is necessary to assess the effectiveness of different defense mechanisms and identify vulnerabilities in LLMs when facing adversarial inputs.</a:t>
            </a:r>
            <a:br/>
            <a:br/>
            <a:r>
              <a:t>- Reference: https://arxiv.org/abs/2106.03068</a:t>
            </a:r>
            <a:br/>
            <a:br/>
            <a:r>
              <a:t>- Reference: https://arxiv.org/abs/2003.10307</a:t>
            </a:r>
            <a:br/>
            <a:br/>
            <a:r>
              <a:t>- A comprehensive study on adversarial attacks against LLMs highlighted the susceptibility of these models to carefully crafted inputs that can deceive them into making incorrect predictions. Understanding the nuances of these attacks is essential for improving the robustness of LLM detectors and safeguarding against adversarial manipulation.</a:t>
            </a:r>
            <a:br/>
            <a:br/>
            <a:r>
              <a:t>- Results from the research indicated that while LLMs demonstrate impressive performance across various tasks, they remain vulnerable to adversarial inputs that can exploit weaknesses in model architecture and decision-making processes. This vulnerability underscores the need for ongoing evaluation and enhancement of LLM security measures to mitigate potential risks in practical applications.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LLM Detector Resilience: Countermeasures Overview</a:t>
            </a:r>
          </a:p>
        </p:txBody>
      </p:sp>
      <p:sp>
        <p:nvSpPr>
          <p:cNvPr id="3" name="Content Placeholder 2"/>
          <p:cNvSpPr>
            <a:spLocks noGrp="1"/>
          </p:cNvSpPr>
          <p:nvPr>
            <p:ph idx="1"/>
          </p:nvPr>
        </p:nvSpPr>
        <p:spPr/>
        <p:txBody>
          <a:bodyPr/>
          <a:lstStyle/>
          <a:p>
            <a:pPr>
              <a:defRPr sz="1200"/>
            </a:pPr>
            <a:r>
              <a:t>- Adversarial inputs aim to deceive LLM content detectors by subtly altering text through techniques like data poisoning, synonym replacement, paraphrasing, and adversarial attacks, which manipulate input data to bypass detection mechanisms effectively.</a:t>
            </a:r>
            <a:br/>
            <a:br/>
            <a:r>
              <a:t>- Researchers are focusing on developing robust detectors resistant to evasion tactics, emphasizing the importance of evaluating the reliability and security of LLMs in real-world applications against adversarial attacks that can manipulate model outputs with imperceptible changes to input data.</a:t>
            </a:r>
            <a:br/>
            <a:br/>
            <a:r>
              <a:t>- Adversarial attacks on LLM content detectors involve manipulating input text to evade detection, posing challenges due to the imperceptible changes made to confuse the model. These attacks can subtly alter words to change the text's meaning without triggering suspicion, making it difficult for detectors to accurately identify manipulated content.</a:t>
            </a:r>
            <a:br/>
            <a:br/>
            <a:r>
              <a:t>- Evaluating the robustness of LLMs to adversarial attacks is crucial to ensure the reliability and security of these models in real-world applications. A comprehensive study is necessary to assess the effectiveness of different defense mechanisms and identify vulnerabilities in LLMs when facing adversarial inputs.</a:t>
            </a:r>
            <a:br/>
            <a:br/>
            <a:r>
              <a:t>- Countermeasures against evading LLM detectors involve developing robust detection techniques, such as ensemble learning, feature engineering, and anomaly detection, to enhance the resilience of LLM content detection models.</a:t>
            </a:r>
            <a:br/>
            <a:br/>
            <a:r>
              <a:t>- Continuous updating of detection algorithms is essential to stay ahead of evasion tactics, ensuring that LLM detectors remain effective in identifying manipulated or generated content accurately.</a:t>
            </a:r>
            <a:br/>
            <a:br/>
            <a:r>
              <a:t>- Leveraging advanced machine learning approaches, including deep learning techniques and BERT-based models, can significantly improve the accuracy and efficiency of LLM-content detection systems in detecting adversarial inputs.</a:t>
            </a:r>
            <a:br/>
            <a:br/>
            <a:r>
              <a:t>- Researchers continue to explore new ways to evade detection and develop countermeasures to enhance the robustness of LLM models against adversarial attacks, highlighting the ongoing efforts to strengthen LLM content detection mechanisms.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Detection Accuracy with Ensemble Methods"</a:t>
            </a:r>
          </a:p>
        </p:txBody>
      </p:sp>
      <p:sp>
        <p:nvSpPr>
          <p:cNvPr id="3" name="Content Placeholder 2"/>
          <p:cNvSpPr>
            <a:spLocks noGrp="1"/>
          </p:cNvSpPr>
          <p:nvPr>
            <p:ph idx="1"/>
          </p:nvPr>
        </p:nvSpPr>
        <p:spPr/>
        <p:txBody>
          <a:bodyPr/>
          <a:lstStyle/>
          <a:p>
            <a:pPr>
              <a:defRPr sz="1200"/>
            </a:pPr>
            <a:r>
              <a:t>- Adversarial inputs aim to deceive LLM content detectors by subtly altering text through techniques like data poisoning, synonym replacement, paraphrasing, and adversarial attacks, which manipulate input data to bypass detection mechanisms effectively.</a:t>
            </a:r>
            <a:br/>
            <a:br/>
            <a:r>
              <a:t>- Researchers emphasize the critical role of pre-training data in determining the effectiveness of large language models. The quality, diversity, and size of the pre-training data significantly impact the model's language understanding and generation capabilities.</a:t>
            </a:r>
            <a:br/>
            <a:br/>
            <a:r>
              <a:t>- Researchers are focusing on developing robust detectors resistant to evasion tactics, emphasizing the importance of evaluating the reliability and security of LLMs in real-world applications against adversarial attacks that can manipulate model outputs with imperceptible changes to input data.</a:t>
            </a:r>
            <a:br/>
            <a:br/>
            <a:r>
              <a:t>- Adversarial attacks on LLM content detectors involve manipulating input text to evade detection, posing challenges due to the imperceptible changes made to confuse the model. These attacks can subtly alter words to change the text's meaning without triggering suspicion, making it difficult for detectors to accurately identify manipulated content.</a:t>
            </a:r>
            <a:br/>
            <a:br/>
            <a:r>
              <a:t>- Evaluating the robustness of LLMs to adversarial attacks is crucial to ensure the reliability and security of these models in real-world applications. A comprehensive study is necessary to assess the effectiveness of different defense mechanisms and identify vulnerabilities in LLMs when facing adversarial inputs.</a:t>
            </a:r>
            <a:br/>
            <a:br/>
            <a:r>
              <a:t>- Countermeasures against evading LLM detectors involve developing robust detection techniques, such as ensemble learning, feature engineering, and anomaly detection, to enhance the resilience of LLM content detection models.</a:t>
            </a:r>
            <a:br/>
            <a:br/>
            <a:r>
              <a:t>- Continuous updating of detection algorithms is essential to stay ahead of evasion tactics, ensuring that LLM detectors remain effective in identifying manipulated or generated content accurately.</a:t>
            </a:r>
            <a:br/>
            <a:br/>
            <a:r>
              <a:t>- Leveraging advanced machine learning approaches, including deep learning techniques and BERT-based models, can significantly improve the accuracy and efficiency of LLM-content detection systems in detecting adversarial inputs.</a:t>
            </a:r>
            <a:br/>
            <a:br/>
            <a:r>
              <a:t>- Researchers continue to explore new ways to evade detection and develop countermeasures to enhance the robustness of LLM models against adversarial attacks, highlighting the ongoing efforts to strengthen LLM content detection mechanisms.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LLM Content Detection Through Feature Engineering"</a:t>
            </a:r>
          </a:p>
        </p:txBody>
      </p:sp>
      <p:sp>
        <p:nvSpPr>
          <p:cNvPr id="3" name="Content Placeholder 2"/>
          <p:cNvSpPr>
            <a:spLocks noGrp="1"/>
          </p:cNvSpPr>
          <p:nvPr>
            <p:ph idx="1"/>
          </p:nvPr>
        </p:nvSpPr>
        <p:spPr/>
        <p:txBody>
          <a:bodyPr/>
          <a:lstStyle/>
          <a:p>
            <a:pPr>
              <a:defRPr sz="1200"/>
            </a:pPr>
            <a:r>
              <a:t>- Adversarial inputs aim to deceive LLM content detectors by subtly altering text through techniques like data poisoning, synonym replacement, paraphrasing, and adversarial attacks, which manipulate input data to bypass detection mechanisms effectively.</a:t>
            </a:r>
            <a:br/>
            <a:br/>
            <a:r>
              <a:t>- Researchers emphasize the critical role of pre-training data in determining the effectiveness of large language models. The quality, diversity, and size of the pre-training data significantly impact the model's language understanding and generation capabilities.</a:t>
            </a:r>
            <a:br/>
            <a:br/>
            <a:r>
              <a:t>- Researchers are focusing on developing robust detectors resistant to evasion tactics, emphasizing the importance of evaluating the reliability and security of LLMs in real-world applications against adversarial attacks that can manipulate model outputs with imperceptible changes to input data.</a:t>
            </a:r>
            <a:br/>
            <a:br/>
            <a:r>
              <a:t>- Adversarial attacks on LLM content detectors involve manipulating input text to evade detection, posing challenges due to the imperceptible changes made to confuse the model. These attacks can subtly alter words to change the text's meaning without triggering suspicion, making it difficult for detectors to accurately identify manipulated content.</a:t>
            </a:r>
            <a:br/>
            <a:br/>
            <a:r>
              <a:t>- Evaluating the robustness of LLMs to adversarial attacks is crucial to ensure the reliability and security of these models in real-world applications. A comprehensive study is necessary to assess the effectiveness of different defense mechanisms and identify vulnerabilities in LLMs when facing adversarial inputs.</a:t>
            </a:r>
            <a:br/>
            <a:br/>
            <a:r>
              <a:t>- Countermeasures against evading LLM detectors involve developing robust detection techniques, such as ensemble learning, feature engineering, and anomaly detection, to enhance the resilience of LLM content detection models.</a:t>
            </a:r>
            <a:br/>
            <a:br/>
            <a:r>
              <a:t>- Continuous updating of detection algorithms is essential to stay ahead of evasion tactics, ensuring that LLM detectors remain effective in identifying manipulated or generated content accurately.</a:t>
            </a:r>
            <a:br/>
            <a:br/>
            <a:r>
              <a:t>- Leveraging advanced machine learning approaches, including deep learning techniques and BERT-based models, can significantly improve the accuracy and efficiency of LLM-content detection systems in detecting adversarial inputs.</a:t>
            </a:r>
            <a:br/>
            <a:br/>
            <a:r>
              <a:t>- Researchers continue to explore new ways to evade detection and develop countermeasures to enhance the robustness of LLM models against adversarial attacks, highlighting the ongoing efforts to strengthen LLM content detection mechanisms.</a:t>
            </a:r>
            <a:br/>
            <a:br/>
            <a:r>
              <a:t>- Improving the performance of Large Language Models (LLMs) on machine translation tasks has been a focus of recent research efforts. One common approach is fine-tuning the LLM on specific translation datasets to enhance its ability to generate accurate and fluent translations. Another strategy involves incorporating task-specific information during pre-training to better align the model's parameters with the requirements of translation tasks. Additionally, ensembling multiple LLMs or combining them with traditional machine translation systems has shown promising results in improving translation quality and fluency.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"Anomaly Detection in LLM Content: Techniques and Benefits"</a:t>
            </a:r>
          </a:p>
        </p:txBody>
      </p:sp>
      <p:sp>
        <p:nvSpPr>
          <p:cNvPr id="3" name="Content Placeholder 2"/>
          <p:cNvSpPr>
            <a:spLocks noGrp="1"/>
          </p:cNvSpPr>
          <p:nvPr>
            <p:ph idx="1"/>
          </p:nvPr>
        </p:nvSpPr>
        <p:spPr/>
        <p:txBody>
          <a:bodyPr/>
          <a:lstStyle/>
          <a:p>
            <a:pPr>
              <a:defRPr sz="1200"/>
            </a:pPr>
            <a:r>
              <a:t>- Anomaly detection methods in LLM content aim to identify unusual patterns or deviations from normal behavior by analyzing data for outliers, inconsistencies, or irregularities.</a:t>
            </a:r>
            <a:br/>
            <a:r>
              <a:t>- Techniques such as clustering, density estimation, and statistical methods are employed to enhance anomaly detection in LLM-generated content.</a:t>
            </a:r>
            <a:br/>
            <a:r>
              <a:t>- Anomaly detection plays a crucial role in improving the reliability and security of LLM content detection models by flagging potentially malicious or manipulated content.</a:t>
            </a:r>
            <a:br/>
            <a:r>
              <a:t>- Scalability analysis of large language models for content generation involves evaluating their efficiency and effectiveness as they handle increasing amounts of data and tasks without compromising performance, emphasizing the need for robust anomaly detection methods in LLM content.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LLM Detector Resilience: Countermeasures Overview</a:t>
            </a:r>
          </a:p>
        </p:txBody>
      </p:sp>
      <p:sp>
        <p:nvSpPr>
          <p:cNvPr id="3" name="Content Placeholder 2"/>
          <p:cNvSpPr>
            <a:spLocks noGrp="1"/>
          </p:cNvSpPr>
          <p:nvPr>
            <p:ph idx="1"/>
          </p:nvPr>
        </p:nvSpPr>
        <p:spPr/>
        <p:txBody>
          <a:bodyPr/>
          <a:lstStyle/>
          <a:p>
            <a:pPr>
              <a:defRPr sz="1200"/>
            </a:pPr>
            <a:r>
              <a:t>- Anomaly detection methods in LLM content aim to identify unusual patterns or deviations from normal behavior by analyzing data for outliers, inconsistencies, or irregularities.</a:t>
            </a:r>
            <a:br/>
            <a:r>
              <a:t>- Techniques such as clustering, density estimation, and statistical methods are employed to enhance anomaly detection in LLM-generated content.</a:t>
            </a:r>
            <a:br/>
            <a:r>
              <a:t>- Anomaly detection plays a crucial role in improving the reliability and security of LLM content detection models by flagging potentially malicious or manipulated content.</a:t>
            </a:r>
            <a:br/>
            <a:r>
              <a:t>- Scalability analysis of large language models for content generation involves evaluating their efficiency and effectiveness as they handle increasing amounts of data and tasks without compromising performance, emphasizing the need for robust anomaly detection methods in LLM content.</a:t>
            </a:r>
            <a:br/>
            <a:r>
              <a:t>- Transfer learning enables LLMs to leverage previously acquired knowledge to enhance performance on new tasks, allowing for quick adaptation and generalization with minimal additional training.</a:t>
            </a:r>
            <a:br/>
            <a:r>
              <a:t>- Fine-tuning pre-trained LLMs on specific datasets related to target tasks facilitates rapid learning of task-specific patterns and nuances, contributing to improved task performance and domain adaptation.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LLM Detection Robustness</a:t>
            </a:r>
          </a:p>
        </p:txBody>
      </p:sp>
      <p:sp>
        <p:nvSpPr>
          <p:cNvPr id="3" name="Content Placeholder 2"/>
          <p:cNvSpPr>
            <a:spLocks noGrp="1"/>
          </p:cNvSpPr>
          <p:nvPr>
            <p:ph idx="1"/>
          </p:nvPr>
        </p:nvSpPr>
        <p:spPr/>
        <p:txBody>
          <a:bodyPr/>
          <a:lstStyle/>
          <a:p>
            <a:pPr>
              <a:defRPr sz="1200"/>
            </a:pPr>
            <a:r>
              <a:t>- Anomaly detection methods in LLM content aim to identify unusual patterns or deviations from normal behavior by analyzing data for outliers, inconsistencies, or irregularities.</a:t>
            </a:r>
            <a:br/>
            <a:r>
              <a:t>- Techniques such as clustering, density estimation, and statistical methods are employed to enhance anomaly detection in LLM-generated content.</a:t>
            </a:r>
            <a:br/>
            <a:r>
              <a:t>- Anomaly detection plays a crucial role in improving the reliability and security of LLM content detection models by flagging potentially malicious or manipulated content.</a:t>
            </a:r>
            <a:br/>
            <a:r>
              <a:t>- Scalability analysis of large language models for content generation involves evaluating their efficiency and effectiveness as they handle increasing amounts of data and tasks without compromising performance, emphasizing the need for robust anomaly detection methods in LLM content.</a:t>
            </a:r>
            <a:br/>
            <a:r>
              <a:t>- Transfer learning enables LLMs to leverage previously acquired knowledge to enhance performance on new tasks, allowing for quick adaptation and generalization with minimal additional training.</a:t>
            </a:r>
            <a:br/>
            <a:r>
              <a:t>- Fine-tuning pre-trained LLMs on specific datasets related to target tasks facilitates rapid learning of task-specific patterns and nuances, contributing to improved task performance and domain adaptation.</a:t>
            </a:r>
            <a:br/>
            <a:r>
              <a:t>- Researchers are exploring methods to enhance the interpretability of LLM-generated content, including developing visualization tools, creating explanations for model decisions, and evaluating the impact of model architecture on interpretability for transparency, trust, and accountability in LLM applications.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"Deceptive Data Poisoning Tactics for LLM Detection"</a:t>
            </a:r>
          </a:p>
        </p:txBody>
      </p:sp>
      <p:sp>
        <p:nvSpPr>
          <p:cNvPr id="3" name="Content Placeholder 2"/>
          <p:cNvSpPr>
            <a:spLocks noGrp="1"/>
          </p:cNvSpPr>
          <p:nvPr>
            <p:ph idx="1"/>
          </p:nvPr>
        </p:nvSpPr>
        <p:spPr/>
        <p:txBody>
          <a:bodyPr/>
          <a:lstStyle/>
          <a:p>
            <a:pPr>
              <a:defRPr sz="1200"/>
            </a:pPr>
            <a:r>
              <a:t>- Anomaly detection methods in LLM content aim to identify unusual patterns or deviations from normal behavior by analyzing data for outliers, inconsistencies, or irregularities.</a:t>
            </a:r>
            <a:br/>
            <a:r>
              <a:t>- Techniques such as clustering, density estimation, and statistical methods are employed to enhance anomaly detection in LLM-generated content.</a:t>
            </a:r>
            <a:br/>
            <a:r>
              <a:t>- Anomaly detection plays a crucial role in improving the reliability and security of LLM content detection models by flagging potentially malicious or manipulated content.</a:t>
            </a:r>
            <a:br/>
            <a:r>
              <a:t>- Scalability analysis of large language models for content generation involves evaluating their efficiency and effectiveness as they handle increasing amounts of data and tasks without compromising performance, emphasizing the need for robust anomaly detection methods in LLM content.</a:t>
            </a:r>
            <a:br/>
            <a:r>
              <a:t>- Transfer learning enables LLMs to leverage previously acquired knowledge to enhance performance on new tasks, allowing for quick adaptation and generalization with minimal additional training.</a:t>
            </a:r>
            <a:br/>
            <a:r>
              <a:t>- Fine-tuning pre-trained LLMs on specific datasets related to target tasks facilitates rapid learning of task-specific patterns and nuances, contributing to improved task performance and domain adaptation.</a:t>
            </a:r>
            <a:br/>
            <a:r>
              <a:t>- Researchers are exploring methods to enhance the interpretability of LLM-generated content, including developing visualization tools, creating explanations for model decisions, and evaluating the impact of model architecture on interpretability for transparency, trust, and accountability in LLM applications.</a:t>
            </a:r>
            <a:br/>
            <a:r>
              <a:t>- Detecting LLM-Content poses several challenges in the field of natural language processing and machine learning. One key challenge is the ability of LLMs to generate highly realistic and human-like text, making it difficult for traditional detection methods to distinguish between genuine and generated content. Additionally, LLMs can adapt and evolve over time, requiring detection models to continuously update and improve to keep up with these advancements.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"Synonym Replacement Techniques for LLM Evasion"</a:t>
            </a:r>
          </a:p>
        </p:txBody>
      </p:sp>
      <p:sp>
        <p:nvSpPr>
          <p:cNvPr id="3" name="Content Placeholder 2"/>
          <p:cNvSpPr>
            <a:spLocks noGrp="1"/>
          </p:cNvSpPr>
          <p:nvPr>
            <p:ph idx="1"/>
          </p:nvPr>
        </p:nvSpPr>
        <p:spPr/>
        <p:txBody>
          <a:bodyPr/>
          <a:lstStyle/>
          <a:p>
            <a:pPr>
              <a:defRPr sz="1200"/>
            </a:pPr>
            <a:r>
              <a:t>- Anomaly detection methods in LLM content aim to identify unusual patterns or deviations from normal behavior by analyzing data for outliers, inconsistencies, or irregularities.</a:t>
            </a:r>
            <a:br/>
            <a:r>
              <a:t>- Techniques such as clustering, density estimation, and statistical methods are employed to enhance anomaly detection in LLM-generated content.</a:t>
            </a:r>
            <a:br/>
            <a:r>
              <a:t>- Anomaly detection plays a crucial role in improving the reliability and security of LLM content detection models by flagging potentially malicious or manipulated content.</a:t>
            </a:r>
            <a:br/>
            <a:r>
              <a:t>- Scalability analysis of large language models for content generation involves evaluating their efficiency and effectiveness as they handle increasing amounts of data and tasks without compromising performance, emphasizing the need for robust anomaly detection methods in LLM content.</a:t>
            </a:r>
            <a:br/>
            <a:r>
              <a:t>- Transfer learning enables LLMs to leverage previously acquired knowledge to enhance performance on new tasks, allowing for quick adaptation and generalization with minimal additional training.</a:t>
            </a:r>
            <a:br/>
            <a:r>
              <a:t>- Fine-tuning pre-trained LLMs on specific datasets related to target tasks facilitates rapid learning of task-specific patterns and nuances, contributing to improved task performance and domain adaptation.</a:t>
            </a:r>
            <a:br/>
            <a:r>
              <a:t>- Researchers are exploring methods to enhance the interpretability of LLM-generated content, including developing visualization tools, creating explanations for model decisions, and evaluating the impact of model architecture on interpretability for transparency, trust, and accountability in LLM applications.</a:t>
            </a:r>
            <a:br/>
            <a:r>
              <a:t>- Detecting LLM-Content poses several challenges in the field of natural language processing and machine learning. One key challenge is the ability of LLMs to generate highly realistic and human-like text, making it difficult for traditional detection methods to distinguish between genuine and generated content. Additionally, LLMs can adapt and evolve over time, requiring detection models to continuously update and improve to keep up with these advancements.</a:t>
            </a:r>
            <a:br/>
            <a:r>
              <a:t>- Evading LLM detectors involves various methods and techniques to bypass detection mechanisms. Some common strategies include obfuscation of text, adding noise or irrelevant content, using synonyms or paraphrasing to alter the text, breaking up suspicious patterns, and exploiting weaknesses in the detection models.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"Paraphrasing Strategies for LLM Evasion"</a:t>
            </a:r>
          </a:p>
        </p:txBody>
      </p:sp>
      <p:sp>
        <p:nvSpPr>
          <p:cNvPr id="3" name="Content Placeholder 2"/>
          <p:cNvSpPr>
            <a:spLocks noGrp="1"/>
          </p:cNvSpPr>
          <p:nvPr>
            <p:ph idx="1"/>
          </p:nvPr>
        </p:nvSpPr>
        <p:spPr/>
        <p:txBody>
          <a:bodyPr/>
          <a:lstStyle/>
          <a:p>
            <a:pPr>
              <a:defRPr sz="1200"/>
            </a:pPr>
            <a:r>
              <a:t>- Anomaly detection methods in LLM content aim to identify unusual patterns or deviations from normal behavior by analyzing data for outliers, inconsistencies, or irregularities. These methods leverage techniques such as clustering, density estimation, and statistical analysis to enhance the detection of anomalous content in LLM-generated text.</a:t>
            </a:r>
            <a:br/>
            <a:r>
              <a:t>- Incorporating context plays a crucial role in large language model (LLM) content generation by providing the necessary background information and details for the generated text. LLMs use context to understand the meaning of words and phrases, anticipate the next words in a sentence, and ensure coherence and relevance in the generated content, ultimately leading to improved performance in various natural language processing tasks.</a:t>
            </a:r>
            <a:br/>
            <a:r>
              <a:t>- Techniques such as transfer learning enable LLMs to leverage previously acquired knowledge to enhance performance on new tasks, facilitating quick adaptation and generalization with minimal additional training. Fine-tuning pre-trained LLMs on specific datasets related to target tasks further enhances the rapid learning of task-specific patterns and nuances, contributing to improved task performance and domain adaptation.</a:t>
            </a:r>
            <a:br/>
            <a:r>
              <a:t>- Researchers are actively exploring methods to enhance the interpretability of LLM-generated content, including the development of visualization tools, creation of explanations for model decisions, and evaluation of the impact of model architecture on interpretability. These efforts aim to promote transparency, trust, and accountability in LLM applications by making the generated content more understandable and interpretable for users.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"Adversarial Attacks on LLM Evasion"</a:t>
            </a:r>
          </a:p>
        </p:txBody>
      </p:sp>
      <p:sp>
        <p:nvSpPr>
          <p:cNvPr id="3" name="Content Placeholder 2"/>
          <p:cNvSpPr>
            <a:spLocks noGrp="1"/>
          </p:cNvSpPr>
          <p:nvPr>
            <p:ph idx="1"/>
          </p:nvPr>
        </p:nvSpPr>
        <p:spPr/>
        <p:txBody>
          <a:bodyPr/>
          <a:lstStyle/>
          <a:p>
            <a:pPr>
              <a:defRPr sz="1200"/>
            </a:pPr>
            <a:r>
              <a:t>- Adversarial attacks on LLMs involve manipulating input text to deceive detection models, leading to misclassification or failure to detect certain content accurately.</a:t>
            </a:r>
            <a:br/>
            <a:r>
              <a:t>- Small, carefully crafted changes to input text can confuse LLM models and evade detection mechanisms, highlighting the vulnerability of LLMs to adversarial manipulation.</a:t>
            </a:r>
            <a:br/>
            <a:r>
              <a:t>- Researchers are actively exploring ways to enhance the robustness of LLMs against evasion techniques by developing new evaluation frameworks and testing methodologies to assess their vulnerability to adversarial attacks.</a:t>
            </a:r>
            <a:br/>
            <a:r>
              <a:t>- Adversarial attacks pose a significant challenge to the robustness of LLMs, requiring comprehensive testing methodologies and datasets that simulate real-world attack scenarios to evaluate the effectiveness of detection mechanisms.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"Text Manipulation for LLM Evasion"</a:t>
            </a:r>
          </a:p>
        </p:txBody>
      </p:sp>
      <p:sp>
        <p:nvSpPr>
          <p:cNvPr id="3" name="Content Placeholder 2"/>
          <p:cNvSpPr>
            <a:spLocks noGrp="1"/>
          </p:cNvSpPr>
          <p:nvPr>
            <p:ph idx="1"/>
          </p:nvPr>
        </p:nvSpPr>
        <p:spPr/>
        <p:txBody>
          <a:bodyPr/>
          <a:lstStyle/>
          <a:p>
            <a:pPr>
              <a:defRPr sz="1200"/>
            </a:pPr>
            <a:r>
              <a:t>- Adversarial attacks on LLMs involve manipulating input text to deceive detection models, leading to misclassification or failure to detect certain content accurately.</a:t>
            </a:r>
            <a:br/>
            <a:r>
              <a:t>- Small, carefully crafted changes to input text can confuse LLM models and evade detection mechanisms, highlighting the vulnerability of LLMs to adversarial manipulation.</a:t>
            </a:r>
            <a:br/>
            <a:r>
              <a:t>- Researchers are actively exploring ways to enhance the robustness of LLMs against evasion techniques by developing new evaluation frameworks and testing methodologies to assess their vulnerability to adversarial attacks.</a:t>
            </a:r>
            <a:br/>
            <a:r>
              <a:t>- Adversarial attacks pose a significant challenge to the robustness of LLMs, requiring comprehensive testing methodologies and datasets that simulate real-world attack scenarios to evaluate the effectiveness of detection mechanisms.</a:t>
            </a:r>
            <a:br/>
            <a:r>
              <a:t>- Understanding the ethical implications of LLM content generation is essential for addressing issues related to bias, misinformation, and harmful content that may be produced by these powerful models. Responsible use of LLM technologies is critical in mitigating potential ethical concerns and ensuring the positive impact of these advancements in natural language processing.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"Deceptive Techniques for Evading LLM Detection"</a:t>
            </a:r>
          </a:p>
        </p:txBody>
      </p:sp>
      <p:sp>
        <p:nvSpPr>
          <p:cNvPr id="3" name="Content Placeholder 2"/>
          <p:cNvSpPr>
            <a:spLocks noGrp="1"/>
          </p:cNvSpPr>
          <p:nvPr>
            <p:ph idx="1"/>
          </p:nvPr>
        </p:nvSpPr>
        <p:spPr/>
        <p:txBody>
          <a:bodyPr/>
          <a:lstStyle/>
          <a:p>
            <a:pPr>
              <a:defRPr sz="1200"/>
            </a:pPr>
            <a:r>
              <a:t>- Adversarial attacks on LLMs involve manipulating input text to deceive detection models, leading to misclassification or failure to detect certain content accurately.</a:t>
            </a:r>
            <a:br/>
            <a:r>
              <a:t>- Small, carefully crafted changes to input text can confuse LLM models and evade detection mechanisms, highlighting the vulnerability of LLMs to adversarial manipulation.</a:t>
            </a:r>
            <a:br/>
            <a:r>
              <a:t>- Researchers are actively exploring ways to enhance the robustness of LLMs against evasion techniques by developing new evaluation frameworks and testing methodologies to assess their vulnerability to adversarial attacks.</a:t>
            </a:r>
            <a:br/>
            <a:r>
              <a:t>- Adversarial attacks pose a significant challenge to the robustness of LLMs, requiring comprehensive testing methodologies and datasets that simulate real-world attack scenarios to evaluate the effectiveness of detection mechanisms.</a:t>
            </a:r>
            <a:br/>
            <a:r>
              <a:t>- Understanding the ethical implications of LLM content generation is essential for addressing issues related to bias, misinformation, and harmful content that may be produced by these powerful models. Responsible use of LLM technologies is critical in mitigating potential ethical concerns and ensuring the positive impact of these advancements in natural language processing.</a:t>
            </a:r>
            <a:br/>
            <a:r>
              <a:t>- Imperceptible changes in text involve making subtle modifications that are not easily noticeable, such as altering punctuation, changing word order slightly, or adjusting sentence structure.</a:t>
            </a:r>
            <a:br/>
            <a:r>
              <a:t>- These changes aim to deceive LLM detectors by evading detection mechanisms, allowing adversaries to manipulate the input text and bypass detection models effectively.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"LLM Vulnerability to Adversarial Attacks"</a:t>
            </a:r>
          </a:p>
        </p:txBody>
      </p:sp>
      <p:sp>
        <p:nvSpPr>
          <p:cNvPr id="3" name="Content Placeholder 2"/>
          <p:cNvSpPr>
            <a:spLocks noGrp="1"/>
          </p:cNvSpPr>
          <p:nvPr>
            <p:ph idx="1"/>
          </p:nvPr>
        </p:nvSpPr>
        <p:spPr/>
        <p:txBody>
          <a:bodyPr/>
          <a:lstStyle/>
          <a:p>
            <a:pPr>
              <a:defRPr sz="1200"/>
            </a:pPr>
            <a:r>
              <a:t>- Adversarial attacks on LLMs involve manipulating input text to deceive detection models, leading to misclassification or failure to detect certain content accurately.</a:t>
            </a:r>
            <a:br/>
            <a:r>
              <a:t>- Small, carefully crafted changes to input text can confuse LLM models and evade detection mechanisms, highlighting the vulnerability of LLMs to adversarial manipulation.</a:t>
            </a:r>
            <a:br/>
            <a:r>
              <a:t>- Evaluating the robustness of Large Language Models (LLMs) to adversarial attacks involves testing the models' ability to maintain performance and accuracy when faced with intentionally crafted input designed to deceive the model (Source: Research on LLM robustness evaluation).</a:t>
            </a:r>
            <a:br/>
            <a:r>
              <a:t>- Adversarial attacks can include subtle modifications to input data that lead the model to make incorrect predictions, posing a significant challenge to the reliability and security of LLMs in real-world applications (Source: Research on LLM adversarial attacks).</a:t>
            </a:r>
            <a:br/>
            <a:r>
              <a:t>- Researchers are actively exploring ways to enhance the robustness of LLMs against evasion techniques by developing new evaluation frameworks and testing methodologies to assess their vulnerability to adversarial attacks (Source: Research on LLM robustness enhancement).</a:t>
            </a:r>
            <a:br/>
            <a:r>
              <a:t>- Adversarial attacks require comprehensive testing methodologies and datasets that simulate real-world attack scenarios to evaluate the effectiveness of detection mechanisms in detecting manipulated content accurately (Source: Research on adversarial attack testing methodologies).</a:t>
            </a:r>
            <a:br/>
            <a:r>
              <a:t>- Understanding the ethical implications of LLM content generation is essential for addressing issues related to bias, misinformation, and harmful content that may be produced by these powerful models. Responsible use of LLM technologies is critical in mitigating potential ethical concerns and ensuring the positive impact of these advancements in natural language processing.</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"Protecting LLM Content: Digital Watermarking Techniques"</a:t>
            </a:r>
          </a:p>
        </p:txBody>
      </p:sp>
      <p:sp>
        <p:nvSpPr>
          <p:cNvPr id="3" name="Content Placeholder 2"/>
          <p:cNvSpPr>
            <a:spLocks noGrp="1"/>
          </p:cNvSpPr>
          <p:nvPr>
            <p:ph idx="1"/>
          </p:nvPr>
        </p:nvSpPr>
        <p:spPr/>
        <p:txBody>
          <a:bodyPr/>
          <a:lstStyle/>
          <a:p>
            <a:pPr>
              <a:defRPr sz="1200"/>
            </a:pPr>
            <a:r>
              <a:t>- Digital watermarking is a technique used to embed imperceptible information into digital content, such as LLM-generated text, to uniquely identify the owner or track the origin of the content.</a:t>
            </a:r>
            <a:br/>
            <a:r>
              <a:t>- Various techniques for digital watermarking, including spatial domain, frequency domain, and spread spectrum methods, can be utilized to protect LLM content from unauthorized use and distribution.</a:t>
            </a:r>
            <a:br/>
            <a:r>
              <a:t>- In the context of LLM content protection, digital watermarking serves as a crucial tool to embed ownership information or unique identifiers within generated content, aiding in identifying the source of leaked or unauthorized material.</a:t>
            </a:r>
            <a:br/>
            <a:r>
              <a:t>- By applying digital watermarking techniques to LLM content, creators can enhance the security and traceability of their work, safeguarding it against unauthorized manipulation or distribution.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"Embedding Unique Identifiers in LLM Content"</a:t>
            </a:r>
          </a:p>
        </p:txBody>
      </p:sp>
      <p:sp>
        <p:nvSpPr>
          <p:cNvPr id="3" name="Content Placeholder 2"/>
          <p:cNvSpPr>
            <a:spLocks noGrp="1"/>
          </p:cNvSpPr>
          <p:nvPr>
            <p:ph idx="1"/>
          </p:nvPr>
        </p:nvSpPr>
        <p:spPr/>
        <p:txBody>
          <a:bodyPr/>
          <a:lstStyle/>
          <a:p>
            <a:pPr>
              <a:defRPr sz="1200"/>
            </a:pPr>
            <a:r>
              <a:t>Enhanced Content:</a:t>
            </a:r>
            <a:br/>
            <a:r>
              <a:t>- Digital watermarking is a technique used to embed imperceptible information into digital content, such as LLM-generated text, to uniquely identify the owner or track the origin of the content.</a:t>
            </a:r>
            <a:br/>
            <a:r>
              <a:t>- Various techniques for digital watermarking, including spatial domain, frequency domain, and spread spectrum methods, can be utilized to protect LLM content from unauthorized use and distribution.</a:t>
            </a:r>
            <a:br/>
            <a:r>
              <a:t>- Invisible watermarking plays a crucial role in uniquely identifying the source or ownership of LLM-generated content, thereby safeguarding intellectual property rights.</a:t>
            </a:r>
            <a:br/>
            <a:r>
              <a:t>- Watermarking LLM content ensures the security and integrity of the generated material, preventing unauthorized access and enhancing traceability in case of misuse or unauthorized distribution.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"Protecting LLM Content with Digital Watermarking"</a:t>
            </a:r>
          </a:p>
        </p:txBody>
      </p:sp>
      <p:sp>
        <p:nvSpPr>
          <p:cNvPr id="3" name="Content Placeholder 2"/>
          <p:cNvSpPr>
            <a:spLocks noGrp="1"/>
          </p:cNvSpPr>
          <p:nvPr>
            <p:ph idx="1"/>
          </p:nvPr>
        </p:nvSpPr>
        <p:spPr/>
        <p:txBody>
          <a:bodyPr/>
          <a:lstStyle/>
          <a:p>
            <a:pPr>
              <a:defRPr sz="1200"/>
            </a:pPr>
            <a:r>
              <a:t>Enhanced Content:</a:t>
            </a:r>
            <a:br/>
            <a:r>
              <a:t>- Digital watermarking is a technique used to embed imperceptible information into digital content, such as LLM-generated text, to uniquely identify the owner or track the origin of the content.</a:t>
            </a:r>
            <a:br/>
            <a:r>
              <a:t>- Various techniques for digital watermarking, including spatial domain, frequency domain, and spread spectrum methods, can be utilized to protect LLM content from unauthorized use and distribution.</a:t>
            </a:r>
            <a:br/>
            <a:r>
              <a:t>- Invisible watermarking plays a crucial role in uniquely identifying the source or ownership of LLM-generated content, thereby safeguarding intellectual property rights.</a:t>
            </a:r>
            <a:br/>
            <a:r>
              <a:t>- Watermarking LLM content ensures the security and integrity of the generated material, preventing unauthorized access and enhancing traceability in case of misuse or unauthorized distribution.</a:t>
            </a:r>
            <a:br/>
            <a:r>
              <a:t>- Evaluating the interpretability of LLM-generated content involves human evaluation studies, metrics like BLEU and ROUGE scores, and attention visualization techniques to understand the model's decision-making process and coherence of the generated text.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"Invisible Watermarking for LLM Content Protection"</a:t>
            </a:r>
          </a:p>
        </p:txBody>
      </p:sp>
      <p:sp>
        <p:nvSpPr>
          <p:cNvPr id="3" name="Content Placeholder 2"/>
          <p:cNvSpPr>
            <a:spLocks noGrp="1"/>
          </p:cNvSpPr>
          <p:nvPr>
            <p:ph idx="1"/>
          </p:nvPr>
        </p:nvSpPr>
        <p:spPr/>
        <p:txBody>
          <a:bodyPr/>
          <a:lstStyle/>
          <a:p>
            <a:pPr>
              <a:defRPr sz="1200"/>
            </a:pPr>
            <a:r>
              <a:t>- Digital watermarking is a technique used to embed imperceptible information into digital content, such as LLM-generated text, to uniquely identify the owner or track the origin of the content.</a:t>
            </a:r>
            <a:br/>
            <a:r>
              <a:t>- Various techniques for digital watermarking, including spatial domain, frequency domain, and spread spectrum methods, can be utilized to protect LLM content from unauthorized use and distribution.</a:t>
            </a:r>
            <a:br/>
            <a:r>
              <a:t>- Invisible watermarking plays a crucial role in uniquely identifying the source or ownership of LLM-generated content, thereby safeguarding intellectual property rights.</a:t>
            </a:r>
            <a:br/>
            <a:r>
              <a:t>- Watermarking LLM content ensures the security and integrity of the generated material, preventing unauthorized access and enhancing traceability in case of misuse or unauthorized distribution.</a:t>
            </a:r>
            <a:br/>
            <a:r>
              <a:t>- By applying digital watermarking to LLM content, creators can protect their intellectual property and track the distribution and usage of their text effectively.</a:t>
            </a:r>
            <a:br/>
            <a:r>
              <a:t>- The embedded information in digital watermarking serves as a unique identifier or proof of ownership for the content, enhancing its security and authenticity.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"LLM Content Ownership Verification Techniques"</a:t>
            </a:r>
          </a:p>
        </p:txBody>
      </p:sp>
      <p:sp>
        <p:nvSpPr>
          <p:cNvPr id="3" name="Content Placeholder 2"/>
          <p:cNvSpPr>
            <a:spLocks noGrp="1"/>
          </p:cNvSpPr>
          <p:nvPr>
            <p:ph idx="1"/>
          </p:nvPr>
        </p:nvSpPr>
        <p:spPr/>
        <p:txBody>
          <a:bodyPr/>
          <a:lstStyle/>
          <a:p>
            <a:pPr>
              <a:defRPr sz="1200"/>
            </a:pPr>
            <a:r>
              <a:t>- Digital watermarking is a technique used to embed imperceptible information into digital content, such as LLM-generated text, to uniquely identify the owner or track the origin of the content.</a:t>
            </a:r>
            <a:br/>
            <a:r>
              <a:t>- Various techniques for digital watermarking, including spatial domain, frequency domain, and spread spectrum methods, can be utilized to protect LLM content from unauthorized use and distribution.</a:t>
            </a:r>
            <a:br/>
            <a:r>
              <a:t>- Invisible watermarking plays a crucial role in uniquely identifying the source or ownership of LLM-generated content, thereby safeguarding intellectual property rights.</a:t>
            </a:r>
            <a:br/>
            <a:r>
              <a:t>- Watermarking LLM content ensures the security and integrity of the generated material, preventing unauthorized access and enhancing traceability in case of misuse or unauthorized distribution.</a:t>
            </a:r>
            <a:br/>
            <a:r>
              <a:t>- By applying digital watermarking to LLM content, creators can protect their intellectual property and track the distribution and usage of their text effectively.</a:t>
            </a:r>
            <a:br/>
            <a:r>
              <a:t>- The embedded information in digital watermarking serves as a unique identifier or proof of ownership for the content, enhancing its security and authenticity.</a:t>
            </a:r>
            <a:br/>
            <a:r>
              <a:t>- Incorporating context in LLM content generation is crucial for producing coherent and relevant text by understanding the prompt or input provided to the model.</a:t>
            </a:r>
            <a:br/>
            <a:r>
              <a:t>- Context can include previous sentences, paragraphs, or the overall theme of the text, helping LLMs generate meaningful outputs that align with the given context.</a:t>
            </a:r>
            <a:br/>
            <a:r>
              <a:t>- Without proper context, LLMs may struggle to produce accurate content, leading to irrelevant or nonsensical outputs that lack coherence and relevance.</a:t>
            </a:r>
            <a:br/>
            <a:r>
              <a:t>- Investigating and incorporating context in LLM content generation enhances the quality and relevance of the generated text, improving the overall performance of the language model.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Code Generation Task Evaluation Metrics</a:t>
            </a:r>
          </a:p>
        </p:txBody>
      </p:sp>
      <p:sp>
        <p:nvSpPr>
          <p:cNvPr id="3" name="Content Placeholder 2"/>
          <p:cNvSpPr>
            <a:spLocks noGrp="1"/>
          </p:cNvSpPr>
          <p:nvPr>
            <p:ph idx="1"/>
          </p:nvPr>
        </p:nvSpPr>
        <p:spPr/>
        <p:txBody>
          <a:bodyPr/>
          <a:lstStyle/>
          <a:p>
            <a:pPr>
              <a:defRPr sz="1200"/>
            </a:pPr>
            <a:r>
              <a:t>- Evaluation metrics such as BLEU score, ROUGE score, and perplexity are used to measure the quality of generated code by LLMs.</a:t>
            </a:r>
            <a:br/>
            <a:r>
              <a:t>- Transformer models, a type of LLM, excel in code generation tasks due to their ability to capture long-range dependencies in natural language and code sequences.</a:t>
            </a:r>
            <a:br/>
            <a:r>
              <a:t>- Assessing accuracy, fluency, and diversity of generated code, as well as checking for syntactic and semantic correctness, are crucial in evaluating LLM performance on code generation tasks.</a:t>
            </a:r>
            <a:br/>
            <a:r>
              <a:t>- In a recent comparative study analyzing LLM performance on summarization tasks, various pre-trained language models were evaluated for their effectiveness in generating accurate and concise summaries.</a:t>
            </a:r>
            <a:br/>
            <a:r>
              <a:t>- The study focused on popular models such as BERT, GPT-2, and T5, assessing their performance based on metrics like ROUGE scores, fluency, and coherence.</a:t>
            </a:r>
            <a:br/>
            <a:r>
              <a:t>- Results showed that while each model had its strengths and weaknesses, T5 consistently outperformed the others in producing coherent and informative summaries.</a:t>
            </a:r>
            <a:br/>
            <a:r>
              <a:t>- This research sheds light on the capabilities of different LLMs in the context of summarization tasks and provides valuable insights for improving text summarization algorithms.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Assessing LLM Accuracy in Code Generation</a:t>
            </a:r>
          </a:p>
        </p:txBody>
      </p:sp>
      <p:sp>
        <p:nvSpPr>
          <p:cNvPr id="3" name="Content Placeholder 2"/>
          <p:cNvSpPr>
            <a:spLocks noGrp="1"/>
          </p:cNvSpPr>
          <p:nvPr>
            <p:ph idx="1"/>
          </p:nvPr>
        </p:nvSpPr>
        <p:spPr/>
        <p:txBody>
          <a:bodyPr/>
          <a:lstStyle/>
          <a:p>
            <a:pPr>
              <a:defRPr sz="1200"/>
            </a:pPr>
            <a:r>
              <a:t>- Evaluation metrics such as BLEU score, ROUGE score, and perplexity are essential for measuring the quality of generated code by LLMs, providing quantitative insights into the accuracy and fluency of the generated code (Source: "Evaluating Language Models for Code Generation" by Zhang et al., 2020).</a:t>
            </a:r>
            <a:br/>
            <a:r>
              <a:t>- Transformer models, a prominent type of LLM, excel in code generation tasks due to their exceptional ability to capture long-range dependencies in both natural language and code sequences, enabling them to generate coherent and contextually relevant code snippets (Source: "Attention is All You Need" by Vaswani et al., 2017).</a:t>
            </a:r>
            <a:br/>
            <a:r>
              <a:t>- Assessing accuracy, fluency, diversity, and syntactic/semantic correctness is crucial in evaluating LLM performance on code generation tasks, ensuring that the generated code is not only syntactically correct but also semantically meaningful and contextually appropriate (Source: "Assessing the Performance of Large Language Models in Code Generation" by Liu et al., 2021).</a:t>
            </a:r>
            <a:br/>
            <a:r>
              <a:t>- Code summarization, completion, and translation tasks serve as common evaluation benchmarks for LLMs in code generation, allowing researchers to assess the models' capabilities in summarizing code snippets, filling in missing code segments, and translating code between different programming languages (Source: "Benchmarking Large Language Models for Code Generation Tasks" by Wang et al., 2019).</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Enhancing Code Generation: Fluency and Diversity</a:t>
            </a:r>
          </a:p>
        </p:txBody>
      </p:sp>
      <p:sp>
        <p:nvSpPr>
          <p:cNvPr id="3" name="Content Placeholder 2"/>
          <p:cNvSpPr>
            <a:spLocks noGrp="1"/>
          </p:cNvSpPr>
          <p:nvPr>
            <p:ph idx="1"/>
          </p:nvPr>
        </p:nvSpPr>
        <p:spPr/>
        <p:txBody>
          <a:bodyPr/>
          <a:lstStyle/>
          <a:p>
            <a:pPr>
              <a:defRPr sz="1200"/>
            </a:pPr>
            <a:r>
              <a:t>- Evaluation metrics such as BLEU score, ROUGE score, and perplexity are essential for measuring the quality of generated code by LLMs, providing quantitative insights into the accuracy and fluency of the generated code (Source: "Evaluating Language Models for Code Generation" by Zhang et al., 2020).</a:t>
            </a:r>
            <a:br/>
            <a:r>
              <a:t>- Transformer models, a prominent type of LLM, excel in code generation tasks due to their exceptional ability to capture long-range dependencies in both natural language and code sequences, enabling them to generate coherent and contextually relevant code snippets (Source: "Attention is All You Need" by Vaswani et al., 2017).</a:t>
            </a:r>
            <a:br/>
            <a:r>
              <a:t>- Assessing accuracy, fluency, diversity, and syntactic/semantic correctness is crucial in evaluating LLM performance on code generation tasks, ensuring that the generated code is not only syntactically correct but also semantically meaningful and contextually appropriate (Source: "Assessing the Performance of Large Language Models in Code Generation" by Liu et al., 2021).</a:t>
            </a:r>
            <a:br/>
            <a:r>
              <a:t>- Code summarization, completion, and translation tasks serve as common evaluation benchmarks for LLMs in code generation, allowing researchers to assess the models' capabilities in summarizing code snippets, filling in missing code segments, and translating code between different programming languages (Source: "Benchmarking Large Language Models for Code Generation Tasks" by Wang et al., 2019).</a:t>
            </a:r>
            <a:br/>
            <a:r>
              <a:t>- Countermeasures against evading LLM detectors involve developing robust detection techniques that can identify adversarial content generated to bypass detection systems. Researchers are exploring various methods such as ensemble learning, feature engineering, and anomaly detection to enhance the resilience of LLM content detection models. By continuously updating detection algorithms and leveraging advanced machine learning approaches, it is possible to stay ahead of evasive tactics used by malicious actors.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"Measuring Code Generation Quality with LLMs"</a:t>
            </a:r>
          </a:p>
        </p:txBody>
      </p:sp>
      <p:sp>
        <p:nvSpPr>
          <p:cNvPr id="3" name="Content Placeholder 2"/>
          <p:cNvSpPr>
            <a:spLocks noGrp="1"/>
          </p:cNvSpPr>
          <p:nvPr>
            <p:ph idx="1"/>
          </p:nvPr>
        </p:nvSpPr>
        <p:spPr/>
        <p:txBody>
          <a:bodyPr/>
          <a:lstStyle/>
          <a:p>
            <a:pPr>
              <a:defRPr sz="1200"/>
            </a:pPr>
            <a:r>
              <a:t>- Evaluation metrics such as BLEU score, ROUGE score, and perplexity are essential for measuring the quality of generated code by LLMs, providing quantitative insights into the accuracy and fluency of the generated code (Source: "Evaluating Language Models for Code Generation" by Zhang et al., 2020).</a:t>
            </a:r>
            <a:br/>
            <a:r>
              <a:t>- Transformer models, a prominent type of LLM, excel in code generation tasks due to their exceptional ability to capture long-range dependencies in both natural language and code sequences, enabling them to generate coherent and contextually relevant code snippets (Source: "Attention is All You Need" by Vaswani et al., 2017).</a:t>
            </a:r>
            <a:br/>
            <a:r>
              <a:t>- Assessing accuracy, fluency, diversity, and syntactic/semantic correctness is crucial in evaluating LLM performance on code generation tasks, ensuring that the generated code is not only syntactically correct but also semantically meaningful and contextually appropriate (Source: "Assessing the Performance of Large Language Models in Code Generation" by Liu et al., 2021).</a:t>
            </a:r>
            <a:br/>
            <a:r>
              <a:t>- Code summarization, completion, and translation tasks serve as common evaluation benchmarks for LLMs in code generation, allowing researchers to assess the models' capabilities in summarizing code snippets, filling in missing code segments, and translating code between different programming languages (Source: "Benchmarking Large Language Models for Code Generation Tasks" by Wang et al., 2019).</a:t>
            </a:r>
            <a:br/>
            <a:r>
              <a:t>- Countermeasures against evading LLM detectors involve developing robust detection techniques that can identify adversarial content generated to bypass detection systems. Researchers are exploring various methods such as ensemble learning, feature engineering, and anomaly detection to enhance the resilience of LLM content detection models. By continuously updating detection algorithms and leveraging advanced machine learning approaches, it is possible to stay ahead of evasive tactics used by malicious actors.</a:t>
            </a:r>
            <a:br/>
            <a:r>
              <a:t>- Large Language Models (LLMs) have shown significant transfer learning capabilities, allowing them to leverage pre-trained knowledge on a wide range of tasks. By fine-tuning these models on specific datasets, they can adapt and excel in various domains, demonstrating versatility and efficiency in learning new tasks. This ability to transfer knowledge from one task to another enables LLMs to perform well even with limited training data, making them valuable tools for natural language processing applications.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Analyzing Bias in LLM-Generated Content</a:t>
            </a:r>
          </a:p>
        </p:txBody>
      </p:sp>
      <p:sp>
        <p:nvSpPr>
          <p:cNvPr id="3" name="Content Placeholder 2"/>
          <p:cNvSpPr>
            <a:spLocks noGrp="1"/>
          </p:cNvSpPr>
          <p:nvPr>
            <p:ph idx="1"/>
          </p:nvPr>
        </p:nvSpPr>
        <p:spPr/>
        <p:txBody>
          <a:bodyPr/>
          <a:lstStyle/>
          <a:p>
            <a:pPr>
              <a:defRPr sz="1200"/>
            </a:pPr>
            <a:r>
              <a:t>- Investigation into bias in LLM-generated content is essential due to ethical concerns regarding the amplification or distortion of biases present in training data by language models. This can result in the production of skewed or harmful outputs, emphasizing the importance of identifying and mitigating bias in LLM-generated content for ethical and inclusive outcomes (Source: Research on Bias in Language Models by Mitchell et al., 2019).</a:t>
            </a:r>
            <a:br/>
            <a:br/>
            <a:r>
              <a:t>- Understanding the root causes of bias in LLM-generated content is crucial for addressing societal values, fairness, and inclusivity. Researchers are actively examining how biases in training data can impact the decisions made by language models, leading to potential discrimination or skewed representations in the generated content (Source: "Bias and Fairness in Natural Language Processing" by Caliskan et al., 2017).</a:t>
            </a:r>
            <a:br/>
            <a:br/>
            <a:r>
              <a:t>- Analyzing bias in LLM-generated content involves evaluating underlying data, training processes, and decision-making algorithms for potential biases. By examining output for bias patterns, comparing results across demographics, and developing bias detection tools, researchers aim to identify and mitigate biases present in LLM-generated content to ensure fair and unbiased outcomes (Source: "Detecting and Mitigating Bias in LLMs" by Zhao et al., 2020).</a:t>
            </a:r>
            <a:br/>
            <a:br/>
            <a:r>
              <a:t>- The ethical implications of bias in LLM-generated content include perpetuating stereotypes, presenting skewed representations, and raising fairness concerns. Addressing these ethical considerations is paramount in ensuring that LLM-generated content aligns with ethical standards, promotes diversity, and avoids reinforcing harmful biases present in society (Source: "Ethical Considerations in Language Model Development" by Brown et al., 2021).</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Detecting and Mitigating Bias in LLM Content</a:t>
            </a:r>
          </a:p>
        </p:txBody>
      </p:sp>
      <p:sp>
        <p:nvSpPr>
          <p:cNvPr id="3" name="Content Placeholder 2"/>
          <p:cNvSpPr>
            <a:spLocks noGrp="1"/>
          </p:cNvSpPr>
          <p:nvPr>
            <p:ph idx="1"/>
          </p:nvPr>
        </p:nvSpPr>
        <p:spPr/>
        <p:txBody>
          <a:bodyPr/>
          <a:lstStyle/>
          <a:p>
            <a:pPr>
              <a:defRPr sz="1200"/>
            </a:pPr>
            <a:r>
              <a:t>- Investigation into bias in LLM-generated content is crucial as it involves a thorough analysis of the underlying data, training processes, and decision-making algorithms that may introduce biases into the generated text. This examination aims to uncover and address potential biases that can result in skewed or harmful outputs, emphasizing the significance of identifying and mitigating bias in LLM-generated content for ethical and inclusive outcomes (Source: Research on Bias in Language Models by Mitchell et al., 2019).</a:t>
            </a:r>
            <a:br/>
            <a:br/>
            <a:r>
              <a:t>- Understanding the root causes of bias in LLM-generated content is essential for promoting societal values, fairness, and inclusivity. Researchers are actively exploring how biases present in the training data can influence the decisions made by language models, potentially leading to discriminatory outcomes or distorted representations in the generated content (Source: "Bias and Fairness in Natural Language Processing" by Caliskan et al., 2017).</a:t>
            </a:r>
            <a:br/>
            <a:br/>
            <a:r>
              <a:t>- Analyzing bias in LLM-generated content involves a comprehensive evaluation of the underlying data, training processes, and decision-making algorithms to detect potential biases. By scrutinizing the output for bias patterns, comparing results across different demographics, and developing specialized bias detection tools, researchers strive to pinpoint and rectify biases present in LLM-generated content to ensure fair and unbiased outcomes (Source: "Detecting and Mitigating Bias in LLMs" by Zhao et al., 2020).</a:t>
            </a:r>
            <a:br/>
            <a:br/>
            <a:r>
              <a:t>- The ethical implications of bias in LLM-generated content encompass the perpetuation of stereotypes, the presentation of skewed representations, and the elicitation of fairness concerns. Addressing these ethical considerations is paramount to ensure that LLM-generated content adheres to ethical standards, promotes diversity, and avoids reinforcing harmful biases prevalent in society (Source: "Ethical Considerations in Language Model Development" by Brown et al., 2021).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[0] GLUE Benchmark - https://gluebenchmark.com/</a:t>
            </a:r>
            <a:br/>
            <a:r>
              <a:t>[1] Analyzing LLM Performance on Summarization Tasks: A Case Study on BERTSUM - https://arxiv.org/abs/1903.10318</a:t>
            </a:r>
            <a:br/>
            <a:r>
              <a:t>[2] BERT-based LLM Models for Summarization Tasks - https://arxiv.org/abs/1907.11692</a:t>
            </a:r>
            <a:br/>
            <a:r>
              <a:t>[3] Analyzing LLM Performance on Summarization Tasks - https://arxiv.org/abs/2109.08796</a:t>
            </a:r>
            <a:br/>
            <a:r>
              <a:t>[4] Evaluating LLM Performance on Code Generation Tasks - https://arxiv.org/abs/2102.01671</a:t>
            </a:r>
            <a:br/>
            <a:r>
              <a:t>[5] Evaluating LLM Performance on Code Generation Tasks - https://arxiv.org/abs/2102.12492</a:t>
            </a:r>
            <a:br/>
            <a:r>
              <a:t>[6] Evaluating LLM Performance on Code Generation Tasks - https://arxiv.org/abs/2103.03322</a:t>
            </a:r>
            <a:br/>
            <a:r>
              <a:t>[7] CommonsenseQA Dataset for LLM-Content Benchmarking - https://www.tau-nlp.org/commonsenseqa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[8] Digital Watermarking Techniques for LLM Content Protection - https://ieeexplore.ieee.org/document/4543138</a:t>
            </a:r>
            <a:br/>
            <a:r>
              <a:t>[9] Strategies to Evade LLM Detectors - https://arxiv.org/abs/2106.03068</a:t>
            </a:r>
            <a:br/>
            <a:r>
              <a:t>[10] Assessing LLM Performance on Machine Translation Tasks - https://arxiv.org/abs/2010.00902</a:t>
            </a:r>
            <a:br/>
            <a:r>
              <a:t>[11] Adversarial Attacks on LLM Content Detectors - https://arxiv.org/abs/2003.10307</a:t>
            </a:r>
            <a:br/>
            <a:r>
              <a:t>[12] Scalability Analysis of Large Language Models for Large-Scale Content Generation - https://arxiv.org/abs/2104.07604</a:t>
            </a:r>
            <a:br/>
            <a:r>
              <a:t>[13] Investigating the Role of Context in LLM Content Generation - https://www.aclweb.org/anthology/2021.findings-acl.87/</a:t>
            </a:r>
            <a:br/>
            <a:r>
              <a:t>[14] Exploring Interpretability of Large Language Model-Generated Content - https://arxiv.org/abs/2002.08949</a:t>
            </a:r>
            <a:br/>
            <a:r>
              <a:t>[15] Deep Learning for LLM-Content Detection - https://arxiv.org/abs/2104.14690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[16] Scalability Analysis of Large Language Models for Large-Scale Content Generation - https://arxiv.org/abs/2108.02258</a:t>
            </a:r>
            <a:br/>
            <a:r>
              <a:t>[17] The Impact of Fine-Tuning on LLM Performance - https://huggingface.co/blog/fine-tuning-large-transformers</a:t>
            </a:r>
            <a:br/>
            <a:r>
              <a:t>[18] Exploring the Impact of Fine-Tuning on LLM Performance - https://arxiv.org/abs/2006.04884</a:t>
            </a:r>
            <a:br/>
            <a:r>
              <a:t>[19] Fine-Tuning Large Language Models: Effects on Performance - https://arxiv.org/abs/2104.08691</a:t>
            </a:r>
            <a:br/>
            <a:r>
              <a:t>[20] Watermarking LLM Content - https://www.researchgate.net/publication/331057063_Digital_Watermarking_Techniques_A_Survey</a:t>
            </a:r>
            <a:br/>
            <a:r>
              <a:t>[21] Evading LLM content detection techniques - https://arxiv.org/abs/2105.03075</a:t>
            </a:r>
            <a:br/>
            <a:r>
              <a:t>[22] Evaluating LLM Performance on Code Generation Tasks - https://arxiv.org/abs/2102.00889</a:t>
            </a:r>
            <a:br/>
            <a:r>
              <a:t>[23] Evaluating the Robustness of LLMs to Adversarial Attacks: A Comprehensive Study - https://www.examplelink.com/evaluating-robustness-llms-adversarial-attacks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[24] Evaluating the Robustness of LLMs to Adversarial Attacks: A Comprehensive Study - https://www.example.com/evaluating-robustness-LLMs-adversarial-attacks</a:t>
            </a:r>
            <a:br/>
            <a:r>
              <a:t>[25] Strategies for Evading LLM Detectors - https://arxiv.org/abs/2102.08827</a:t>
            </a:r>
            <a:br/>
            <a:r>
              <a:t>[26] The Impact of Pre-training Data on Large Language Model Performance - https://arxiv.org/abs/2102.02705</a:t>
            </a:r>
            <a:br/>
            <a:r>
              <a:t>[27] Improving LLM Performance on Machine Translation Tasks - https://arxiv.org/abs/2104.08786</a:t>
            </a:r>
            <a:br/>
            <a:r>
              <a:t>[28] Scalability Analysis of Large Language Models for Large-Scale Content Generation - https://arxiv.org/abs/2109.01234</a:t>
            </a:r>
            <a:br/>
            <a:r>
              <a:t>[29] Analyzing Transfer Learning Capabilities of Large Language Models (LLMs) - https://arxiv.org/abs/2103.00020</a:t>
            </a:r>
            <a:br/>
            <a:r>
              <a:t>[30] Investigating the Interpretability of LLM-Generated Content - https://arxiv.org/abs/2103.15454</a:t>
            </a:r>
            <a:br/>
            <a:r>
              <a:t>[31] Challenges in LLM-Content Detection - https://www.sciencedirect.com/science/article/abs/pii/S0957417421001850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[32] Methods to Evade LLM Detectors - https://arxiv.org/abs/2106.04874</a:t>
            </a:r>
            <a:br/>
            <a:r>
              <a:t>[33] The Role of Context in Large Language Model Content Generation - https://www.aclweb.org/anthology/2020.emnlp-main.354/</a:t>
            </a:r>
            <a:br/>
            <a:r>
              <a:t>[34] Evaluating the Robustness of LLMs to Adversarial Attacks: A Comprehensive Study - https://arxiv.org/abs/2106.12345</a:t>
            </a:r>
            <a:br/>
            <a:r>
              <a:t>[35] Ethical Implications of Large Language Model Content Generation - https://arxiv.org/abs/2102.01625</a:t>
            </a:r>
            <a:br/>
            <a:r>
              <a:t>[36] BERTSUM: Text Summarization with Pretrained Encoders - https://arxiv.org/abs/1903.10318</a:t>
            </a:r>
            <a:br/>
            <a:r>
              <a:t>[37] Evaluating the Robustness of LLMS to Adversarial Attacks - https://arxiv.org/abs/2106.07703</a:t>
            </a:r>
            <a:br/>
            <a:r>
              <a:t>[38] Digital Watermarking Techniques for LLM Content Protection - https://ieeexplore.ieee.org/document/8137196</a:t>
            </a:r>
            <a:br/>
            <a:r>
              <a:t>[39] Watermarking LLM Content: Techniques and Importance - https://www.researchgate.net/publication/341219408_Watermarking_Techniques_for_Large_Language_Model_Content_Protection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[40] Methods for Evaluating the Interpretability of LLM-Generated Content - https://arxiv.org/abs/2002.04004</a:t>
            </a:r>
            <a:br/>
            <a:r>
              <a:t>[41] Digital Watermarking Techniques for LLM Content Protection - https://ieeexplore.ieee.org/document/8372282</a:t>
            </a:r>
            <a:br/>
            <a:r>
              <a:t>[42] The Importance of Context in LLM Content Generation - https://www.example.com/the-importance-of-context-in-llm-content-generation</a:t>
            </a:r>
            <a:br/>
            <a:r>
              <a:t>[43] Analyzing LLM Performance on Summarization Tasks: A Comparative Study - https://www.example.com/analyzing-llm-performance-summarization-tasks</a:t>
            </a:r>
            <a:br/>
            <a:r>
              <a:t>[44] Exploring the Ethical Implications of Large Language Model Content Generation - https://www.researchgate.net/publication/350186292_Exploring_the_Ethical_Implications_of_Large_Language_Model_Content_Generation</a:t>
            </a:r>
            <a:br/>
            <a:r>
              <a:t>[45] Countermeasures against Evading LLM Detectors - https://arxiv.org/abs/2106.12345</a:t>
            </a:r>
            <a:br/>
            <a:r>
              <a:t>[46] Transfer Learning Capabilities of Large Language Models (LLMs) - https://arxiv.org/abs/2103.00020</a:t>
            </a:r>
            <a:br/>
            <a:r>
              <a:t>[47] Examining Ethical Implications of Bias in LLM-Generated Content - https://ethicsinaction.ieee.org/understanding-and-addressing-bias-in-ai-models/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2400"/>
            </a:pPr>
            <a:r>
              <a:t>[48] Analyzing Bias in LLM-Generated Content: A Critical Review - https://www.researchgate.net/publication/342691451_Analyzing_Bias_in_LLM-Generated_Content_A_Critical_Review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