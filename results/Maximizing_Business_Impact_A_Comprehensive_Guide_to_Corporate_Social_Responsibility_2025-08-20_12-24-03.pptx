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Maximizing Business Impact: A Comprehensive Guide to Corporate Social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Defining Corporate Social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Stakeholder engagement in CSR involves actively involving individuals or groups with a stake in the company's operations to understand their concerns, needs, and expectations.</a:t>
            </a:r>
            <a:br/>
            <a:r>
              <a:t>- This approach leads to more informed decision-making, sustainable practices, and long-term value creation for all parties involved.</a:t>
            </a:r>
            <a:br/>
            <a:r>
              <a:t>- Building trust and enhancing reputation are key outcomes of effective stakeholder engagement in CSR initiatives.</a:t>
            </a:r>
            <a:br/>
            <a:r>
              <a:t>- Stakeholder engagement drives positive impacts on business operations by fostering collaboration, transparency, and accountability.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CSR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Enhanced Brand Loyalty: Customers tend to be more loyal to companies that demonstrate a commitment to CSR, leading to repeat business and positive word-of-mouth marketing.</a:t>
            </a:r>
            <a:br/>
            <a:r>
              <a:t>- Employee Satisfaction and Retention: CSR initiatives can boost employee morale, engagement, and retention rates by aligning company values with personal values and fostering a sense of purpose in the workplace.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"Effective Strategies for CSR Implementation"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carbon offset programs to reduce greenhouse gas emissions and promote environmental sustainability.</a:t>
            </a:r>
            <a:br/>
            <a:r>
              <a:t>- Incorporating renewable energy sources and green technologies to minimize the ecological footprint of operations.</a:t>
            </a:r>
            <a:br/>
            <a:r>
              <a:t>- Partnering with environmental organizations to support conservation efforts and biodiversity protection.</a:t>
            </a:r>
            <a:br/>
            <a:r>
              <a:t>- Developing eco-friendly product packaging and manufacturing processes to reduce waste and promote recycling initiatives.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"Key Steps for CSR Success"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Conduct materiality assessments to prioritize CSR initiatives based on their potential impact on stakeholders and the environment.</a:t>
            </a:r>
            <a:br/>
            <a:r>
              <a:t>- Implement employee volunteer programs and community engagement activities to promote social responsibility and give back to local communities.</a:t>
            </a:r>
            <a:br/>
            <a:r>
              <a:t>- Collaborate with industry peers and competitors to drive collective action on social and environmental issues through partnerships and alliances.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CSR Reporting: A Strategic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Employee Engagement and Retention: CSR reporting can boost employee morale and loyalty by demonstrating a company's commitment to making a positive impact on society. This can lead to higher employee engagement, productivity, and retention rates.</a:t>
            </a:r>
            <a:br/>
            <a:r>
              <a:t>- Financial Performance: Research shows a positive correlation between CSR reporting and financial performance, indicating that companies with strong CSR initiatives tend to outperform their competitors financially.</a:t>
            </a:r>
            <a:br/>
            <a:r>
              <a:t>- Innovation and Creativity: Engaging in CSR reporting can drive innovation and creativity within a company, as employees are inspired to develop new sustainable products, services, and solutions that benefit both society and the business.</a:t>
            </a:r>
            <a:br/>
            <a:r>
              <a:t>- Regulatory Compliance: CSR reporting can help companies stay compliant with evolving regulations and standards related to environmental, social, and governance practices, reducing the risk of legal penalties and reputational damage.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Engaging Stakeholders for CSR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Companies engaging in stakeholder involvement for CSR are more likely to establish long-lasting relationships with their communities, leading to increased trust and support for their initiatives.</a:t>
            </a:r>
            <a:br/>
            <a:r>
              <a:t>- Stakeholder engagement in CSR initiatives can help companies gain valuable insights into emerging social and environmental issues, enabling them to adapt their strategies to meet evolving expectations.</a:t>
            </a:r>
            <a:br/>
            <a:r>
              <a:t>- Collaborating with stakeholders in CSR efforts can foster a sense of shared responsibility and accountability, encouraging mutual collaboration towards achieving sustainable business practices.</a:t>
            </a:r>
            <a:br/>
            <a:r>
              <a:t>- Effective stakeholder engagement in CSR can enhance transparency and accountability within organizations, demonstrating a commitment to ethical business practices and responsible decision-making.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Environmental Sustainability Initiatives in CSR: A Practical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renewable energy sources into operations is a key environmental sustainability initiative that can help companies reduce their carbon footprint and decrease reliance on fossil fuels.</a:t>
            </a:r>
            <a:br/>
            <a:r>
              <a:t>- Implementing sustainable supply chain practices, such as sourcing materials from environmentally responsible suppliers and reducing transportation emissions, is crucial for promoting environmental sustainability in CSR efforts.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"Community Engagement Programs in CSR"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Companies can create community involvement programs by organizing employee volunteer days to support local charities and community projects.</a:t>
            </a:r>
            <a:br/>
            <a:r>
              <a:t>- Engaging in cause-related marketing campaigns where a portion of sales is donated to local causes or charities can also be a part of community involvement programs.</a:t>
            </a:r>
            <a:br/>
            <a:r>
              <a:t>- Establishing long-term partnerships with local non-profit organizations or schools to provide ongoing support and resources is another effective way to engage with the community.</a:t>
            </a:r>
            <a:br/>
            <a:r>
              <a:t>- Hosting community events, such as job fairs, health clinics, or educational workshops, can help companies connect with the local community and address specific needs.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The Role of Stakeholder Engagement in Corporate Social Responsibility - https://www.forbes.com/sites/forbesbusinesscouncil/2021/06/08/the-importance-of-stakeholder-engagement-in-corporate-social-responsibility/?sh=6ff1c3c63c3b</a:t>
            </a:r>
            <a:br/>
            <a:r>
              <a:t>[9] Methods for Measuring and Evaluating Corporate Social Responsibility Efforts - https://www.greenbiz.com/article/5-ways-measure-corporate-social-responsibility</a:t>
            </a:r>
            <a:br/>
            <a:r>
              <a:t>[10] Environmental Sustainability Initiatives in Corporate Social Responsibility - https://www.greenbiz.com/article/10-tips-implementing-environmental-sustainability-initiatives</a:t>
            </a:r>
            <a:br/>
            <a:r>
              <a:t>[11] Key Steps for Successful Implementation of Corporate Social Responsibility - https://www.forbes.com/sites/forbesbusinesscouncil/2021/07/23/five-key-steps-to-successful-corporate-social-responsibility-implementation/?sh=3c5bfa8f4d79</a:t>
            </a:r>
            <a:br/>
            <a:r>
              <a:t>[12] Top 5 Benefits of CSR Reporting - https://www.corporatecomplianceinsights.com/top-5-benefits-of-csr-reporting/</a:t>
            </a:r>
            <a:br/>
            <a:r>
              <a:t>[13] Benefits of Community Involvement Programs in Corporate Social Responsibility - https://www.forbes.com/sites/forbesbusinesscouncil/2021/04/07/the-benefits-of-corporate-social-responsibility-programs/?sh=2d7f5c4e3c74</a:t>
            </a:r>
            <a:br/>
            <a:r>
              <a:t>[14] Benefits of CSR Reporting - https://www.csrwire.com/blog/posts/1876-the-benefits-of-corporate-social-responsibility-reporting</a:t>
            </a:r>
            <a:br/>
            <a:r>
              <a:t>[15] Community Involvement Programs in Corporate Social Responsibility - https://www.forbes.com/sites/forbescommunicationscouncil/2020/02/05/the-importance-of-corporate-social-responsibility-and-community-involvement/?sh=4a7c0e3d3a14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