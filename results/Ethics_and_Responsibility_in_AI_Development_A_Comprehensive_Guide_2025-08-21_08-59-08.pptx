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Ethics and Responsibility in AI Development: A Comprehensive Guide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Ethical AI Development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Bias in AI systems can stem from biased training data, algorithm design, or human input, leading to unfair outcomes.</a:t>
            </a:r>
            <a:br/>
            <a:r>
              <a:t>- Strategies to mitigate bias in AI systems include dataset preprocessing to eliminate biases, algorithm auditing for bias detection and correction, and fostering diversity in development teams to incorporate various perspectives.</a:t>
            </a:r>
            <a:br/>
            <a:r>
              <a:t>- Ethical AI development principles emphasize the importance of fairness, accountability, transparency, and privacy in creating AI systems.</a:t>
            </a:r>
            <a:br/>
            <a:r>
              <a:t>- Prioritizing ethical considerations in AI development helps in avoiding potential harm, discrimination, and negative societal impacts.</a:t>
            </a:r>
            <a:br/>
            <a:br/>
            <a:r>
              <a:t>Sources: [8]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Promoting Transparency in AI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- Algorithmic accountability frameworks provide guidelines for companies and developers to promote transparency, fairness, and accountability in AI applications.</a:t>
            </a:r>
            <a:br/>
            <a:r>
              <a:t>- These frameworks help mitigate risks of bias, discrimination, and other ethical concerns in AI technology.</a:t>
            </a:r>
            <a:br/>
            <a:br/>
            <a:r>
              <a:t>Sources: [9]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Responsible AI Implementation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Responsible AI implementation involves fairness, transparency, accountability, data privacy, diversity in teams, bias monitoring, and adherence to ethical principles.</a:t>
            </a:r>
            <a:br/>
            <a:r>
              <a:t>- Incorporating ethics into the design of AI systems promotes integrity and trust in AI technologies.</a:t>
            </a:r>
            <a:br/>
            <a:r>
              <a:t>- Best practices for responsible AI implementation include fostering a culture of ethical awareness and continuous monitoring of AI systems for potential ethical issues.</a:t>
            </a:r>
            <a:br/>
            <a:r>
              <a:t>- Strategies for responsible AI implementation encompass proactive measures to address biases, ensure data privacy, and maintain transparency in AI decision-making processes.</a:t>
            </a:r>
            <a:br/>
            <a:br/>
            <a:r>
              <a:t>Sources: [10]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Ethical AI Principles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Ethical decision-making models for AI development provide frameworks for identifying potential ethical issues, evaluating impacts on stakeholders, and prioritizing ethical considerations throughout the development process.</a:t>
            </a:r>
            <a:br/>
            <a:r>
              <a:t>- These models guide developers in proactively addressing ethical concerns, ensuring that AI systems are designed and implemented in an ethical manner.</a:t>
            </a:r>
            <a:br/>
            <a:r>
              <a:t>- By using ethical decision-making models, developers can make informed decisions that promote fairness, transparency, accountability, and privacy in AI technologies.</a:t>
            </a:r>
            <a:br/>
            <a:r>
              <a:t>- Incorporating these models in AI development helps in fostering trust and integrity in AI systems, enhancing their ethical standards and societal impact.</a:t>
            </a:r>
            <a:br/>
            <a:br/>
            <a:r>
              <a:t>Sources: [11]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"Strategies for Mitigating AI Bias"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Implementing fairness-aware machine learning techniques can help reduce bias in AI systems by actively addressing and mitigating biases present in training data.</a:t>
            </a:r>
            <a:br/>
            <a:r>
              <a:t>- Leveraging algorithmic transparency through interpretability and explainability methods can enhance the accountability of AI systems and enable stakeholders to understand how decisions are made.</a:t>
            </a:r>
            <a:br/>
            <a:r>
              <a:t>- Incorporating fairness constraints and metrics during the model development phase can ensure that AI systems prioritize equitable outcomes and minimize discriminatory impacts.</a:t>
            </a:r>
            <a:br/>
            <a:r>
              <a:t>- Utilizing diverse and inclusive datasets in AI training can help mitigate bias by capturing a wide range of perspectives and reducing the risk of underrepresentation or skewed data samples.</a:t>
            </a:r>
            <a:br/>
            <a:br/>
            <a:r>
              <a:t>Sources: [12]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Impact of Data Privacy Regulations on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Compliance with data privacy regulations, such as GDPR and CCPA, is crucial for AI development to ensure the responsible handling of personal data and transparency in data processing.</a:t>
            </a:r>
            <a:br/>
            <a:r>
              <a:t>- Data privacy regulations necessitate that privacy implications are considered at every stage of AI development, from data collection to model training and deployment, to protect user data and prevent misuse.</a:t>
            </a:r>
            <a:br/>
            <a:r>
              <a:t>- Companies must prioritize protecting user data to build trust with consumers and demonstrate a commitment to ethical data practices in AI development.</a:t>
            </a:r>
            <a:br/>
            <a:r>
              <a:t>- Adhering to data privacy regulations not only mitigates legal risks but also promotes ethical AI practices that respect individuals' privacy rights and uphold data protection standards.</a:t>
            </a:r>
            <a:br/>
            <a:br/>
            <a:r>
              <a:t>Sources: [13]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Ensuring Ethical AI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Algorithmic accountability frameworks aim to ensure transparency, fairness, and ethical responsibility in algorithm development processes.</a:t>
            </a:r>
            <a:br/>
            <a:r>
              <a:t>- These frameworks help address issues like bias, discrimination, and privacy concerns that may arise from algorithmic decision-making.</a:t>
            </a:r>
            <a:br/>
            <a:r>
              <a:t>- Implementing algorithmic accountability frameworks is crucial for mitigating risks and promoting ethical AI practices.</a:t>
            </a:r>
            <a:br/>
            <a:r>
              <a:t>- Examples of algorithmic accountability frameworks include guidelines for transparency, fairness, and accountability in AI applications.</a:t>
            </a:r>
            <a:br/>
            <a:br/>
            <a:r>
              <a:t>Sources: [14]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Assessing AI's Societal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Societal impact assessment in AI projects involves evaluating the potential positive and negative consequences of implementing AI technologies on society.</a:t>
            </a:r>
            <a:br/>
            <a:r>
              <a:t>- It aims to ensure that AI systems are developed and deployed in a responsible and ethical manner, taking into consideration the broader impact on individuals, communities, and society as a whole.</a:t>
            </a:r>
            <a:br/>
            <a:r>
              <a:t>- Societal impact assessment helps in identifying and addressing ethical considerations, social implications, and risks in AI development.</a:t>
            </a:r>
            <a:br/>
            <a:r>
              <a:t>- It plays a crucial role in guiding the responsible and ethical deployment of AI systems.</a:t>
            </a:r>
            <a:br/>
            <a:br/>
            <a:r>
              <a:t>Sources: [15]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[8] Addressing Bias in AI Systems - https://www.ibm.com/cloud/learn/ai-ethics/bias-in-ai</a:t>
            </a:r>
            <a:br/>
            <a:r>
              <a:t>[9] Algorithmic Accountability Frameworks: A Comprehensive Guide - https://www.researchgate.net/publication/325393570_Algorithmic_Accountability_Frameworks_A_Comprehensive_Guide</a:t>
            </a:r>
            <a:br/>
            <a:r>
              <a:t>[10] Ethical Considerations in AI Development - https://www.weforum.org/agenda/2020/01/ethical-ai-artificial-intelligence-technology-ethics-responsible-innovation/</a:t>
            </a:r>
            <a:br/>
            <a:r>
              <a:t>[11] Ethical Decision-Making Models for AI Development - https://www.researchgate.net/publication/331867405_A_Framework_for_Ethical_Decision_Making_in_AI_Development</a:t>
            </a:r>
            <a:br/>
            <a:r>
              <a:t>[12] The Ethical Algorithm: The Science of Socially Aware Algorithm Design - https://www.amazon.com/Ethical-Algorithm-Science-Socially-Algorithm/dp/0190948205</a:t>
            </a:r>
            <a:br/>
            <a:r>
              <a:t>[13] Societal Impact Assessment in AI Projects - https://link.springer.com/article/10.1007/s10676-019-09519-0</a:t>
            </a:r>
            <a:br/>
            <a:r>
              <a:t>[14] Understanding Algorithmic Accountability Frameworks - https://datasociety.net/pubs/ia/DataAndSociety_Algorithmic_Accountability_Frameworks_primer_2016.pdf</a:t>
            </a:r>
            <a:br/>
            <a:r>
              <a:t>[15] The Role of Societal Impact Assessment in AI Projects - https://www.springer.com/gp/book/9783030420461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