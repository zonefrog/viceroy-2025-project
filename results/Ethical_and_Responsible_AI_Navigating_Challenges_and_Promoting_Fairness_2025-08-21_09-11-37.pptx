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Ethical and Responsible AI: Navigating Challenges and Promoting Fairness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Strategies for Bias Mitigation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Adhering to ethical guidelines in AI development ensures that technologies are deployed in a manner that respects human rights and societal values.</a:t>
            </a:r>
            <a:br/>
            <a:r>
              <a:t>- By incorporating fairness, transparency, accountability, and privacy protection into AI systems, developers can promote responsible and ethical deployment of AI technologies.</a:t>
            </a:r>
            <a:br/>
            <a:r>
              <a:t>- Ethical principles guide the decision-making processes in AI development to prioritize the well-being of individuals and communities.</a:t>
            </a:r>
            <a:br/>
            <a:r>
              <a:t>- Responsible AI implementation involves upholding ethical standards to mitigate potential harm and ensure the ethical use of AI technologies.</a:t>
            </a:r>
            <a:br/>
            <a:br/>
            <a:r>
              <a:t>Sources: [40]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Navigating Legal Considerations in AI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Data governance in AI development involves establishing policies, processes, and standards for managing data used in AI systems to ensure data quality, integrity, and security throughout the AI development lifecycle.</a:t>
            </a:r>
            <a:br/>
            <a:r>
              <a:t>- Data governance also addresses issues related to data privacy, compliance with regulations, and ethical considerations in handling sensitive data to promote responsible and ethical deployment of AI technologies.</a:t>
            </a:r>
            <a:br/>
            <a:br/>
            <a:r>
              <a:t>Sources: [41]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Ethical AI Use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Ethical use of AI in healthcare involves ensuring patient data privacy, maintaining the quality of patient care, and promoting transparency in AI algorithms.</a:t>
            </a:r>
            <a:br/>
            <a:r>
              <a:t>- It is essential to consider the potential biases and limitations of AI systems to prevent harm to patients and to uphold ethical standards in healthcare practices.</a:t>
            </a:r>
            <a:br/>
            <a:r>
              <a:t>- Adherence to ethical guidelines in AI implementation in healthcare is crucial to respect human rights and societal values.</a:t>
            </a:r>
            <a:br/>
            <a:r>
              <a:t>- Promotes ethical and responsible deployment of AI technologies in healthcare by prioritizing fairness, transparency, accountability, and privacy protection.</a:t>
            </a:r>
            <a:br/>
            <a:br/>
            <a:r>
              <a:t>Sources: [42]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Impact of AI on Job Displacement: Analysis &amp;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impact of AI on job displacement is a complex issue that has been the subject of much debate in recent years.</a:t>
            </a:r>
            <a:br/>
            <a:r>
              <a:t>- AI technologies have the potential to significantly impact the job market by automating tasks traditionally performed by humans.</a:t>
            </a:r>
            <a:br/>
            <a:r>
              <a:t>- Automation can lead to job displacement as certain roles become redundant or require fewer human workers.</a:t>
            </a:r>
            <a:br/>
            <a:r>
              <a:t>- Transition to a more automated workforce requires addressing ethical and social implications to ensure fairness and inclusivity.</a:t>
            </a:r>
            <a:br/>
            <a:r>
              <a:t>- As artificial intelligence and automation technologies continue to advance, there is growing concern about the potential for these technologies to replace human workers in various industries.</a:t>
            </a:r>
            <a:br/>
            <a:br/>
            <a:r>
              <a:t>Sources: [43]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Ensuring Transparency in AI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Responsible AI implementation involves ensuring transparency in AI decision-making processes to promote accountability and trust in the technology.</a:t>
            </a:r>
            <a:br/>
            <a:r>
              <a:t>- Addressing bias and fairness issues is a key aspect of responsible AI implementation, aiming to mitigate discriminatory outcomes and promote inclusivity.</a:t>
            </a:r>
            <a:br/>
            <a:r>
              <a:t>- Protecting privacy of users and data security are essential components of responsible AI implementation to maintain user trust and safeguard sensitive information.</a:t>
            </a:r>
            <a:br/>
            <a:r>
              <a:t>- Human oversight of AI systems is crucial in responsible AI implementation to ensure ethical decision-making and intervene in cases of potential harm or bias.</a:t>
            </a:r>
            <a:br/>
            <a:br/>
            <a:r>
              <a:t>Sources: [44]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Ensuring Data Integrity in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Data governance ensures that data used in AI systems is compliant with regulations to maintain legal and ethical standards.</a:t>
            </a:r>
            <a:br/>
            <a:r>
              <a:t>- Establishing policies, processes, and standards for data governance in AI development is essential to ensure consistency and reliability in data management.</a:t>
            </a:r>
            <a:br/>
            <a:r>
              <a:t>- Effective data governance practices contribute to the success and ethical use of AI technologies by improving data privacy and establishing clear data management processes.</a:t>
            </a:r>
            <a:br/>
            <a:r>
              <a:t>- Data governance helps in maintaining data integrity throughout the AI development lifecycle, ensuring that the data utilized is of high quality and reliable.</a:t>
            </a:r>
            <a:br/>
            <a:br/>
            <a:r>
              <a:t>Sources: [45]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Promoting Fairness in AI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Bias mitigation strategies in AI algorithms include data preprocessing techniques, algorithmic adjustments, and ongoing monitoring and evaluation to identify and address biases in the data and algorithms.</a:t>
            </a:r>
            <a:br/>
            <a:r>
              <a:t>- Implementing bias mitigation strategies helps reduce the risk of biased outcomes and promotes fairness and impartiality in AI decision-making processes.</a:t>
            </a:r>
            <a:br/>
            <a:r>
              <a:t>- By ensuring that AI algorithms are free from biases, developers can contribute to the ethical and responsible development of AI technologies.</a:t>
            </a:r>
            <a:br/>
            <a:r>
              <a:t>- Ongoing efforts to monitor and evaluate AI systems for biases are essential to maintain fairness and accountability in decision-making processes.</a:t>
            </a:r>
            <a:br/>
            <a:br/>
            <a:r>
              <a:t>Sources: [46]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Protecting User Privacy in AI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Data protection regulations such as GDPR and CCPA require companies to implement stringent measures to safeguard user data in AI applications.</a:t>
            </a:r>
            <a:br/>
            <a:r>
              <a:t>- Compliance with data privacy laws is essential to avoid legal consequences and maintain trust with users.</a:t>
            </a:r>
            <a:br/>
            <a:r>
              <a:t>- Conducting regular privacy impact assessments can help identify potential privacy risks in AI systems and ensure compliance with data protection regulations.</a:t>
            </a:r>
            <a:br/>
            <a:r>
              <a:t>- Collaborating with legal experts to establish data governance policies and procedures can enhance data privacy practices in AI applications.</a:t>
            </a:r>
            <a:br/>
            <a:br/>
            <a:r>
              <a:t>Sources: [47]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[40] Ethical Principles for Responsible AI Implementation - https://www.ibm.com/watson/advantage-reports/ai-ethics/</a:t>
            </a:r>
            <a:br/>
            <a:r>
              <a:t>[41] The Role of Data Governance in AI Development - https://www.ibm.com/cloud/learn/data-governance-in-ai</a:t>
            </a:r>
            <a:br/>
            <a:r>
              <a:t>[42] Ethical Use of AI in Healthcare - https://www.ncbi.nlm.nih.gov/pmc/articles/PMC6135943/</a:t>
            </a:r>
            <a:br/>
            <a:r>
              <a:t>[43] The Impact of AI on Job Displacement: A Comprehensive Analysis - https://www.forbes.com/sites/forbestechcouncil/2021/03/24/the-impact-of-ai-on-job-displacement/?sh=736e1c1e50aa</a:t>
            </a:r>
            <a:br/>
            <a:r>
              <a:t>[44] Responsible AI Implementation: Best Practices and Guidelines - https://www.ibm.com/watson/responsible-ai/</a:t>
            </a:r>
            <a:br/>
            <a:r>
              <a:t>[45] The Impact of Data Governance on AI Development - https://www.ibm.com/cloud/learn/data-governance-ai</a:t>
            </a:r>
            <a:br/>
            <a:r>
              <a:t>[46] Bias Mitigation Strategies in AI Algorithms - https://www.ibm.com/cloud/learn/bias-mitigation-strategies-in-ai</a:t>
            </a:r>
            <a:br/>
            <a:r>
              <a:t>[47] Understanding the Legal Considerations for AI Technologies - https://www.forbes.com/sites/forbestechcouncil/2021/03/15/why-legal-considerations-are-critical-for-ai-technologies/?sh=662e8a7a6b94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