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Promoting Soil Health and Sustainability in Agriculture: Strategies and Benefits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Improving Soil Health for Sustainable Agriculture</a:t>
            </a:r>
          </a:p>
        </p:txBody>
      </p:sp>
      <p:sp>
        <p:nvSpPr>
          <p:cNvPr id="3" name="Content Placeholder 2"/>
          <p:cNvSpPr>
            <a:spLocks noGrp="1"/>
          </p:cNvSpPr>
          <p:nvPr>
            <p:ph idx="1"/>
          </p:nvPr>
        </p:nvSpPr>
        <p:spPr/>
        <p:txBody>
          <a:bodyPr/>
          <a:lstStyle/>
          <a:p>
            <a:pPr>
              <a:defRPr sz="1200"/>
            </a:pPr>
            <a:r>
              <a:t>- Incorporating organic farming methods, such as avoiding synthetic pesticides and fertilizers, to promote soil health and biodiversity</a:t>
            </a:r>
            <a:br/>
            <a:r>
              <a:t>- Utilizing compost and manure as natural fertilizers to enhance soil fertility and microbial diversity</a:t>
            </a:r>
            <a:br/>
            <a:r>
              <a:t>- Implementing reduced tillage practices to minimize soil disturbance and preserve soil structure</a:t>
            </a:r>
            <a:br/>
            <a:r>
              <a:t>- Introducing agroforestry techniques, like intercropping with trees, to improve soil health, water retention, and carbon sequestration</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Soil Health: Cover Cropping &amp; Rotation</a:t>
            </a:r>
          </a:p>
        </p:txBody>
      </p:sp>
      <p:sp>
        <p:nvSpPr>
          <p:cNvPr id="3" name="Content Placeholder 2"/>
          <p:cNvSpPr>
            <a:spLocks noGrp="1"/>
          </p:cNvSpPr>
          <p:nvPr>
            <p:ph idx="1"/>
          </p:nvPr>
        </p:nvSpPr>
        <p:spPr/>
        <p:txBody>
          <a:bodyPr/>
          <a:lstStyle/>
          <a:p>
            <a:pPr>
              <a:defRPr sz="1200"/>
            </a:pPr>
            <a:r>
              <a:t>- Cover crops are plants grown primarily to benefit the soil rather than for harvest, helping improve soil health by preventing erosion, suppressing weeds, enhancing soil fertility, and providing habitat for beneficial insects.</a:t>
            </a:r>
            <a:br/>
            <a:r>
              <a:t>- Cover crops can also help reduce the need for synthetic fertilizers and pesticides, making them a key component of sustainable farming practices.</a:t>
            </a:r>
            <a:br/>
            <a:r>
              <a:t>- Legumes, such as clover and vetch, are common cover crops that can fix nitrogen from the air into the soil, improving soil fertility and reducing the reliance on external nitrogen inputs.</a:t>
            </a:r>
            <a:br/>
            <a:r>
              <a:t>- Grasses like rye and oats are excellent cover crops for suppressing weeds, preventing soil erosion, and adding organic matter to the soil.</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Soil Health with Regenerative Agriculture</a:t>
            </a:r>
          </a:p>
        </p:txBody>
      </p:sp>
      <p:sp>
        <p:nvSpPr>
          <p:cNvPr id="3" name="Content Placeholder 2"/>
          <p:cNvSpPr>
            <a:spLocks noGrp="1"/>
          </p:cNvSpPr>
          <p:nvPr>
            <p:ph idx="1"/>
          </p:nvPr>
        </p:nvSpPr>
        <p:spPr/>
        <p:txBody>
          <a:bodyPr/>
          <a:lstStyle/>
          <a:p>
            <a:pPr>
              <a:defRPr sz="1200"/>
            </a:pPr>
            <a:r>
              <a:t>- Regenerative agriculture practices, such as minimal tillage, cover cropping, and crop rotation, can improve soil structure, water retention, and nutrient cycling, leading to increased crop resilience.</a:t>
            </a:r>
            <a:br/>
            <a:r>
              <a:t>- Implementation of regenerative agriculture techniques can help sequester carbon from the atmosphere, contributing to mitigating climate change effects.</a:t>
            </a:r>
            <a:br/>
            <a:r>
              <a:t>- By enhancing biodiversity and ecosystem services, regenerative agriculture can promote a more sustainable and resilient agricultural system.</a:t>
            </a:r>
            <a:br/>
            <a:r>
              <a:t>- Improved soil health through regenerative agriculture practices can increase crop productivity and reduce the reliance on synthetic inputs, fostering long-term sustainability.</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Soil Erosion Prevention Techniques in Agriculture</a:t>
            </a:r>
          </a:p>
        </p:txBody>
      </p:sp>
      <p:sp>
        <p:nvSpPr>
          <p:cNvPr id="3" name="Content Placeholder 2"/>
          <p:cNvSpPr>
            <a:spLocks noGrp="1"/>
          </p:cNvSpPr>
          <p:nvPr>
            <p:ph idx="1"/>
          </p:nvPr>
        </p:nvSpPr>
        <p:spPr/>
        <p:txBody>
          <a:bodyPr/>
          <a:lstStyle/>
          <a:p>
            <a:pPr>
              <a:defRPr sz="1200"/>
            </a:pPr>
            <a:r>
              <a:t>- Contour plowing involves plowing across the slope of the land to reduce water runoff and soil erosion.</a:t>
            </a:r>
            <a:br/>
            <a:r>
              <a:t>- Terracing creates steps on sloped land to slow down water flow and prevent erosion.</a:t>
            </a:r>
            <a:br/>
            <a:r>
              <a:t>- Cover cropping involves planting cover crops like grasses or legumes to protect the soil from erosion.</a:t>
            </a:r>
            <a:br/>
            <a:r>
              <a:t>- Windbreaks are rows of trees or shrubs planted to reduce wind erosion.</a:t>
            </a:r>
            <a:br/>
            <a:r>
              <a:t>- Riparian buffers are strips of vegetation planted along water bodies to prevent soil erosion.</a:t>
            </a:r>
            <a:br/>
            <a:r>
              <a:t>- Conservation tillage practices, such as no-till farming, can help reduce soil erosion by minimizing soil disturbance and preserving soil structure.</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Soil Erosion on Agriculture</a:t>
            </a:r>
          </a:p>
        </p:txBody>
      </p:sp>
      <p:sp>
        <p:nvSpPr>
          <p:cNvPr id="3" name="Content Placeholder 2"/>
          <p:cNvSpPr>
            <a:spLocks noGrp="1"/>
          </p:cNvSpPr>
          <p:nvPr>
            <p:ph idx="1"/>
          </p:nvPr>
        </p:nvSpPr>
        <p:spPr/>
        <p:txBody>
          <a:bodyPr/>
          <a:lstStyle/>
          <a:p>
            <a:pPr>
              <a:defRPr sz="1200"/>
            </a:pPr>
            <a:r>
              <a:t>- Soil erosion can lead to the loss of valuable topsoil, which is rich in nutrients essential for plant growth.</a:t>
            </a:r>
            <a:br/>
            <a:r>
              <a:t>- Reduced soil fertility due to erosion can result in lower crop yields and decreased agricultural productivity.</a:t>
            </a:r>
            <a:br/>
            <a:r>
              <a:t>- Sustainable soil erosion prevention techniques, such as cover cropping and windbreaks, help maintain soil health and prevent erosion.</a:t>
            </a:r>
            <a:br/>
            <a:r>
              <a:t>- Implementing conservation tillage practices, like no-till farming, can effectively reduce soil erosion by minimizing soil disturbance and preserving soil structure.</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"Sustainable Soil Erosion Prevention Techniques"</a:t>
            </a:r>
          </a:p>
        </p:txBody>
      </p:sp>
      <p:sp>
        <p:nvSpPr>
          <p:cNvPr id="3" name="Content Placeholder 2"/>
          <p:cNvSpPr>
            <a:spLocks noGrp="1"/>
          </p:cNvSpPr>
          <p:nvPr>
            <p:ph idx="1"/>
          </p:nvPr>
        </p:nvSpPr>
        <p:spPr/>
        <p:txBody>
          <a:bodyPr/>
          <a:lstStyle/>
          <a:p>
            <a:pPr>
              <a:defRPr sz="1200"/>
            </a:pPr>
            <a:r>
              <a:t>- Cover cropping, such as planting legumes or grasses, helps protect soil from erosion, improve soil structure, add organic matter, and suppress weeds.</a:t>
            </a:r>
            <a:br/>
            <a:r>
              <a:t>- Windbreaks, which are rows of trees, reduce wind erosion and protect the soil surface from erosion.</a:t>
            </a:r>
            <a:br/>
            <a:r>
              <a:t>- No-till farming is another sustainable practice that minimizes soil disturbance and preserves soil structure, reducing soil erosion.</a:t>
            </a:r>
            <a:br/>
            <a:r>
              <a:t>- Planting windbreaks along field edges can significantly reduce wind erosion and protect the soil from being carried away by strong winds.</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Biodiversity in Agriculture"</a:t>
            </a:r>
          </a:p>
        </p:txBody>
      </p:sp>
      <p:sp>
        <p:nvSpPr>
          <p:cNvPr id="3" name="Content Placeholder 2"/>
          <p:cNvSpPr>
            <a:spLocks noGrp="1"/>
          </p:cNvSpPr>
          <p:nvPr>
            <p:ph idx="1"/>
          </p:nvPr>
        </p:nvSpPr>
        <p:spPr/>
        <p:txBody>
          <a:bodyPr/>
          <a:lstStyle/>
          <a:p>
            <a:pPr>
              <a:defRPr sz="1200"/>
            </a:pPr>
            <a:r>
              <a:t>- Biodiversity in agriculture can increase soil microbial diversity, promoting nutrient cycling and enhancing soil fertility.</a:t>
            </a:r>
            <a:br/>
            <a:r>
              <a:t>- Introducing hedgerows and wildflower strips in agricultural landscapes can provide habitats for beneficial insects, aiding in natural pest control.</a:t>
            </a:r>
            <a:br/>
            <a:r>
              <a:t>- Incorporating livestock into crop rotation systems can improve soil structure through grazing and manure deposition, contributing to overall soil health.</a:t>
            </a:r>
            <a:br/>
            <a:r>
              <a:t>- Implementing agroforestry practices, such as integrating trees into farming systems, can enhance biodiversity, reduce erosion, and provide additional income streams for farmers.</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Ecosystem Services in Sustainable Agriculture</a:t>
            </a:r>
          </a:p>
        </p:txBody>
      </p:sp>
      <p:sp>
        <p:nvSpPr>
          <p:cNvPr id="3" name="Content Placeholder 2"/>
          <p:cNvSpPr>
            <a:spLocks noGrp="1"/>
          </p:cNvSpPr>
          <p:nvPr>
            <p:ph idx="1"/>
          </p:nvPr>
        </p:nvSpPr>
        <p:spPr/>
        <p:txBody>
          <a:bodyPr/>
          <a:lstStyle/>
          <a:p>
            <a:pPr>
              <a:defRPr sz="1200"/>
            </a:pPr>
            <a:r>
              <a:t>- Enhancing biodiversity in farming practices can lead to improved soil health, increased crop resilience to pests and diseases, and enhanced ecosystem stability.</a:t>
            </a:r>
            <a:br/>
            <a:r>
              <a:t>- Planting a variety of crops attracts beneficial insects, improves pollination, and reduces the need for chemical inputs in sustainable agriculture.</a:t>
            </a:r>
            <a:br/>
            <a:r>
              <a:t>- Diverse crop rotations can break pest and disease cycles, resulting in higher yields and healthier crops.</a:t>
            </a:r>
            <a:br/>
            <a:r>
              <a:t>- Sustainable practices like cover cropping and windbreaks help mitigate soil erosion and maintain soil health.</a:t>
            </a:r>
            <a:br/>
            <a:r>
              <a:t>- Introducing hedgerows and wildflower strips in agricultural landscapes provide habitats for beneficial insects, aiding in natural pest control.</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5 Sustainable Farming Practices to Improve Soil Health - https://www.farmers.gov/manage/conservation/sustainable-farming</a:t>
            </a:r>
            <a:br/>
            <a:r>
              <a:t>[1] The Benefits of Cover Crops in Sustainable Farming - https://www.sare.org/Learning-Center/Books/Building-Soils-for-Better-Crops-3rd-Edition/Text-Version/Cover-Crops/The-Benefits-of-Cover-Crops</a:t>
            </a:r>
            <a:br/>
            <a:r>
              <a:t>[2] The Benefits of Regenerative Agriculture - https://www.nature.com/articles/s41893-020-0518-z</a:t>
            </a:r>
            <a:br/>
            <a:r>
              <a:t>[3] Types of Soil Erosion Prevention Techniques in Sustainable Agriculture - https://extension.umn.edu/soil-and-water-management/soil-erosion-and-conservation</a:t>
            </a:r>
            <a:br/>
            <a:r>
              <a:t>[4] The Role of Water Conservation in Sustainable Farming - https://www.nrcs.usda.gov/wps/portal/nrcs/detail/national/landuse/crops/?cid=nrcs143_014211</a:t>
            </a:r>
            <a:br/>
            <a:r>
              <a:t>[5] Effective Soil Erosion Prevention Techniques in Sustainable Agriculture - https://www.nrcs.usda.gov/wps/portal/nrcs/main/national/soils/health/erosion/</a:t>
            </a:r>
            <a:br/>
            <a:r>
              <a:t>[6] The Economic Benefits of Regenerative Agriculture Practices - https://www.forbes.com/sites/ashoka/2020/06/16/regenerative-agriculture-a-solution-to-the-dilemma-of-economic-viability/?sh=5e6d4b2b7d07</a:t>
            </a:r>
            <a:br/>
            <a:r>
              <a:t>[7] The Role of Biodiversity in Sustainable Agriculture - https://www.nrcs.usda.gov/wps/portal/nrcs/detail/national/soils/?cid=nrcs142p2_053868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