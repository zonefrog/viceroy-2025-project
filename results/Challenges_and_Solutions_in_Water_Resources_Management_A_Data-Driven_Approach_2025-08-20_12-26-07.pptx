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Challenges and Solutions in Water Resources Management: A Data-Driven Approach</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Population Growth on Water Demand</a:t>
            </a:r>
          </a:p>
        </p:txBody>
      </p:sp>
      <p:sp>
        <p:nvSpPr>
          <p:cNvPr id="3" name="Content Placeholder 2"/>
          <p:cNvSpPr>
            <a:spLocks noGrp="1"/>
          </p:cNvSpPr>
          <p:nvPr>
            <p:ph idx="1"/>
          </p:nvPr>
        </p:nvSpPr>
        <p:spPr/>
        <p:txBody>
          <a:bodyPr/>
          <a:lstStyle/>
          <a:p>
            <a:pPr>
              <a:defRPr sz="2400"/>
            </a:pPr>
            <a:r>
              <a:t>- Water rights allocation systems aim to ensure equitable distribution of water by considering legal aspects, historical water use patterns, and environmental concerns.</a:t>
            </a:r>
            <a:br/>
            <a:r>
              <a:t>- These frameworks help in addressing conflicts over water resources among different users and promoting sustainable water management practices.</a:t>
            </a:r>
            <a:br/>
            <a:br/>
            <a:r>
              <a:t>Sources: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Climate Change Impact on Water Availability</a:t>
            </a:r>
          </a:p>
        </p:txBody>
      </p:sp>
      <p:sp>
        <p:nvSpPr>
          <p:cNvPr id="3" name="Content Placeholder 2"/>
          <p:cNvSpPr>
            <a:spLocks noGrp="1"/>
          </p:cNvSpPr>
          <p:nvPr>
            <p:ph idx="1"/>
          </p:nvPr>
        </p:nvSpPr>
        <p:spPr/>
        <p:txBody>
          <a:bodyPr/>
          <a:lstStyle/>
          <a:p>
            <a:pPr>
              <a:defRPr sz="1200"/>
            </a:pPr>
            <a:r>
              <a:t>- Drought monitoring and prediction models rely on a combination of satellite imagery, weather forecasts, and ground observations to assess drought conditions accurately.</a:t>
            </a:r>
            <a:br/>
            <a:r>
              <a:t>- These models aid water managers in making data-driven decisions and implementing effective strategies to mitigate the impacts of drought on water resources.</a:t>
            </a:r>
            <a:br/>
            <a:r>
              <a:t>- Utilizing advanced technologies like satellite imagery and real-time monitoring systems enhances the precision and timeliness of drought assessments.</a:t>
            </a:r>
            <a:br/>
            <a:r>
              <a:t>- Incorporating early warning systems and predictive modeling techniques improves the preparedness and response capabilities of water resource management agencies.</a:t>
            </a:r>
            <a:br/>
            <a:br/>
            <a:r>
              <a:t>Sources: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Water Pollution and Quality Degradation</a:t>
            </a:r>
          </a:p>
        </p:txBody>
      </p:sp>
      <p:sp>
        <p:nvSpPr>
          <p:cNvPr id="3" name="Content Placeholder 2"/>
          <p:cNvSpPr>
            <a:spLocks noGrp="1"/>
          </p:cNvSpPr>
          <p:nvPr>
            <p:ph idx="1"/>
          </p:nvPr>
        </p:nvSpPr>
        <p:spPr/>
        <p:txBody>
          <a:bodyPr/>
          <a:lstStyle/>
          <a:p>
            <a:pPr>
              <a:defRPr sz="1200"/>
            </a:pPr>
            <a:r>
              <a:t>- Sustainable groundwater management practices involve implementing groundwater recharge through artificial means to replenish depleted aquifers.</a:t>
            </a:r>
            <a:br/>
            <a:r>
              <a:t>- Conservation measures to reduce over-extraction of groundwater play a crucial role in maintaining sustainable groundwater levels.</a:t>
            </a:r>
            <a:br/>
            <a:r>
              <a:t>- Promoting water conservation practices among communities is essential for ensuring the long-term availability of groundwater.</a:t>
            </a:r>
            <a:br/>
            <a:r>
              <a:t>- By adopting sustainable groundwater management strategies, water resource managers can safeguard water supply for future generations.</a:t>
            </a:r>
            <a:br/>
            <a:br/>
            <a:r>
              <a:t>Sources: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Inefficient Water Use Practices: Causes and Solutions</a:t>
            </a:r>
          </a:p>
        </p:txBody>
      </p:sp>
      <p:sp>
        <p:nvSpPr>
          <p:cNvPr id="3" name="Content Placeholder 2"/>
          <p:cNvSpPr>
            <a:spLocks noGrp="1"/>
          </p:cNvSpPr>
          <p:nvPr>
            <p:ph idx="1"/>
          </p:nvPr>
        </p:nvSpPr>
        <p:spPr/>
        <p:txBody>
          <a:bodyPr/>
          <a:lstStyle/>
          <a:p>
            <a:pPr>
              <a:defRPr sz="2400"/>
            </a:pPr>
            <a:r>
              <a:t>- Water rights allocation systems aim to ensure fair and efficient distribution of water resources, considering historical water use, environmental factors, and stakeholder needs.</a:t>
            </a:r>
            <a:br/>
            <a:r>
              <a:t>- Different regions and jurisdictions employ various water rights allocation mechanisms, such as first-come, first-served, water trading, or auction systems.</a:t>
            </a:r>
            <a:br/>
            <a:br/>
            <a:r>
              <a:t>Sources: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AI Predictions for Water Availability</a:t>
            </a:r>
          </a:p>
        </p:txBody>
      </p:sp>
      <p:sp>
        <p:nvSpPr>
          <p:cNvPr id="3" name="Content Placeholder 2"/>
          <p:cNvSpPr>
            <a:spLocks noGrp="1"/>
          </p:cNvSpPr>
          <p:nvPr>
            <p:ph idx="1"/>
          </p:nvPr>
        </p:nvSpPr>
        <p:spPr/>
        <p:txBody>
          <a:bodyPr/>
          <a:lstStyle/>
          <a:p>
            <a:pPr>
              <a:defRPr sz="1200"/>
            </a:pPr>
            <a:r>
              <a:t>- AI algorithms can analyze real-time data to predict water demand and optimize distribution systems efficiently.</a:t>
            </a:r>
            <a:br/>
            <a:r>
              <a:t>- The use of AI in water management can lead to a reduction in water losses, improved energy efficiency, and enhanced system performance.</a:t>
            </a:r>
            <a:br/>
            <a:r>
              <a:t>- AI technologies enable the detection of leaks in water distribution systems, contributing to early intervention and resource conservation.</a:t>
            </a:r>
            <a:br/>
            <a:r>
              <a:t>- Implementing AI algorithms in water management can help identify areas for improvement and enhance overall system sustainability.</a:t>
            </a:r>
            <a:br/>
            <a:br/>
            <a:r>
              <a:t>Sources: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Optimizing Water Allocation with Machine Learning</a:t>
            </a:r>
          </a:p>
        </p:txBody>
      </p:sp>
      <p:sp>
        <p:nvSpPr>
          <p:cNvPr id="3" name="Content Placeholder 2"/>
          <p:cNvSpPr>
            <a:spLocks noGrp="1"/>
          </p:cNvSpPr>
          <p:nvPr>
            <p:ph idx="1"/>
          </p:nvPr>
        </p:nvSpPr>
        <p:spPr/>
        <p:txBody>
          <a:bodyPr/>
          <a:lstStyle/>
          <a:p>
            <a:pPr>
              <a:defRPr sz="1200"/>
            </a:pPr>
            <a:r>
              <a:t>- Advanced drought monitoring and prediction models utilize various data sources such as satellite imagery, weather data, soil moisture levels, and remote sensing technology to provide accurate and timely information on drought conditions.</a:t>
            </a:r>
            <a:br/>
            <a:r>
              <a:t>- These models use sophisticated algorithms to analyze the data and forecast drought events, helping water resource managers better prepare and respond to drought situations.</a:t>
            </a:r>
            <a:br/>
            <a:r>
              <a:t>- Machine learning algorithms can optimize water allocation by analyzing real-time data and predicting water demand accurately.</a:t>
            </a:r>
            <a:br/>
            <a:r>
              <a:t>- The use of machine learning in water management can identify areas for improvement in water allocation systems, enhancing resource utilization and overall system sustainability.</a:t>
            </a:r>
            <a:br/>
            <a:br/>
            <a:r>
              <a:t>Sources: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"AI Leak Detection in Water Systems"</a:t>
            </a:r>
          </a:p>
        </p:txBody>
      </p:sp>
      <p:sp>
        <p:nvSpPr>
          <p:cNvPr id="3" name="Content Placeholder 2"/>
          <p:cNvSpPr>
            <a:spLocks noGrp="1"/>
          </p:cNvSpPr>
          <p:nvPr>
            <p:ph idx="1"/>
          </p:nvPr>
        </p:nvSpPr>
        <p:spPr/>
        <p:txBody>
          <a:bodyPr/>
          <a:lstStyle/>
          <a:p>
            <a:pPr>
              <a:defRPr sz="1200"/>
            </a:pPr>
            <a:r>
              <a:t>- Managed Aquifer Recharge (MAR) involves artificially recharging aquifers with surface water or treated wastewater to replenish groundwater levels and improve water quality.</a:t>
            </a:r>
            <a:br/>
            <a:r>
              <a:t>- MAR is a cost-effective and environmentally friendly solution for sustainable groundwater management, reducing the impact of over-extraction on aquifers.</a:t>
            </a:r>
            <a:br/>
            <a:r>
              <a:t>- The technique of MAR helps enhance water resources in regions facing groundwater depletion by replenishing aquifers with surface water or treated wastewater.</a:t>
            </a:r>
            <a:br/>
            <a:r>
              <a:t>- MAR contributes to improving water quality, reducing the impact of over-extraction on aquifers, and replenishing groundwater levels effectively.</a:t>
            </a:r>
            <a:br/>
            <a:br/>
            <a:r>
              <a:t>Sources: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"Green Infrastructure in Water Projects"</a:t>
            </a:r>
          </a:p>
        </p:txBody>
      </p:sp>
      <p:sp>
        <p:nvSpPr>
          <p:cNvPr id="3" name="Content Placeholder 2"/>
          <p:cNvSpPr>
            <a:spLocks noGrp="1"/>
          </p:cNvSpPr>
          <p:nvPr>
            <p:ph idx="1"/>
          </p:nvPr>
        </p:nvSpPr>
        <p:spPr/>
        <p:txBody>
          <a:bodyPr/>
          <a:lstStyle/>
          <a:p>
            <a:pPr>
              <a:defRPr sz="1200"/>
            </a:pPr>
            <a:r>
              <a:t>- Green infrastructure in water projects can include innovative solutions like rain gardens, bioswales, and green roofs to manage stormwater effectively.</a:t>
            </a:r>
            <a:br/>
            <a:r>
              <a:t>- Implementing green infrastructure not only helps reduce runoff and improve water quality but also enhances urban biodiversity and promotes sustainable water management practices.</a:t>
            </a:r>
            <a:br/>
            <a:r>
              <a:t>- Green infrastructure initiatives have been successful in mitigating flooding risks in urban areas by absorbing and storing excess rainwater, reducing the strain on traditional drainage systems.</a:t>
            </a:r>
            <a:br/>
            <a:r>
              <a:t>- Incorporating green infrastructure in water projects can also contribute to the creation of green spaces in urban environments, improving overall community well-being and resilience to climate change impacts.</a:t>
            </a:r>
            <a:br/>
            <a:br/>
            <a:r>
              <a:t>Sources: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[16] Water Rights Allocation Systems Overview - https://www.usbr.gov/mp/arwec/water-rights.html</a:t>
            </a:r>
            <a:br/>
            <a:r>
              <a:t>[17] Drought Monitoring and Prediction Models - https://www.drought.gov/drought/models</a:t>
            </a:r>
            <a:br/>
            <a:r>
              <a:t>[18] Sustainable Groundwater Management Practices: Overview - https://www.epa.gov/sustainable-water-infrastructure/sustainable-groundwater-management</a:t>
            </a:r>
            <a:br/>
            <a:r>
              <a:t>[19] Water Rights Allocation Systems Overview - https://www.wri.org/our-work/project/water/what-are-water-rights</a:t>
            </a:r>
            <a:br/>
            <a:r>
              <a:t>[20] AI Applications in Optimizing Water Distribution Systems - https://www.sciencedirect.com/science/article/abs/pii/S1364032119309769</a:t>
            </a:r>
            <a:br/>
            <a:r>
              <a:t>[21] Advanced Drought Monitoring and Prediction Models - https://www.mdpi.com/2073-4441/13/15/2142</a:t>
            </a:r>
            <a:br/>
            <a:r>
              <a:t>[22] Implementing Managed Aquifer Recharge for Sustainable Groundwater Management - https://www.sciencedirect.com/science/article/pii/S2214581819301042</a:t>
            </a:r>
            <a:br/>
            <a:r>
              <a:t>[23] Innovative Solutions for Water Scarcity Management - https://www.unwater.org/water-facts/scarcity/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