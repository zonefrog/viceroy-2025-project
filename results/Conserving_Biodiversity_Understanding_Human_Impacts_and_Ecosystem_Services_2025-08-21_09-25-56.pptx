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Conserving Biodiversity: Understanding Human Impacts and Ecosystem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Human Activities Causing Biodiversity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Climate change alters temperature and precipitation patterns, affecting the ability of species to survive in their habitats.</a:t>
            </a:r>
            <a:br/>
            <a:r>
              <a:t>- Pollution, including air, water, and land pollution, can harm organisms directly or indirectly through contamination.</a:t>
            </a:r>
            <a:br/>
            <a:r>
              <a:t>- Overexploitation occurs when species are harvested at unsustainable rates for commercial purposes.</a:t>
            </a:r>
            <a:br/>
            <a:r>
              <a:t>- Habitat destruction for agriculture, urban development, and infrastructure projects further contributes to biodiversity loss.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Deforestation on Habitats &amp; Ecosystems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Protected areas, such as national parks, wildlife reserves, and marine sanctuaries, provide safe havens for habitats and species, aiding in biodiversity conservation efforts.</a:t>
            </a:r>
            <a:br/>
            <a:r>
              <a:t>- Effective management of protected areas is essential to ensure the survival of vulnerable species and the preservation of important ecosystems.</a:t>
            </a:r>
            <a:br/>
            <a:r>
              <a:t>- Establishing protected areas can help mitigate the loss of biodiversity caused by human activities like deforestation, pollution, and overexploitation.</a:t>
            </a:r>
            <a:br/>
            <a:r>
              <a:t>- Conserving biodiversity through protected areas contributes to the overall health and resilience of ecosystems, benefiting both wildlife and human societies.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Pollution on Wildlife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Biodiversity conservation provides a wide range of economic benefits through the provision of ecosystem services, including clean water, air purification, pollination, carbon sequestration, and natural resource availability.</a:t>
            </a:r>
            <a:br/>
            <a:r>
              <a:t>- Protecting biodiversity ensures the continuity of ecosystem services that support industries such as agriculture, forestry, and tourism, highlighting the economic value of conservation efforts.</a:t>
            </a:r>
            <a:br/>
            <a:r>
              <a:t>- Nature-based solutions, which rely on biodiversity conservation, offer cost-effective and sustainable approaches to addressing environmental challenges while also generating economic value.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Invasive Species: Disruption of Ecosystem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Invasive species can have detrimental effects on ecosystems by outcompeting native species for resources, disrupting food chains, and altering habitat structure.</a:t>
            </a:r>
            <a:br/>
            <a:r>
              <a:t>- They can also lead to the decline or extinction of native species, reducing overall biodiversity in an ecosystem.</a:t>
            </a:r>
            <a:br/>
            <a:r>
              <a:t>- Invasive species can disrupt the natural balance of an ecosystem, leading to cascading effects on species interactions and ecosystem functions.</a:t>
            </a:r>
            <a:br/>
            <a:r>
              <a:t>- The impact of invasive species highlights the importance of implementing effective management strategies to prevent further biodiversity loss.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Essential Ecosystem Services of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Genetic diversity allows species to better cope with environmental changes, diseases, and other threats, enhancing ecosystem resilience and adaptability.</a:t>
            </a:r>
            <a:br/>
            <a:r>
              <a:t>- Inbreeding and reduced fitness can result from a lack of genetic diversity, increasing the vulnerability of species to extinction.</a:t>
            </a:r>
            <a:br/>
            <a:r>
              <a:t>- Maintaining genetic diversity is essential for the long-term survival of species and the overall health of ecosystems.</a:t>
            </a:r>
            <a:br/>
            <a:r>
              <a:t>- Genetic diversity plays a crucial role in species adaptation and survival, contributing to the stability and functionality of ecosystems.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Negative Impacts of Habitat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Habitat fragmentation can lead to a decrease in biodiversity by dividing continuous habitats into smaller, isolated patches, resulting in a loss of species due to reduced habitat size and increased edge effects.</a:t>
            </a:r>
            <a:br/>
            <a:r>
              <a:t>- Edge effects refer to changes in environmental conditions at the boundary of two different habitats, negatively impacting species that are sensitive to such changes.</a:t>
            </a:r>
            <a:br/>
            <a:r>
              <a:t>- Fragmented habitats can disrupt ecological processes, further contributing to species loss and decreased genetic diversity.</a:t>
            </a:r>
            <a:br/>
            <a:r>
              <a:t>- Species living in fragmented habitats are at a higher risk of extinction due to the isolation and reduced connectivity between habitat patches.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Edge Effects and Biodiversity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Fragmentation can disrupt ecological processes, such as migration and pollination, further impacting biodiversity.</a:t>
            </a:r>
            <a:br/>
            <a:r>
              <a:t>- Species living in fragmented habitats are at a higher risk of extinction due to the isolation and reduced connectivity between habitat patches.</a:t>
            </a:r>
            <a:br/>
            <a:r>
              <a:t>- Habitat fragmentation can lead to a decrease in biodiversity by dividing continuous habitats into smaller, isolated patches, resulting in a loss of species due to reduced habitat size and increased edge effects.</a:t>
            </a:r>
            <a:br/>
            <a:r>
              <a:t>- Edge effects refer to changes in environmental conditions at the boundary of two different habitats, negatively impacting species that are sensitive to such changes.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Valuation of Ecosystem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economic value of ecosystem services provided by biodiversity extends to trillions of dollars globally, highlighting the significant contributions of biodiversity conservation to the economy.</a:t>
            </a:r>
            <a:br/>
            <a:r>
              <a:t>- Industries such as tourism, agriculture, and pharmaceuticals heavily rely on healthy ecosystems for their products and services, emphasizing the importance of conserving biodiversity for sustainable economic growth.</a:t>
            </a:r>
            <a:br/>
            <a:r>
              <a:t>- Valuation of biodiversity involves assessing the worth of services like clean air, water purification, pollination, and disease control, which are essential for human well-being and ecosystem functioning.</a:t>
            </a:r>
            <a:br/>
            <a:r>
              <a:t>- Sustainable development plays a crucial role in promoting biodiversity conservation by integrating practices that ensure the long-term viability of ecosystems and their services, emphasizing the interconnectedness between economic prosperity and environmental health.</a:t>
            </a:r>
            <a:br/>
            <a:br/>
            <a:r>
              <a:t>Sources: [39]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[32] Causes of Biodiversity Loss - https://www.worldwildlife.org/threats/causes-of-biodiversity-loss</a:t>
            </a:r>
            <a:br/>
            <a:r>
              <a:t>[33] Protected Areas as a Conservation Strategy - https://www.iucn.org/theme/protected-areas/about#:~:text=Protected%20areas%20are%20a%20key,of%20biodiversity%20and%20ecosystem%20services.</a:t>
            </a:r>
            <a:br/>
            <a:r>
              <a:t>[34] Economic Benefits of Biodiversity Conservation - https://www.unep.org/news-and-stories/story/nature-based-solutions-are-key-addressing-climate-change-and-biodiversity-loss</a:t>
            </a:r>
            <a:br/>
            <a:r>
              <a:t>[35] Impact of Invasive Species on Ecosystems - https://www.nwf.org/Educational-Resources/Wildlife-Guide/Threats-to-Wildlife/Invasive-Species</a:t>
            </a:r>
            <a:br/>
            <a:r>
              <a:t>[36] The Importance of Genetic Diversity in Maintaining Ecosystems - https://www.nature.org/en-us/what-we-do/our-insights/perspectives/importance-of-genetic-diversity-in-conservation/</a:t>
            </a:r>
            <a:br/>
            <a:r>
              <a:t>[37] Impacts of Habitat Fragmentation on Biodiversity - https://www.nature.com/scitable/knowledge/library/habitat-fragmentation-and-its-impact-on-wildlife-94624779/</a:t>
            </a:r>
            <a:br/>
            <a:r>
              <a:t>[38] Effects of Habitat Fragmentation on Biodiversity - https://www.nature.com/scitable/knowledge/library/habitat-fragmentation-and-its-lasting-impact-on-25801284/</a:t>
            </a:r>
            <a:br/>
            <a:r>
              <a:t>[39] Economic Benefits of Biodiversity Conservation - https://www.worldwildlife.org/threats/impacts-of-habitat-loss-and-degradation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