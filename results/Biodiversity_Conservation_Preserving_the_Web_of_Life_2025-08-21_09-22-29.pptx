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Biodiversity Conservation: Preserving the Web of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Value of Ecosystem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Community involvement in conservation efforts is essential for the success of biodiversity conservation.</a:t>
            </a:r>
            <a:br/>
            <a:r>
              <a:t>- Local communities possess valuable knowledge about their environment, offering important insights for protecting and preserving biodiversity.</a:t>
            </a:r>
            <a:br/>
            <a:r>
              <a:t>- Engaging with local communities can garner support for conservation initiatives, ensuring long-term sustainability.</a:t>
            </a:r>
            <a:br/>
            <a:r>
              <a:t>- Involving communities in conservation efforts fosters a sense of ownership and responsibility, leading to increased commitment to environmental protection.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Habitat Loss on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Habitat loss is a common threat to biodiversity worldwide, resulting from the destruction or alteration of natural habitats.</a:t>
            </a:r>
            <a:br/>
            <a:r>
              <a:t>- Climate change can disrupt ecosystems and cause shifts in species distributions, further impacting biodiversity.</a:t>
            </a:r>
            <a:br/>
            <a:r>
              <a:t>- Pollution poses a threat to wildlife and their habitats, contributing to the decline of biodiversity.</a:t>
            </a:r>
            <a:br/>
            <a:r>
              <a:t>- Overexploitation refers to the unsustainable use of natural resources, leading to negative impacts on biodiversity.</a:t>
            </a:r>
            <a:br/>
            <a:r>
              <a:t>- Fragmentation of habitats due to human activities can isolate populations, reducing genetic diversity and increasing the vulnerability of species to extinction.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Importance of Genetic Diversity for Survival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Genetic diversity allows for the adaptation of species to changing environments through variations in traits and genes.</a:t>
            </a:r>
            <a:br/>
            <a:r>
              <a:t>- Species with higher genetic diversity have a better chance of resisting diseases and environmental stressors, enhancing their long-term survival.</a:t>
            </a:r>
            <a:br/>
            <a:r>
              <a:t>- Maintaining genetic diversity can lead to the development of new crop varieties with improved resilience to pests and diseases, benefiting agriculture and food security.</a:t>
            </a:r>
            <a:br/>
            <a:r>
              <a:t>- Genetic diversity plays a crucial role in ecosystem restoration by promoting the recovery of diverse plant and animal populations, enhancing overall ecosystem health and resilience.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Habitat Protection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Protected areas such as national parks and reserves help conserve key habitats and species.</a:t>
            </a:r>
            <a:br/>
            <a:r>
              <a:t>- Sustainable land use practices, such as agroforestry and sustainable agriculture, can help reduce habitat destruction.</a:t>
            </a:r>
            <a:br/>
            <a:r>
              <a:t>- Restoring degraded habitats through reforestation and wetland restoration projects can contribute to habitat conservation.</a:t>
            </a:r>
            <a:br/>
            <a:r>
              <a:t>- Wildlife corridors and habitat connectivity initiatives aim to link fragmented habitats to allow for the movement of species and genetic exchange.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Invasive Species Impact on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Invasive species can disrupt ecosystem dynamics and alter the balance of species within an ecosystem, ultimately reducing overall biodiversity.</a:t>
            </a:r>
            <a:br/>
            <a:r>
              <a:t>- They can introduce diseases and parasites that native species are not equipped to handle, leading to population declines or extinctions.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Community Engagement in Biodiversity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Community engagement in biodiversity conservation can help bridge the gap between scientific knowledge and local perspectives, leading to more holistic and effective conservation strategies.</a:t>
            </a:r>
            <a:br/>
            <a:r>
              <a:t>- Collaborating with local communities can enhance the social acceptance and legitimacy of conservation efforts, promoting long-term sustainability and resilience in biodiversity conservation projects.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Success of Protected Areas in Biodiversity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Habitat destruction is driven by human activities such as deforestation, urbanization, agriculture, and mining, leading to the loss of species and disruption of ecosystems.</a:t>
            </a:r>
            <a:br/>
            <a:r>
              <a:t>- Deforestation, urbanization, agricultural expansion, and mining are key drivers of habitat destruction, causing a significant impact on biodiversity conservation efforts.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"Financial Incentives for Biodiversity Conservation"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PES programs can incentivize landowners to conserve biodiversity by compensating them for implementing sustainable land management practices.</a:t>
            </a:r>
            <a:br/>
            <a:r>
              <a:t>- Ecotourism not only generates revenue for local communities but also raises awareness about the value of biodiversity and ecosystems.</a:t>
            </a:r>
            <a:br/>
            <a:r>
              <a:t>- Carbon credits provide a financial incentive for activities that contribute to carbon sequestration and reduce greenhouse gas emissions, promoting biodiversity conservation while addressing climate change.</a:t>
            </a:r>
            <a:br/>
            <a:r>
              <a:t>- Biodiversity offsets offer another economic incentive by allowing developers to offset the negative impacts of their projects on biodiversity by investing in conservation efforts elsewhere.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[24] Importance of Community Involvement in Conservation Efforts - https://www.iucn.org/sites/dev/files/content/documents/importance_of_community_involvement_in_conservation_efforts.pdf</a:t>
            </a:r>
            <a:br/>
            <a:r>
              <a:t>[25] Common Threats to Biodiversity - https://www.worldwildlife.org/threats</a:t>
            </a:r>
            <a:br/>
            <a:r>
              <a:t>[26] Impact of Invasive Species on Biodiversity - https://www.nationalgeographic.org/encyclopedia/invasive-species/</a:t>
            </a:r>
            <a:br/>
            <a:r>
              <a:t>[27] Effective Strategies for Mitigating Habitat Loss - https://www.worldwildlife.org/threats/habitat-loss</a:t>
            </a:r>
            <a:br/>
            <a:r>
              <a:t>[28] Effects of Invasive Species on Biodiversity - https://www.nationalgeographic.org/encyclopedia/invasive-species/</a:t>
            </a:r>
            <a:br/>
            <a:r>
              <a:t>[29] Engaging Communities in Biodiversity Conservation - https://www.iucn.org/theme/social-policy/our-work/biodiversity-conservation-and-governance/community-involvement-biodiversity-conservation</a:t>
            </a:r>
            <a:br/>
            <a:r>
              <a:t>[30] Habitat Destruction: A Major Threat to Biodiversity - https://www.worldwildlife.org/threats/habitat-loss</a:t>
            </a:r>
            <a:br/>
            <a:r>
              <a:t>[31] Economic Incentives for Biodiversity Conservation - https://www.worldbank.org/en/topic/environment/brief/biodiversity-finance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