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Conservation Challenges and Strategies for Wildlife Habitats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Causes of Habitat Destruction: Deforestation, Urbanization,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GPS collars and telemetry devices provide real-time data on animal movements, allowing researchers to track individual behavior and migration patterns more accurately.</a:t>
            </a:r>
            <a:br/>
            <a:r>
              <a:t>- Camera traps and satellite imagery enable scientists to conduct non-invasive studies of wildlife populations, monitor habitat changes, and estimate species abundance in remote areas.</a:t>
            </a:r>
            <a:br/>
            <a:r>
              <a:t>- Drones offer a cost-effective and efficient way to survey large areas, monitor wildlife populations, and combat illegal activities such as poaching.</a:t>
            </a:r>
            <a:br/>
            <a:r>
              <a:t>- Technology advancements have enhanced data collection, analysis, and conservation efforts, contributing to the protection and preservation of wildlife habitats and species.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Habitat Destruction on Wildlife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Promoting coexistence through education and community engagement programs can help raise awareness and foster understanding between local communities and wildlife.</a:t>
            </a:r>
            <a:br/>
            <a:r>
              <a:t>- Implementing sustainable resource management practices within communities can support wildlife conservation efforts effectively.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Habitat Restoration Strategies: Corridors &amp; Protected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destruction can lead to population declines, increased competition for resources, and even the extinction of certain species, highlighting the interconnected nature of ecosystems and the importance of preserving habitats.</a:t>
            </a:r>
            <a:br/>
            <a:r>
              <a:t>- Loss of one species due to habitat destruction can have cascading effects on other species within the ecosystem, resulting in a decline in overall biodiversity and ecosystem health.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Deterrents for Human-Wildlife Conflicts: Fences, Scare Devices, Repellents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Community-based conservation initiatives involve engaging local communities in wildlife protection efforts</a:t>
            </a:r>
            <a:br/>
            <a:r>
              <a:t>- By involving communities in conservation activities, such as habitat restoration, anti-poaching patrols, and sustainable resource management, these initiatives aim to create a sense of ownership and responsibility among community members towards wildlife and their habitats</a:t>
            </a:r>
            <a:br/>
            <a:r>
              <a:t>- This approach has been successful in many areas by fostering a sense of stewardship and promoting sustainable practices that benefit both wildlife and local communities</a:t>
            </a:r>
            <a:br/>
            <a:r>
              <a:t>- Engaging communities in conservation efforts can lead to long-term conservation success and the preservation of wildlife populations and their habitats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Zoning Regulations for Minimizing Human-Wildlife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Drones have revolutionized wildlife monitoring efforts by providing researchers with a bird's eye view of ecosystems.</a:t>
            </a:r>
            <a:br/>
            <a:r>
              <a:t>- Unmanned aerial vehicles can cover large areas efficiently, collect high-resolution imagery, and even track animal movements.</a:t>
            </a:r>
            <a:br/>
            <a:r>
              <a:t>- This technology has been particularly useful in monitoring endangered species, studying habitat changes, and detecting illegal activities such as poaching.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Habitat Modification Techniques: Barriers &amp; Scare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Drones have revolutionized wildlife monitoring efforts by providing researchers with a bird's eye view of ecosystems.</a:t>
            </a:r>
            <a:br/>
            <a:r>
              <a:t>- Unmanned aerial vehicles can cover large areas efficiently, collect high-resolution imagery, and even track animal movements.</a:t>
            </a:r>
            <a:br/>
            <a:r>
              <a:t>- This technology has been particularly useful in monitoring endangered species, studying habitat changes, and detecting illegal activities such as poaching.</a:t>
            </a:r>
            <a:br/>
            <a:r>
              <a:t>- Advances in drone technology have also enabled researchers to conduct wildlife population surveys, assess ecosystem health, and monitor the impacts of climate change on wildlife habitats.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Climate Change on Habitats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Climate change is causing disruptions in wildlife behavior, affecting breeding cycles, migration patterns, and food availability for various species.</a:t>
            </a:r>
            <a:br/>
            <a:r>
              <a:t>- Conservation efforts for climate change include habitat protection, restoration, and sustainable land management to mitigate the impact on wildlife populations.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Conservation Strategies for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Protection is crucial for safeguarding wildlife against the impacts of climate change, ensuring the preservation of essential habitats for various species.</a:t>
            </a:r>
            <a:br/>
            <a:r>
              <a:t>- Sustainable Land Management practices, such as responsible land use and conservation techniques, play a key role in maintaining healthy ecosystems and supporting biodiversity in the face of climate change.</a:t>
            </a:r>
            <a:br/>
            <a:r>
              <a:t>- In addition to creating wildlife corridors and establishing protected areas, habitat protection strategies can also involve implementing habitat restoration projects to enhance degraded habitats for wildlife.</a:t>
            </a:r>
            <a:br/>
            <a:r>
              <a:t>- Sustainable Land Management techniques not only focus on minimizing environmental degradation and habitat loss but also aim to promote sustainable resource use and conservation practices to support wildlife populations.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Role of Technology in Wildlife Monitoring and Protection - https://www.worldwildlife.org/pages/role-of-technology-in-wildlife-conservation</a:t>
            </a:r>
            <a:br/>
            <a:r>
              <a:t>[25] Strategies for Mitigating Human-Wildlife Conflicts - https://www.nationalgeographic.com/animals/article/wildlife-conflict-resolution-conservation</a:t>
            </a:r>
            <a:br/>
            <a:r>
              <a:t>[26] Effects of Habitat Destruction on Wildlife Populations - https://www.worldwildlife.org/threats/habitat-loss</a:t>
            </a:r>
            <a:br/>
            <a:r>
              <a:t>[27] Community-Based Conservation Initiatives - https://www.iucn.org/theme/protected-areas/about/community-conserved-areas</a:t>
            </a:r>
            <a:br/>
            <a:r>
              <a:t>[28] Advancements in Drone Technology for Wildlife Monitoring - https://www.conservationdrones.org/</a:t>
            </a:r>
            <a:br/>
            <a:r>
              <a:t>[29] Strategies for Mitigating the Effects of Habitat Destruction on Wildlife Populations - https://www.worldwildlife.org/threats/habitat-loss</a:t>
            </a:r>
            <a:br/>
            <a:r>
              <a:t>[30] Impact of Climate Change on Wildlife Populations - https://www.worldwildlife.org/threats/impact-of-climate-change</a:t>
            </a:r>
            <a:br/>
            <a:r>
              <a:t>[31] Effective Strategies for Mitigating Human-Wildlife Conflicts - https://www.iucn.org/resources/issues-briefs/human-wildlife-conflict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